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7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5C80"/>
    <a:srgbClr val="7F7F7F"/>
    <a:srgbClr val="0E4A80"/>
    <a:srgbClr val="BDDCF8"/>
    <a:srgbClr val="395E7F"/>
    <a:srgbClr val="325B7F"/>
    <a:srgbClr val="3B5F80"/>
    <a:srgbClr val="385D7F"/>
    <a:srgbClr val="23548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89" autoAdjust="0"/>
    <p:restoredTop sz="94682" autoAdjust="0"/>
  </p:normalViewPr>
  <p:slideViewPr>
    <p:cSldViewPr snapToGrid="0" showGuides="1">
      <p:cViewPr>
        <p:scale>
          <a:sx n="100" d="100"/>
          <a:sy n="100" d="100"/>
        </p:scale>
        <p:origin x="-822" y="-432"/>
      </p:cViewPr>
      <p:guideLst>
        <p:guide orient="horz" pos="2160"/>
        <p:guide pos="3795"/>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87" d="100"/>
          <a:sy n="87" d="100"/>
        </p:scale>
        <p:origin x="1062" y="7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97106C-D5AE-420C-BEF8-088D4D6B8388}" type="datetimeFigureOut">
              <a:rPr lang="zh-CN" altLang="en-US"/>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3391C1-445D-4244-8928-569776DA9122}"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3391C1-445D-4244-8928-569776DA9122}" type="slidenum">
              <a:rPr lang="zh-CN" altLang="en-US"/>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3391C1-445D-4244-8928-569776DA9122}" type="slidenum">
              <a:rPr lang="zh-CN" altLang="en-US"/>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ct val="0"/>
              </a:spcBef>
              <a:spcAft>
                <a:spcPct val="0"/>
              </a:spcAft>
              <a:buClrTx/>
              <a:buSzTx/>
              <a:buFontTx/>
              <a:buNone/>
              <a:defRPr/>
            </a:pPr>
            <a:r>
              <a:rPr lang="zh-CN" altLang="en-US" sz="1200">
                <a:latin typeface="微软雅黑" panose="020B0503020204020204" pitchFamily="34" charset="-122"/>
                <a:ea typeface="微软雅黑" panose="020B0503020204020204" pitchFamily="34" charset="-122"/>
              </a:rPr>
              <a:t>模板来自于：XX</a:t>
            </a:r>
            <a:r>
              <a:rPr lang="en-US" altLang="zh-CN" sz="1200">
                <a:latin typeface="微软雅黑" panose="020B0503020204020204" pitchFamily="34" charset="-122"/>
                <a:ea typeface="微软雅黑" panose="020B0503020204020204" pitchFamily="34" charset="-122"/>
              </a:rPr>
              <a:t>PPT</a:t>
            </a:r>
            <a:r>
              <a:rPr lang="zh-CN" altLang="en-US" sz="1200">
                <a:latin typeface="微软雅黑" panose="020B0503020204020204" pitchFamily="34" charset="-122"/>
                <a:ea typeface="微软雅黑" panose="020B0503020204020204" pitchFamily="34" charset="-122"/>
              </a:rPr>
              <a:t> </a:t>
            </a:r>
            <a:r>
              <a:rPr lang="en-US" altLang="zh-CN" sz="1200">
                <a:latin typeface="微软雅黑" panose="020B0503020204020204" pitchFamily="34" charset="-122"/>
                <a:ea typeface="微软雅黑" panose="020B0503020204020204" pitchFamily="34" charset="-122"/>
              </a:rPr>
              <a:t>https://www.XX.com/</a:t>
            </a:r>
            <a:endParaRPr lang="zh-CN" altLang="en-US" sz="1200">
              <a:latin typeface="微软雅黑" panose="020B0503020204020204" pitchFamily="34" charset="-122"/>
              <a:ea typeface="微软雅黑" panose="020B0503020204020204" pitchFamily="34" charset="-122"/>
            </a:endParaRPr>
          </a:p>
          <a:p>
            <a:endParaRPr lang="zh-CN" altLang="en-US"/>
          </a:p>
        </p:txBody>
      </p:sp>
      <p:sp>
        <p:nvSpPr>
          <p:cNvPr id="4" name="灯片编号占位符 3"/>
          <p:cNvSpPr>
            <a:spLocks noGrp="1"/>
          </p:cNvSpPr>
          <p:nvPr>
            <p:ph type="sldNum" sz="quarter" idx="5"/>
          </p:nvPr>
        </p:nvSpPr>
        <p:spPr/>
        <p:txBody>
          <a:bodyPr/>
          <a:lstStyle/>
          <a:p>
            <a:fld id="{3D3391C1-445D-4244-8928-569776DA9122}" type="slidenum">
              <a:rPr lang="zh-CN" altLang="en-US"/>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3391C1-445D-4244-8928-569776DA9122}" type="slidenum">
              <a:rPr lang="zh-CN" altLang="en-US"/>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3391C1-445D-4244-8928-569776DA9122}" type="slidenum">
              <a:rPr lang="zh-CN" altLang="en-US"/>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3391C1-445D-4244-8928-569776DA9122}" type="slidenum">
              <a:rPr lang="zh-CN" altLang="en-US"/>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3391C1-445D-4244-8928-569776DA9122}" type="slidenum">
              <a:rPr lang="zh-CN" altLang="en-US"/>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3391C1-445D-4244-8928-569776DA9122}" type="slidenum">
              <a:rPr lang="zh-CN" altLang="en-US"/>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3391C1-445D-4244-8928-569776DA9122}" type="slidenum">
              <a:rPr lang="zh-CN" altLang="en-US"/>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3391C1-445D-4244-8928-569776DA9122}" type="slidenum">
              <a:rPr lang="zh-CN" altLang="en-US"/>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3391C1-445D-4244-8928-569776DA9122}" type="slidenum">
              <a:rPr lang="zh-CN" altLang="en-US"/>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3391C1-445D-4244-8928-569776DA9122}" type="slidenum">
              <a:rPr lang="zh-CN" altLang="en-US"/>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3391C1-445D-4244-8928-569776DA9122}" type="slidenum">
              <a:rPr lang="zh-CN" altLang="en-US"/>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3391C1-445D-4244-8928-569776DA9122}" type="slidenum">
              <a:rPr lang="zh-CN" altLang="en-US"/>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3391C1-445D-4244-8928-569776DA9122}" type="slidenum">
              <a:rPr lang="zh-CN" altLang="en-US"/>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3391C1-445D-4244-8928-569776DA9122}" type="slidenum">
              <a:rPr lang="zh-CN" altLang="en-US"/>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3391C1-445D-4244-8928-569776DA9122}" type="slidenum">
              <a:rPr lang="zh-CN" altLang="en-US"/>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3391C1-445D-4244-8928-569776DA9122}" type="slidenum">
              <a:rPr lang="zh-CN" altLang="en-US"/>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3391C1-445D-4244-8928-569776DA9122}" type="slidenum">
              <a:rPr lang="zh-CN" altLang="en-US"/>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3391C1-445D-4244-8928-569776DA9122}" type="slidenum">
              <a:rPr lang="zh-CN" altLang="en-US"/>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3391C1-445D-4244-8928-569776DA9122}" type="slidenum">
              <a:rPr lang="zh-CN" altLang="en-US"/>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3391C1-445D-4244-8928-569776DA9122}" type="slidenum">
              <a:rPr lang="zh-CN" altLang="en-US"/>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3391C1-445D-4244-8928-569776DA9122}" type="slidenum">
              <a:rPr lang="zh-CN" altLang="en-US"/>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3391C1-445D-4244-8928-569776DA9122}" type="slidenum">
              <a:rPr lang="zh-CN" altLang="en-US"/>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3391C1-445D-4244-8928-569776DA9122}" type="slidenum">
              <a:rPr lang="zh-CN" altLang="en-US"/>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www.1ppt.com/xiazai/"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比较">
    <p:spTree>
      <p:nvGrpSpPr>
        <p:cNvPr id="1" name=""/>
        <p:cNvGrpSpPr/>
        <p:nvPr/>
      </p:nvGrpSpPr>
      <p:grpSpPr>
        <a:xfrm>
          <a:off x="0" y="0"/>
          <a:ext cx="0" cy="0"/>
          <a:chOff x="0" y="0"/>
          <a:chExt cx="0" cy="0"/>
        </a:xfrm>
      </p:grpSpPr>
      <p:sp>
        <p:nvSpPr>
          <p:cNvPr id="2" name="矩形 1"/>
          <p:cNvSpPr/>
          <p:nvPr userDrawn="1"/>
        </p:nvSpPr>
        <p:spPr>
          <a:xfrm>
            <a:off x="0" y="0"/>
            <a:ext cx="12192000" cy="3429000"/>
          </a:xfrm>
          <a:prstGeom prst="rect">
            <a:avLst/>
          </a:prstGeom>
          <a:solidFill>
            <a:srgbClr val="0E4A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userDrawn="1"/>
        </p:nvSpPr>
        <p:spPr>
          <a:xfrm>
            <a:off x="0" y="3429000"/>
            <a:ext cx="12192000" cy="3429000"/>
          </a:xfrm>
          <a:prstGeom prst="rect">
            <a:avLst/>
          </a:prstGeom>
          <a:solidFill>
            <a:srgbClr val="BDDC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p:cNvSpPr/>
          <p:nvPr userDrawn="1"/>
        </p:nvSpPr>
        <p:spPr>
          <a:xfrm>
            <a:off x="172811" y="191861"/>
            <a:ext cx="11846379" cy="6474279"/>
          </a:xfrm>
          <a:prstGeom prst="roundRect">
            <a:avLst>
              <a:gd name="adj" fmla="val 4292"/>
            </a:avLst>
          </a:prstGeom>
          <a:solidFill>
            <a:schemeClr val="bg1"/>
          </a:solidFill>
          <a:ln>
            <a:noFill/>
          </a:ln>
          <a:effectLst>
            <a:outerShdw blurRad="63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7" name="椭圆 19"/>
          <p:cNvSpPr>
            <a:spLocks noChangeArrowheads="1"/>
          </p:cNvSpPr>
          <p:nvPr userDrawn="1"/>
        </p:nvSpPr>
        <p:spPr bwMode="auto">
          <a:xfrm>
            <a:off x="451503" y="346321"/>
            <a:ext cx="467216" cy="468245"/>
          </a:xfrm>
          <a:prstGeom prst="ellipse">
            <a:avLst/>
          </a:prstGeom>
          <a:solidFill>
            <a:srgbClr val="255580"/>
          </a:solidFill>
          <a:ln w="38100">
            <a:solidFill>
              <a:schemeClr val="bg1">
                <a:lumMod val="75000"/>
              </a:schemeClr>
            </a:solid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defTabSz="457200">
              <a:spcBef>
                <a:spcPct val="0"/>
              </a:spcBef>
              <a:buNone/>
            </a:pPr>
            <a:endParaRPr lang="zh-CN" altLang="zh-CN" sz="2400">
              <a:solidFill>
                <a:srgbClr val="FFFFFF"/>
              </a:solidFill>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8" name="medal-of-award_49824"/>
          <p:cNvSpPr>
            <a:spLocks noChangeAspect="1"/>
          </p:cNvSpPr>
          <p:nvPr userDrawn="1"/>
        </p:nvSpPr>
        <p:spPr bwMode="auto">
          <a:xfrm>
            <a:off x="510570" y="482600"/>
            <a:ext cx="340951" cy="219428"/>
          </a:xfrm>
          <a:custGeom>
            <a:avLst/>
            <a:gdLst>
              <a:gd name="connsiteX0" fmla="*/ 104550 w 604718"/>
              <a:gd name="connsiteY0" fmla="*/ 208330 h 382112"/>
              <a:gd name="connsiteX1" fmla="*/ 156180 w 604718"/>
              <a:gd name="connsiteY1" fmla="*/ 208330 h 382112"/>
              <a:gd name="connsiteX2" fmla="*/ 261642 w 604718"/>
              <a:gd name="connsiteY2" fmla="*/ 248878 h 382112"/>
              <a:gd name="connsiteX3" fmla="*/ 298947 w 604718"/>
              <a:gd name="connsiteY3" fmla="*/ 255007 h 382112"/>
              <a:gd name="connsiteX4" fmla="*/ 340187 w 604718"/>
              <a:gd name="connsiteY4" fmla="*/ 247621 h 382112"/>
              <a:gd name="connsiteX5" fmla="*/ 433687 w 604718"/>
              <a:gd name="connsiteY5" fmla="*/ 208330 h 382112"/>
              <a:gd name="connsiteX6" fmla="*/ 490825 w 604718"/>
              <a:gd name="connsiteY6" fmla="*/ 208330 h 382112"/>
              <a:gd name="connsiteX7" fmla="*/ 490825 w 604718"/>
              <a:gd name="connsiteY7" fmla="*/ 271509 h 382112"/>
              <a:gd name="connsiteX8" fmla="*/ 458400 w 604718"/>
              <a:gd name="connsiteY8" fmla="*/ 320701 h 382112"/>
              <a:gd name="connsiteX9" fmla="*/ 329326 w 604718"/>
              <a:gd name="connsiteY9" fmla="*/ 376337 h 382112"/>
              <a:gd name="connsiteX10" fmla="*/ 264632 w 604718"/>
              <a:gd name="connsiteY10" fmla="*/ 376337 h 382112"/>
              <a:gd name="connsiteX11" fmla="*/ 136819 w 604718"/>
              <a:gd name="connsiteY11" fmla="*/ 320701 h 382112"/>
              <a:gd name="connsiteX12" fmla="*/ 104550 w 604718"/>
              <a:gd name="connsiteY12" fmla="*/ 271509 h 382112"/>
              <a:gd name="connsiteX13" fmla="*/ 300973 w 604718"/>
              <a:gd name="connsiteY13" fmla="*/ 5 h 382112"/>
              <a:gd name="connsiteX14" fmla="*/ 334162 w 604718"/>
              <a:gd name="connsiteY14" fmla="*/ 4701 h 382112"/>
              <a:gd name="connsiteX15" fmla="*/ 581267 w 604718"/>
              <a:gd name="connsiteY15" fmla="*/ 92552 h 382112"/>
              <a:gd name="connsiteX16" fmla="*/ 588822 w 604718"/>
              <a:gd name="connsiteY16" fmla="*/ 114398 h 382112"/>
              <a:gd name="connsiteX17" fmla="*/ 589136 w 604718"/>
              <a:gd name="connsiteY17" fmla="*/ 114398 h 382112"/>
              <a:gd name="connsiteX18" fmla="*/ 589136 w 604718"/>
              <a:gd name="connsiteY18" fmla="*/ 270771 h 382112"/>
              <a:gd name="connsiteX19" fmla="*/ 604718 w 604718"/>
              <a:gd name="connsiteY19" fmla="*/ 321376 h 382112"/>
              <a:gd name="connsiteX20" fmla="*/ 561278 w 604718"/>
              <a:gd name="connsiteY20" fmla="*/ 321376 h 382112"/>
              <a:gd name="connsiteX21" fmla="*/ 576388 w 604718"/>
              <a:gd name="connsiteY21" fmla="*/ 271242 h 382112"/>
              <a:gd name="connsiteX22" fmla="*/ 576388 w 604718"/>
              <a:gd name="connsiteY22" fmla="*/ 120370 h 382112"/>
              <a:gd name="connsiteX23" fmla="*/ 333376 w 604718"/>
              <a:gd name="connsiteY23" fmla="*/ 222680 h 382112"/>
              <a:gd name="connsiteX24" fmla="*/ 268058 w 604718"/>
              <a:gd name="connsiteY24" fmla="*/ 223780 h 382112"/>
              <a:gd name="connsiteX25" fmla="*/ 13556 w 604718"/>
              <a:gd name="connsiteY25" fmla="*/ 125870 h 382112"/>
              <a:gd name="connsiteX26" fmla="*/ 13714 w 604718"/>
              <a:gd name="connsiteY26" fmla="*/ 100882 h 382112"/>
              <a:gd name="connsiteX27" fmla="*/ 267901 w 604718"/>
              <a:gd name="connsiteY27" fmla="*/ 5329 h 382112"/>
              <a:gd name="connsiteX28" fmla="*/ 300973 w 604718"/>
              <a:gd name="connsiteY28" fmla="*/ 5 h 38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4718" h="382112">
                <a:moveTo>
                  <a:pt x="104550" y="208330"/>
                </a:moveTo>
                <a:lnTo>
                  <a:pt x="156180" y="208330"/>
                </a:lnTo>
                <a:lnTo>
                  <a:pt x="261642" y="248878"/>
                </a:lnTo>
                <a:cubicBezTo>
                  <a:pt x="274864" y="253907"/>
                  <a:pt x="289188" y="255007"/>
                  <a:pt x="298947" y="255007"/>
                </a:cubicBezTo>
                <a:cubicBezTo>
                  <a:pt x="314373" y="255007"/>
                  <a:pt x="329012" y="252493"/>
                  <a:pt x="340187" y="247621"/>
                </a:cubicBezTo>
                <a:lnTo>
                  <a:pt x="433687" y="208330"/>
                </a:lnTo>
                <a:lnTo>
                  <a:pt x="490825" y="208330"/>
                </a:lnTo>
                <a:lnTo>
                  <a:pt x="490825" y="271509"/>
                </a:lnTo>
                <a:cubicBezTo>
                  <a:pt x="490825" y="290998"/>
                  <a:pt x="476344" y="313000"/>
                  <a:pt x="458400" y="320701"/>
                </a:cubicBezTo>
                <a:lnTo>
                  <a:pt x="329326" y="376337"/>
                </a:lnTo>
                <a:cubicBezTo>
                  <a:pt x="311382" y="384038"/>
                  <a:pt x="282419" y="384038"/>
                  <a:pt x="264632" y="376337"/>
                </a:cubicBezTo>
                <a:lnTo>
                  <a:pt x="136819" y="320701"/>
                </a:lnTo>
                <a:cubicBezTo>
                  <a:pt x="119032" y="313000"/>
                  <a:pt x="104550" y="290998"/>
                  <a:pt x="104550" y="271509"/>
                </a:cubicBezTo>
                <a:close/>
                <a:moveTo>
                  <a:pt x="300973" y="5"/>
                </a:moveTo>
                <a:cubicBezTo>
                  <a:pt x="312954" y="-93"/>
                  <a:pt x="324955" y="1479"/>
                  <a:pt x="334162" y="4701"/>
                </a:cubicBezTo>
                <a:lnTo>
                  <a:pt x="581267" y="92552"/>
                </a:lnTo>
                <a:cubicBezTo>
                  <a:pt x="596849" y="98053"/>
                  <a:pt x="599210" y="107168"/>
                  <a:pt x="588822" y="114398"/>
                </a:cubicBezTo>
                <a:lnTo>
                  <a:pt x="589136" y="114398"/>
                </a:lnTo>
                <a:lnTo>
                  <a:pt x="589136" y="270771"/>
                </a:lnTo>
                <a:lnTo>
                  <a:pt x="604718" y="321376"/>
                </a:lnTo>
                <a:lnTo>
                  <a:pt x="561278" y="321376"/>
                </a:lnTo>
                <a:lnTo>
                  <a:pt x="576388" y="271242"/>
                </a:lnTo>
                <a:lnTo>
                  <a:pt x="576388" y="120370"/>
                </a:lnTo>
                <a:lnTo>
                  <a:pt x="333376" y="222680"/>
                </a:lnTo>
                <a:cubicBezTo>
                  <a:pt x="315433" y="230224"/>
                  <a:pt x="286158" y="230695"/>
                  <a:pt x="268058" y="223780"/>
                </a:cubicBezTo>
                <a:lnTo>
                  <a:pt x="13556" y="125870"/>
                </a:lnTo>
                <a:cubicBezTo>
                  <a:pt x="-4544" y="118798"/>
                  <a:pt x="-4544" y="107640"/>
                  <a:pt x="13714" y="100882"/>
                </a:cubicBezTo>
                <a:lnTo>
                  <a:pt x="267901" y="5329"/>
                </a:lnTo>
                <a:cubicBezTo>
                  <a:pt x="277030" y="1872"/>
                  <a:pt x="288991" y="104"/>
                  <a:pt x="300973" y="5"/>
                </a:cubicBezTo>
                <a:close/>
              </a:path>
            </a:pathLst>
          </a:custGeom>
          <a:solidFill>
            <a:schemeClr val="bg1"/>
          </a:solidFill>
          <a:ln w="31750">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30A081"/>
              </a:solidFill>
              <a:effectLst/>
              <a:uLnTx/>
              <a:uFillTx/>
              <a:latin typeface="微软雅黑" panose="020B0503020204020204" pitchFamily="34" charset="-122"/>
              <a:ea typeface="微软雅黑" panose="020B0503020204020204" pitchFamily="34" charset="-122"/>
              <a:sym typeface="思源黑体" panose="020B05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2" name="矩形 1"/>
          <p:cNvSpPr/>
          <p:nvPr userDrawn="1"/>
        </p:nvSpPr>
        <p:spPr>
          <a:xfrm>
            <a:off x="0" y="0"/>
            <a:ext cx="12192000" cy="3429000"/>
          </a:xfrm>
          <a:prstGeom prst="rect">
            <a:avLst/>
          </a:prstGeom>
          <a:solidFill>
            <a:srgbClr val="0E4A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userDrawn="1"/>
        </p:nvSpPr>
        <p:spPr>
          <a:xfrm>
            <a:off x="0" y="3429000"/>
            <a:ext cx="12192000" cy="3429000"/>
          </a:xfrm>
          <a:prstGeom prst="rect">
            <a:avLst/>
          </a:prstGeom>
          <a:solidFill>
            <a:srgbClr val="BDDC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p:cNvSpPr/>
          <p:nvPr userDrawn="1"/>
        </p:nvSpPr>
        <p:spPr>
          <a:xfrm>
            <a:off x="172811" y="191861"/>
            <a:ext cx="11846379" cy="6474279"/>
          </a:xfrm>
          <a:prstGeom prst="roundRect">
            <a:avLst>
              <a:gd name="adj" fmla="val 4292"/>
            </a:avLst>
          </a:prstGeom>
          <a:solidFill>
            <a:schemeClr val="bg1"/>
          </a:solidFill>
          <a:ln>
            <a:noFill/>
          </a:ln>
          <a:effectLst>
            <a:outerShdw blurRad="63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7" name="椭圆 19"/>
          <p:cNvSpPr>
            <a:spLocks noChangeArrowheads="1"/>
          </p:cNvSpPr>
          <p:nvPr userDrawn="1"/>
        </p:nvSpPr>
        <p:spPr bwMode="auto">
          <a:xfrm>
            <a:off x="451503" y="346321"/>
            <a:ext cx="467216" cy="468245"/>
          </a:xfrm>
          <a:prstGeom prst="ellipse">
            <a:avLst/>
          </a:prstGeom>
          <a:solidFill>
            <a:srgbClr val="255580"/>
          </a:solidFill>
          <a:ln w="38100">
            <a:solidFill>
              <a:schemeClr val="bg1">
                <a:lumMod val="75000"/>
              </a:schemeClr>
            </a:solid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defTabSz="457200">
              <a:spcBef>
                <a:spcPct val="0"/>
              </a:spcBef>
              <a:buNone/>
            </a:pPr>
            <a:endParaRPr lang="zh-CN" altLang="zh-CN" sz="2400">
              <a:solidFill>
                <a:srgbClr val="FFFFFF"/>
              </a:solidFill>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8" name="medal-of-award_49824"/>
          <p:cNvSpPr>
            <a:spLocks noChangeAspect="1"/>
          </p:cNvSpPr>
          <p:nvPr userDrawn="1"/>
        </p:nvSpPr>
        <p:spPr bwMode="auto">
          <a:xfrm>
            <a:off x="510570" y="482600"/>
            <a:ext cx="340951" cy="219428"/>
          </a:xfrm>
          <a:custGeom>
            <a:avLst/>
            <a:gdLst>
              <a:gd name="connsiteX0" fmla="*/ 104550 w 604718"/>
              <a:gd name="connsiteY0" fmla="*/ 208330 h 382112"/>
              <a:gd name="connsiteX1" fmla="*/ 156180 w 604718"/>
              <a:gd name="connsiteY1" fmla="*/ 208330 h 382112"/>
              <a:gd name="connsiteX2" fmla="*/ 261642 w 604718"/>
              <a:gd name="connsiteY2" fmla="*/ 248878 h 382112"/>
              <a:gd name="connsiteX3" fmla="*/ 298947 w 604718"/>
              <a:gd name="connsiteY3" fmla="*/ 255007 h 382112"/>
              <a:gd name="connsiteX4" fmla="*/ 340187 w 604718"/>
              <a:gd name="connsiteY4" fmla="*/ 247621 h 382112"/>
              <a:gd name="connsiteX5" fmla="*/ 433687 w 604718"/>
              <a:gd name="connsiteY5" fmla="*/ 208330 h 382112"/>
              <a:gd name="connsiteX6" fmla="*/ 490825 w 604718"/>
              <a:gd name="connsiteY6" fmla="*/ 208330 h 382112"/>
              <a:gd name="connsiteX7" fmla="*/ 490825 w 604718"/>
              <a:gd name="connsiteY7" fmla="*/ 271509 h 382112"/>
              <a:gd name="connsiteX8" fmla="*/ 458400 w 604718"/>
              <a:gd name="connsiteY8" fmla="*/ 320701 h 382112"/>
              <a:gd name="connsiteX9" fmla="*/ 329326 w 604718"/>
              <a:gd name="connsiteY9" fmla="*/ 376337 h 382112"/>
              <a:gd name="connsiteX10" fmla="*/ 264632 w 604718"/>
              <a:gd name="connsiteY10" fmla="*/ 376337 h 382112"/>
              <a:gd name="connsiteX11" fmla="*/ 136819 w 604718"/>
              <a:gd name="connsiteY11" fmla="*/ 320701 h 382112"/>
              <a:gd name="connsiteX12" fmla="*/ 104550 w 604718"/>
              <a:gd name="connsiteY12" fmla="*/ 271509 h 382112"/>
              <a:gd name="connsiteX13" fmla="*/ 300973 w 604718"/>
              <a:gd name="connsiteY13" fmla="*/ 5 h 382112"/>
              <a:gd name="connsiteX14" fmla="*/ 334162 w 604718"/>
              <a:gd name="connsiteY14" fmla="*/ 4701 h 382112"/>
              <a:gd name="connsiteX15" fmla="*/ 581267 w 604718"/>
              <a:gd name="connsiteY15" fmla="*/ 92552 h 382112"/>
              <a:gd name="connsiteX16" fmla="*/ 588822 w 604718"/>
              <a:gd name="connsiteY16" fmla="*/ 114398 h 382112"/>
              <a:gd name="connsiteX17" fmla="*/ 589136 w 604718"/>
              <a:gd name="connsiteY17" fmla="*/ 114398 h 382112"/>
              <a:gd name="connsiteX18" fmla="*/ 589136 w 604718"/>
              <a:gd name="connsiteY18" fmla="*/ 270771 h 382112"/>
              <a:gd name="connsiteX19" fmla="*/ 604718 w 604718"/>
              <a:gd name="connsiteY19" fmla="*/ 321376 h 382112"/>
              <a:gd name="connsiteX20" fmla="*/ 561278 w 604718"/>
              <a:gd name="connsiteY20" fmla="*/ 321376 h 382112"/>
              <a:gd name="connsiteX21" fmla="*/ 576388 w 604718"/>
              <a:gd name="connsiteY21" fmla="*/ 271242 h 382112"/>
              <a:gd name="connsiteX22" fmla="*/ 576388 w 604718"/>
              <a:gd name="connsiteY22" fmla="*/ 120370 h 382112"/>
              <a:gd name="connsiteX23" fmla="*/ 333376 w 604718"/>
              <a:gd name="connsiteY23" fmla="*/ 222680 h 382112"/>
              <a:gd name="connsiteX24" fmla="*/ 268058 w 604718"/>
              <a:gd name="connsiteY24" fmla="*/ 223780 h 382112"/>
              <a:gd name="connsiteX25" fmla="*/ 13556 w 604718"/>
              <a:gd name="connsiteY25" fmla="*/ 125870 h 382112"/>
              <a:gd name="connsiteX26" fmla="*/ 13714 w 604718"/>
              <a:gd name="connsiteY26" fmla="*/ 100882 h 382112"/>
              <a:gd name="connsiteX27" fmla="*/ 267901 w 604718"/>
              <a:gd name="connsiteY27" fmla="*/ 5329 h 382112"/>
              <a:gd name="connsiteX28" fmla="*/ 300973 w 604718"/>
              <a:gd name="connsiteY28" fmla="*/ 5 h 38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4718" h="382112">
                <a:moveTo>
                  <a:pt x="104550" y="208330"/>
                </a:moveTo>
                <a:lnTo>
                  <a:pt x="156180" y="208330"/>
                </a:lnTo>
                <a:lnTo>
                  <a:pt x="261642" y="248878"/>
                </a:lnTo>
                <a:cubicBezTo>
                  <a:pt x="274864" y="253907"/>
                  <a:pt x="289188" y="255007"/>
                  <a:pt x="298947" y="255007"/>
                </a:cubicBezTo>
                <a:cubicBezTo>
                  <a:pt x="314373" y="255007"/>
                  <a:pt x="329012" y="252493"/>
                  <a:pt x="340187" y="247621"/>
                </a:cubicBezTo>
                <a:lnTo>
                  <a:pt x="433687" y="208330"/>
                </a:lnTo>
                <a:lnTo>
                  <a:pt x="490825" y="208330"/>
                </a:lnTo>
                <a:lnTo>
                  <a:pt x="490825" y="271509"/>
                </a:lnTo>
                <a:cubicBezTo>
                  <a:pt x="490825" y="290998"/>
                  <a:pt x="476344" y="313000"/>
                  <a:pt x="458400" y="320701"/>
                </a:cubicBezTo>
                <a:lnTo>
                  <a:pt x="329326" y="376337"/>
                </a:lnTo>
                <a:cubicBezTo>
                  <a:pt x="311382" y="384038"/>
                  <a:pt x="282419" y="384038"/>
                  <a:pt x="264632" y="376337"/>
                </a:cubicBezTo>
                <a:lnTo>
                  <a:pt x="136819" y="320701"/>
                </a:lnTo>
                <a:cubicBezTo>
                  <a:pt x="119032" y="313000"/>
                  <a:pt x="104550" y="290998"/>
                  <a:pt x="104550" y="271509"/>
                </a:cubicBezTo>
                <a:close/>
                <a:moveTo>
                  <a:pt x="300973" y="5"/>
                </a:moveTo>
                <a:cubicBezTo>
                  <a:pt x="312954" y="-93"/>
                  <a:pt x="324955" y="1479"/>
                  <a:pt x="334162" y="4701"/>
                </a:cubicBezTo>
                <a:lnTo>
                  <a:pt x="581267" y="92552"/>
                </a:lnTo>
                <a:cubicBezTo>
                  <a:pt x="596849" y="98053"/>
                  <a:pt x="599210" y="107168"/>
                  <a:pt x="588822" y="114398"/>
                </a:cubicBezTo>
                <a:lnTo>
                  <a:pt x="589136" y="114398"/>
                </a:lnTo>
                <a:lnTo>
                  <a:pt x="589136" y="270771"/>
                </a:lnTo>
                <a:lnTo>
                  <a:pt x="604718" y="321376"/>
                </a:lnTo>
                <a:lnTo>
                  <a:pt x="561278" y="321376"/>
                </a:lnTo>
                <a:lnTo>
                  <a:pt x="576388" y="271242"/>
                </a:lnTo>
                <a:lnTo>
                  <a:pt x="576388" y="120370"/>
                </a:lnTo>
                <a:lnTo>
                  <a:pt x="333376" y="222680"/>
                </a:lnTo>
                <a:cubicBezTo>
                  <a:pt x="315433" y="230224"/>
                  <a:pt x="286158" y="230695"/>
                  <a:pt x="268058" y="223780"/>
                </a:cubicBezTo>
                <a:lnTo>
                  <a:pt x="13556" y="125870"/>
                </a:lnTo>
                <a:cubicBezTo>
                  <a:pt x="-4544" y="118798"/>
                  <a:pt x="-4544" y="107640"/>
                  <a:pt x="13714" y="100882"/>
                </a:cubicBezTo>
                <a:lnTo>
                  <a:pt x="267901" y="5329"/>
                </a:lnTo>
                <a:cubicBezTo>
                  <a:pt x="277030" y="1872"/>
                  <a:pt x="288991" y="104"/>
                  <a:pt x="300973" y="5"/>
                </a:cubicBezTo>
                <a:close/>
              </a:path>
            </a:pathLst>
          </a:custGeom>
          <a:solidFill>
            <a:schemeClr val="bg1"/>
          </a:solidFill>
          <a:ln w="31750">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30A081"/>
              </a:solidFill>
              <a:effectLst/>
              <a:uLnTx/>
              <a:uFillTx/>
              <a:latin typeface="微软雅黑" panose="020B0503020204020204" pitchFamily="34" charset="-122"/>
              <a:ea typeface="微软雅黑" panose="020B0503020204020204" pitchFamily="34" charset="-122"/>
              <a:sym typeface="思源黑体" panose="020B0500000000000000" pitchFamily="34" charset="-122"/>
            </a:endParaRPr>
          </a:p>
        </p:txBody>
      </p:sp>
      <p:sp>
        <p:nvSpPr>
          <p:cNvPr id="10" name="TextBox 9"/>
          <p:cNvSpPr txBox="1"/>
          <p:nvPr userDrawn="1"/>
        </p:nvSpPr>
        <p:spPr>
          <a:xfrm>
            <a:off x="11759951" y="0"/>
            <a:ext cx="432049" cy="118430"/>
          </a:xfrm>
          <a:prstGeom prst="rect">
            <a:avLst/>
          </a:prstGeom>
          <a:noFill/>
        </p:spPr>
        <p:txBody>
          <a:bodyPr wrap="square" rtlCol="0">
            <a:spAutoFit/>
          </a:bodyPr>
          <a:lstStyle/>
          <a:p>
            <a:pPr>
              <a:lnSpc>
                <a:spcPct val="200000"/>
              </a:lnSpc>
            </a:pPr>
            <a:r>
              <a:rPr lang="en-US" altLang="zh-CN" sz="100">
                <a:latin typeface="微软雅黑" panose="020B0503020204020204" pitchFamily="34" charset="-122"/>
                <a:ea typeface="微软雅黑" panose="020B0503020204020204" pitchFamily="34" charset="-122"/>
                <a:hlinkClick r:id="rId2"/>
              </a:rPr>
              <a:t>PPT</a:t>
            </a:r>
            <a:r>
              <a:rPr lang="zh-CN" altLang="en-US" sz="100">
                <a:latin typeface="微软雅黑" panose="020B0503020204020204" pitchFamily="34" charset="-122"/>
                <a:ea typeface="微软雅黑" panose="020B0503020204020204" pitchFamily="34" charset="-122"/>
                <a:hlinkClick r:id="rId2"/>
              </a:rPr>
              <a:t>下载</a:t>
            </a:r>
            <a:r>
              <a:rPr lang="zh-CN" altLang="en-US" sz="100">
                <a:latin typeface="微软雅黑" panose="020B0503020204020204" pitchFamily="34" charset="-122"/>
                <a:ea typeface="微软雅黑" panose="020B0503020204020204" pitchFamily="34" charset="-122"/>
              </a:rPr>
              <a:t> </a:t>
            </a:r>
            <a:r>
              <a:rPr lang="en-US" altLang="zh-CN" sz="100">
                <a:latin typeface="微软雅黑" panose="020B0503020204020204" pitchFamily="34" charset="-122"/>
                <a:ea typeface="微软雅黑" panose="020B0503020204020204" pitchFamily="34" charset="-122"/>
              </a:rPr>
              <a:t>http://www.1ppt.com/xiazai/</a:t>
            </a:r>
            <a:endParaRPr lang="en-US" altLang="zh-CN" sz="1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hf hdr="0" dt="0"/>
  <p:txStyles>
    <p:titleStyle>
      <a:lvl1pPr algn="l" defTabSz="914400" rtl="0" eaLnBrk="1" latinLnBrk="0" hangingPunct="1">
        <a:lnSpc>
          <a:spcPct val="90000"/>
        </a:lnSpc>
        <a:spcBef>
          <a:spcPct val="0"/>
        </a:spcBef>
        <a:buNone/>
        <a:defRPr sz="3200" b="1" i="0" kern="1200" baseline="0">
          <a:solidFill>
            <a:srgbClr val="071F65"/>
          </a:solidFill>
          <a:effectLst/>
          <a:latin typeface="Arial Black" panose="020B0A04020102020204" pitchFamily="34" charset="0"/>
          <a:ea typeface="微软雅黑" panose="020B0503020204020204" pitchFamily="34" charset="-122"/>
          <a:cs typeface="+mj-cs"/>
        </a:defRPr>
      </a:lvl1pPr>
    </p:titleStyle>
    <p:bodyStyle>
      <a:lvl1pPr marL="357505" indent="-357505" algn="just" defTabSz="914400" rtl="0" eaLnBrk="1" latinLnBrk="0" hangingPunct="1">
        <a:lnSpc>
          <a:spcPct val="110000"/>
        </a:lnSpc>
        <a:spcBef>
          <a:spcPts val="1800"/>
        </a:spcBef>
        <a:spcAft>
          <a:spcPct val="0"/>
        </a:spcAft>
        <a:buClr>
          <a:schemeClr val="accent2">
            <a:lumMod val="75000"/>
          </a:schemeClr>
        </a:buClr>
        <a:buSzPct val="70000"/>
        <a:buFont typeface="Wingdings 2" panose="05020102010507070707" pitchFamily="18" charset="2"/>
        <a:buChar char=""/>
        <a:defRPr sz="2000" kern="1200" baseline="0">
          <a:solidFill>
            <a:srgbClr val="071F65"/>
          </a:solidFill>
          <a:latin typeface="Arial" panose="020B0604020202020204" pitchFamily="34" charset="0"/>
          <a:ea typeface="微软雅黑" panose="020B0503020204020204" pitchFamily="34" charset="-122"/>
          <a:cs typeface="+mn-cs"/>
        </a:defRPr>
      </a:lvl1pPr>
      <a:lvl2pPr marL="357505" indent="-357505" algn="just" defTabSz="914400" rtl="0" eaLnBrk="1" latinLnBrk="0" hangingPunct="1">
        <a:lnSpc>
          <a:spcPct val="130000"/>
        </a:lnSpc>
        <a:spcBef>
          <a:spcPct val="0"/>
        </a:spcBef>
        <a:spcAft>
          <a:spcPts val="600"/>
        </a:spcAft>
        <a:buClr>
          <a:schemeClr val="accent2">
            <a:lumMod val="60000"/>
            <a:lumOff val="40000"/>
          </a:schemeClr>
        </a:buClr>
        <a:buFont typeface="幼圆" panose="02010509060101010101" pitchFamily="49" charset="-122"/>
        <a:buChar char=" "/>
        <a:defRPr sz="1600" kern="1200" baseline="0">
          <a:solidFill>
            <a:srgbClr val="071F65"/>
          </a:solidFill>
          <a:latin typeface="幼圆" panose="02010509060101010101" pitchFamily="49" charset="-122"/>
          <a:ea typeface="幼圆" panose="020105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9pPr>
    </p:bodyStyle>
    <p:otherStyle>
      <a:defPPr>
        <a:defRPr lang="en-US"/>
      </a:defPPr>
      <a:lvl1pPr marL="0" algn="l" defTabSz="914400" rtl="0" eaLnBrk="1" latinLnBrk="0" hangingPunct="1">
        <a:defRPr sz="1865" kern="1200">
          <a:solidFill>
            <a:schemeClr val="tx1"/>
          </a:solidFill>
          <a:latin typeface="+mn-lt"/>
          <a:ea typeface="+mn-ea"/>
          <a:cs typeface="+mn-cs"/>
        </a:defRPr>
      </a:lvl1pPr>
      <a:lvl2pPr marL="457200" algn="l" defTabSz="914400" rtl="0" eaLnBrk="1" latinLnBrk="0" hangingPunct="1">
        <a:defRPr sz="1865" kern="1200">
          <a:solidFill>
            <a:schemeClr val="tx1"/>
          </a:solidFill>
          <a:latin typeface="+mn-lt"/>
          <a:ea typeface="+mn-ea"/>
          <a:cs typeface="+mn-cs"/>
        </a:defRPr>
      </a:lvl2pPr>
      <a:lvl3pPr marL="914400" algn="l" defTabSz="914400" rtl="0" eaLnBrk="1" latinLnBrk="0" hangingPunct="1">
        <a:defRPr sz="1865" kern="1200">
          <a:solidFill>
            <a:schemeClr val="tx1"/>
          </a:solidFill>
          <a:latin typeface="+mn-lt"/>
          <a:ea typeface="+mn-ea"/>
          <a:cs typeface="+mn-cs"/>
        </a:defRPr>
      </a:lvl3pPr>
      <a:lvl4pPr marL="1371600" algn="l" defTabSz="914400" rtl="0" eaLnBrk="1" latinLnBrk="0" hangingPunct="1">
        <a:defRPr sz="1865" kern="1200">
          <a:solidFill>
            <a:schemeClr val="tx1"/>
          </a:solidFill>
          <a:latin typeface="+mn-lt"/>
          <a:ea typeface="+mn-ea"/>
          <a:cs typeface="+mn-cs"/>
        </a:defRPr>
      </a:lvl4pPr>
      <a:lvl5pPr marL="1828800" algn="l" defTabSz="914400" rtl="0" eaLnBrk="1" latinLnBrk="0" hangingPunct="1">
        <a:defRPr sz="1865" kern="1200">
          <a:solidFill>
            <a:schemeClr val="tx1"/>
          </a:solidFill>
          <a:latin typeface="+mn-lt"/>
          <a:ea typeface="+mn-ea"/>
          <a:cs typeface="+mn-cs"/>
        </a:defRPr>
      </a:lvl5pPr>
      <a:lvl6pPr marL="2286000" algn="l" defTabSz="914400" rtl="0" eaLnBrk="1" latinLnBrk="0" hangingPunct="1">
        <a:defRPr sz="1865" kern="1200">
          <a:solidFill>
            <a:schemeClr val="tx1"/>
          </a:solidFill>
          <a:latin typeface="+mn-lt"/>
          <a:ea typeface="+mn-ea"/>
          <a:cs typeface="+mn-cs"/>
        </a:defRPr>
      </a:lvl6pPr>
      <a:lvl7pPr marL="2743200" algn="l" defTabSz="914400" rtl="0" eaLnBrk="1" latinLnBrk="0" hangingPunct="1">
        <a:defRPr sz="1865" kern="1200">
          <a:solidFill>
            <a:schemeClr val="tx1"/>
          </a:solidFill>
          <a:latin typeface="+mn-lt"/>
          <a:ea typeface="+mn-ea"/>
          <a:cs typeface="+mn-cs"/>
        </a:defRPr>
      </a:lvl7pPr>
      <a:lvl8pPr marL="3200400" algn="l" defTabSz="914400" rtl="0" eaLnBrk="1" latinLnBrk="0" hangingPunct="1">
        <a:defRPr sz="1865" kern="1200">
          <a:solidFill>
            <a:schemeClr val="tx1"/>
          </a:solidFill>
          <a:latin typeface="+mn-lt"/>
          <a:ea typeface="+mn-ea"/>
          <a:cs typeface="+mn-cs"/>
        </a:defRPr>
      </a:lvl8pPr>
      <a:lvl9pPr marL="3657600" algn="l" defTabSz="914400" rtl="0" eaLnBrk="1" latinLnBrk="0" hangingPunct="1">
        <a:defRPr sz="186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9" Type="http://schemas.openxmlformats.org/officeDocument/2006/relationships/tags" Target="../tags/tag14.xml"/><Relationship Id="rId80" Type="http://schemas.openxmlformats.org/officeDocument/2006/relationships/notesSlide" Target="../notesSlides/notesSlide11.xml"/><Relationship Id="rId8" Type="http://schemas.openxmlformats.org/officeDocument/2006/relationships/tags" Target="../tags/tag13.xml"/><Relationship Id="rId79" Type="http://schemas.openxmlformats.org/officeDocument/2006/relationships/slideLayout" Target="../slideLayouts/slideLayout1.xml"/><Relationship Id="rId78" Type="http://schemas.openxmlformats.org/officeDocument/2006/relationships/tags" Target="../tags/tag83.xml"/><Relationship Id="rId77" Type="http://schemas.openxmlformats.org/officeDocument/2006/relationships/tags" Target="../tags/tag82.xml"/><Relationship Id="rId76" Type="http://schemas.openxmlformats.org/officeDocument/2006/relationships/tags" Target="../tags/tag81.xml"/><Relationship Id="rId75" Type="http://schemas.openxmlformats.org/officeDocument/2006/relationships/tags" Target="../tags/tag80.xml"/><Relationship Id="rId74" Type="http://schemas.openxmlformats.org/officeDocument/2006/relationships/tags" Target="../tags/tag79.xml"/><Relationship Id="rId73" Type="http://schemas.openxmlformats.org/officeDocument/2006/relationships/tags" Target="../tags/tag78.xml"/><Relationship Id="rId72" Type="http://schemas.openxmlformats.org/officeDocument/2006/relationships/tags" Target="../tags/tag77.xml"/><Relationship Id="rId71" Type="http://schemas.openxmlformats.org/officeDocument/2006/relationships/tags" Target="../tags/tag76.xml"/><Relationship Id="rId70" Type="http://schemas.openxmlformats.org/officeDocument/2006/relationships/tags" Target="../tags/tag75.xml"/><Relationship Id="rId7" Type="http://schemas.openxmlformats.org/officeDocument/2006/relationships/tags" Target="../tags/tag12.xml"/><Relationship Id="rId69" Type="http://schemas.openxmlformats.org/officeDocument/2006/relationships/tags" Target="../tags/tag74.xml"/><Relationship Id="rId68" Type="http://schemas.openxmlformats.org/officeDocument/2006/relationships/tags" Target="../tags/tag73.xml"/><Relationship Id="rId67" Type="http://schemas.openxmlformats.org/officeDocument/2006/relationships/tags" Target="../tags/tag72.xml"/><Relationship Id="rId66" Type="http://schemas.openxmlformats.org/officeDocument/2006/relationships/tags" Target="../tags/tag71.xml"/><Relationship Id="rId65" Type="http://schemas.openxmlformats.org/officeDocument/2006/relationships/tags" Target="../tags/tag70.xml"/><Relationship Id="rId64" Type="http://schemas.openxmlformats.org/officeDocument/2006/relationships/tags" Target="../tags/tag69.xml"/><Relationship Id="rId63" Type="http://schemas.openxmlformats.org/officeDocument/2006/relationships/tags" Target="../tags/tag68.xml"/><Relationship Id="rId62" Type="http://schemas.openxmlformats.org/officeDocument/2006/relationships/tags" Target="../tags/tag67.xml"/><Relationship Id="rId61" Type="http://schemas.openxmlformats.org/officeDocument/2006/relationships/tags" Target="../tags/tag66.xml"/><Relationship Id="rId60" Type="http://schemas.openxmlformats.org/officeDocument/2006/relationships/tags" Target="../tags/tag65.xml"/><Relationship Id="rId6" Type="http://schemas.openxmlformats.org/officeDocument/2006/relationships/tags" Target="../tags/tag11.xml"/><Relationship Id="rId59" Type="http://schemas.openxmlformats.org/officeDocument/2006/relationships/tags" Target="../tags/tag64.xml"/><Relationship Id="rId58" Type="http://schemas.openxmlformats.org/officeDocument/2006/relationships/tags" Target="../tags/tag63.xml"/><Relationship Id="rId57" Type="http://schemas.openxmlformats.org/officeDocument/2006/relationships/tags" Target="../tags/tag62.xml"/><Relationship Id="rId56" Type="http://schemas.openxmlformats.org/officeDocument/2006/relationships/tags" Target="../tags/tag61.xml"/><Relationship Id="rId55" Type="http://schemas.openxmlformats.org/officeDocument/2006/relationships/tags" Target="../tags/tag60.xml"/><Relationship Id="rId54" Type="http://schemas.openxmlformats.org/officeDocument/2006/relationships/tags" Target="../tags/tag59.xml"/><Relationship Id="rId53" Type="http://schemas.openxmlformats.org/officeDocument/2006/relationships/tags" Target="../tags/tag58.xml"/><Relationship Id="rId52" Type="http://schemas.openxmlformats.org/officeDocument/2006/relationships/tags" Target="../tags/tag57.xml"/><Relationship Id="rId51" Type="http://schemas.openxmlformats.org/officeDocument/2006/relationships/tags" Target="../tags/tag56.xml"/><Relationship Id="rId50" Type="http://schemas.openxmlformats.org/officeDocument/2006/relationships/tags" Target="../tags/tag55.xml"/><Relationship Id="rId5" Type="http://schemas.openxmlformats.org/officeDocument/2006/relationships/tags" Target="../tags/tag10.xml"/><Relationship Id="rId49" Type="http://schemas.openxmlformats.org/officeDocument/2006/relationships/tags" Target="../tags/tag54.xml"/><Relationship Id="rId48" Type="http://schemas.openxmlformats.org/officeDocument/2006/relationships/tags" Target="../tags/tag53.xml"/><Relationship Id="rId47" Type="http://schemas.openxmlformats.org/officeDocument/2006/relationships/tags" Target="../tags/tag52.xml"/><Relationship Id="rId46" Type="http://schemas.openxmlformats.org/officeDocument/2006/relationships/tags" Target="../tags/tag51.xml"/><Relationship Id="rId45" Type="http://schemas.openxmlformats.org/officeDocument/2006/relationships/tags" Target="../tags/tag50.xml"/><Relationship Id="rId44" Type="http://schemas.openxmlformats.org/officeDocument/2006/relationships/tags" Target="../tags/tag49.xml"/><Relationship Id="rId43" Type="http://schemas.openxmlformats.org/officeDocument/2006/relationships/tags" Target="../tags/tag48.xml"/><Relationship Id="rId42" Type="http://schemas.openxmlformats.org/officeDocument/2006/relationships/tags" Target="../tags/tag47.xml"/><Relationship Id="rId41" Type="http://schemas.openxmlformats.org/officeDocument/2006/relationships/tags" Target="../tags/tag46.xml"/><Relationship Id="rId40" Type="http://schemas.openxmlformats.org/officeDocument/2006/relationships/tags" Target="../tags/tag45.xml"/><Relationship Id="rId4" Type="http://schemas.openxmlformats.org/officeDocument/2006/relationships/tags" Target="../tags/tag9.xml"/><Relationship Id="rId39" Type="http://schemas.openxmlformats.org/officeDocument/2006/relationships/tags" Target="../tags/tag44.xml"/><Relationship Id="rId38" Type="http://schemas.openxmlformats.org/officeDocument/2006/relationships/tags" Target="../tags/tag43.xml"/><Relationship Id="rId37" Type="http://schemas.openxmlformats.org/officeDocument/2006/relationships/tags" Target="../tags/tag42.xml"/><Relationship Id="rId36" Type="http://schemas.openxmlformats.org/officeDocument/2006/relationships/tags" Target="../tags/tag41.xml"/><Relationship Id="rId35" Type="http://schemas.openxmlformats.org/officeDocument/2006/relationships/tags" Target="../tags/tag40.xml"/><Relationship Id="rId34" Type="http://schemas.openxmlformats.org/officeDocument/2006/relationships/tags" Target="../tags/tag39.xml"/><Relationship Id="rId33" Type="http://schemas.openxmlformats.org/officeDocument/2006/relationships/tags" Target="../tags/tag38.xml"/><Relationship Id="rId32" Type="http://schemas.openxmlformats.org/officeDocument/2006/relationships/tags" Target="../tags/tag37.xml"/><Relationship Id="rId31" Type="http://schemas.openxmlformats.org/officeDocument/2006/relationships/tags" Target="../tags/tag36.xml"/><Relationship Id="rId30" Type="http://schemas.openxmlformats.org/officeDocument/2006/relationships/tags" Target="../tags/tag35.xml"/><Relationship Id="rId3" Type="http://schemas.openxmlformats.org/officeDocument/2006/relationships/tags" Target="../tags/tag8.xml"/><Relationship Id="rId29" Type="http://schemas.openxmlformats.org/officeDocument/2006/relationships/tags" Target="../tags/tag34.xml"/><Relationship Id="rId28" Type="http://schemas.openxmlformats.org/officeDocument/2006/relationships/tags" Target="../tags/tag33.xml"/><Relationship Id="rId27" Type="http://schemas.openxmlformats.org/officeDocument/2006/relationships/tags" Target="../tags/tag32.xml"/><Relationship Id="rId26" Type="http://schemas.openxmlformats.org/officeDocument/2006/relationships/tags" Target="../tags/tag31.xml"/><Relationship Id="rId25" Type="http://schemas.openxmlformats.org/officeDocument/2006/relationships/tags" Target="../tags/tag30.xml"/><Relationship Id="rId24" Type="http://schemas.openxmlformats.org/officeDocument/2006/relationships/tags" Target="../tags/tag29.xml"/><Relationship Id="rId23" Type="http://schemas.openxmlformats.org/officeDocument/2006/relationships/tags" Target="../tags/tag28.xml"/><Relationship Id="rId22" Type="http://schemas.openxmlformats.org/officeDocument/2006/relationships/tags" Target="../tags/tag27.xml"/><Relationship Id="rId21" Type="http://schemas.openxmlformats.org/officeDocument/2006/relationships/tags" Target="../tags/tag26.xml"/><Relationship Id="rId20" Type="http://schemas.openxmlformats.org/officeDocument/2006/relationships/tags" Target="../tags/tag25.xml"/><Relationship Id="rId2" Type="http://schemas.openxmlformats.org/officeDocument/2006/relationships/tags" Target="../tags/tag7.xml"/><Relationship Id="rId19" Type="http://schemas.openxmlformats.org/officeDocument/2006/relationships/tags" Target="../tags/tag24.xml"/><Relationship Id="rId18" Type="http://schemas.openxmlformats.org/officeDocument/2006/relationships/tags" Target="../tags/tag23.xml"/><Relationship Id="rId17" Type="http://schemas.openxmlformats.org/officeDocument/2006/relationships/tags" Target="../tags/tag22.xml"/><Relationship Id="rId16" Type="http://schemas.openxmlformats.org/officeDocument/2006/relationships/tags" Target="../tags/tag21.xml"/><Relationship Id="rId15" Type="http://schemas.openxmlformats.org/officeDocument/2006/relationships/tags" Target="../tags/tag20.xml"/><Relationship Id="rId14" Type="http://schemas.openxmlformats.org/officeDocument/2006/relationships/tags" Target="../tags/tag19.xml"/><Relationship Id="rId13" Type="http://schemas.openxmlformats.org/officeDocument/2006/relationships/tags" Target="../tags/tag18.xml"/><Relationship Id="rId12" Type="http://schemas.openxmlformats.org/officeDocument/2006/relationships/tags" Target="../tags/tag17.xml"/><Relationship Id="rId11" Type="http://schemas.openxmlformats.org/officeDocument/2006/relationships/tags" Target="../tags/tag16.xml"/><Relationship Id="rId10" Type="http://schemas.openxmlformats.org/officeDocument/2006/relationships/tags" Target="../tags/tag15.xml"/><Relationship Id="rId1" Type="http://schemas.openxmlformats.org/officeDocument/2006/relationships/tags" Target="../tags/tag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1.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tags" Target="../tags/tag8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6" Type="http://schemas.openxmlformats.org/officeDocument/2006/relationships/notesSlide" Target="../notesSlides/notesSlide15.xml"/><Relationship Id="rId25" Type="http://schemas.openxmlformats.org/officeDocument/2006/relationships/slideLayout" Target="../slideLayouts/slideLayout1.xml"/><Relationship Id="rId24" Type="http://schemas.openxmlformats.org/officeDocument/2006/relationships/tags" Target="../tags/tag113.xml"/><Relationship Id="rId23" Type="http://schemas.openxmlformats.org/officeDocument/2006/relationships/tags" Target="../tags/tag112.xml"/><Relationship Id="rId22" Type="http://schemas.openxmlformats.org/officeDocument/2006/relationships/tags" Target="../tags/tag111.xml"/><Relationship Id="rId21" Type="http://schemas.openxmlformats.org/officeDocument/2006/relationships/tags" Target="../tags/tag110.xml"/><Relationship Id="rId20" Type="http://schemas.openxmlformats.org/officeDocument/2006/relationships/tags" Target="../tags/tag109.xml"/><Relationship Id="rId2" Type="http://schemas.openxmlformats.org/officeDocument/2006/relationships/tags" Target="../tags/tag91.xml"/><Relationship Id="rId19" Type="http://schemas.openxmlformats.org/officeDocument/2006/relationships/tags" Target="../tags/tag108.xml"/><Relationship Id="rId18" Type="http://schemas.openxmlformats.org/officeDocument/2006/relationships/tags" Target="../tags/tag107.xml"/><Relationship Id="rId17" Type="http://schemas.openxmlformats.org/officeDocument/2006/relationships/tags" Target="../tags/tag106.xml"/><Relationship Id="rId16" Type="http://schemas.openxmlformats.org/officeDocument/2006/relationships/tags" Target="../tags/tag105.xml"/><Relationship Id="rId15" Type="http://schemas.openxmlformats.org/officeDocument/2006/relationships/tags" Target="../tags/tag104.xml"/><Relationship Id="rId14" Type="http://schemas.openxmlformats.org/officeDocument/2006/relationships/tags" Target="../tags/tag103.xml"/><Relationship Id="rId13" Type="http://schemas.openxmlformats.org/officeDocument/2006/relationships/tags" Target="../tags/tag102.xml"/><Relationship Id="rId12" Type="http://schemas.openxmlformats.org/officeDocument/2006/relationships/tags" Target="../tags/tag101.xml"/><Relationship Id="rId11" Type="http://schemas.openxmlformats.org/officeDocument/2006/relationships/tags" Target="../tags/tag100.xml"/><Relationship Id="rId10" Type="http://schemas.openxmlformats.org/officeDocument/2006/relationships/tags" Target="../tags/tag99.xml"/><Relationship Id="rId1" Type="http://schemas.openxmlformats.org/officeDocument/2006/relationships/tags" Target="../tags/tag9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25.xml"/><Relationship Id="rId6" Type="http://schemas.openxmlformats.org/officeDocument/2006/relationships/slideLayout" Target="../slideLayouts/slideLayout1.xml"/><Relationship Id="rId5" Type="http://schemas.openxmlformats.org/officeDocument/2006/relationships/tags" Target="../tags/tag118.xml"/><Relationship Id="rId4" Type="http://schemas.openxmlformats.org/officeDocument/2006/relationships/tags" Target="../tags/tag117.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 name="矩形 19"/>
          <p:cNvSpPr/>
          <p:nvPr/>
        </p:nvSpPr>
        <p:spPr>
          <a:xfrm>
            <a:off x="0" y="0"/>
            <a:ext cx="12192000" cy="3429000"/>
          </a:xfrm>
          <a:prstGeom prst="rect">
            <a:avLst/>
          </a:prstGeom>
          <a:solidFill>
            <a:srgbClr val="0E4A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0" y="3429000"/>
            <a:ext cx="12192000" cy="3429000"/>
          </a:xfrm>
          <a:prstGeom prst="rect">
            <a:avLst/>
          </a:prstGeom>
          <a:solidFill>
            <a:srgbClr val="BDDC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p:cNvSpPr/>
          <p:nvPr/>
        </p:nvSpPr>
        <p:spPr>
          <a:xfrm>
            <a:off x="172811" y="191861"/>
            <a:ext cx="11846379" cy="6474279"/>
          </a:xfrm>
          <a:prstGeom prst="roundRect">
            <a:avLst>
              <a:gd name="adj" fmla="val 4292"/>
            </a:avLst>
          </a:prstGeom>
          <a:solidFill>
            <a:schemeClr val="bg1"/>
          </a:solidFill>
          <a:ln>
            <a:noFill/>
          </a:ln>
          <a:effectLst>
            <a:outerShdw blurRad="63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3" name="PA_文本框 24" descr="e7d195523061f1c07f83f732a5522b9b3ebe164d7250580aEF66DE1A1ABCD1416532D3433F8BE1C4DD26AF8C595CA3B8FBFFDC471B28313D41FC0B29AEB12651AEAC05881CD0265D4CB30185DEC2EB287A3DCBE2E99F13933C1E803DDF331C0150FEA0675F290631D1EDC3C927CD0AA74DD8F417A5B73495B4C9A5AA47CFEB588A1D25B820586C98"/>
          <p:cNvSpPr txBox="1"/>
          <p:nvPr>
            <p:custDataLst>
              <p:tags r:id="rId1"/>
            </p:custDataLst>
          </p:nvPr>
        </p:nvSpPr>
        <p:spPr>
          <a:xfrm>
            <a:off x="182001" y="1896916"/>
            <a:ext cx="11827995" cy="1532727"/>
          </a:xfrm>
          <a:prstGeom prst="rect">
            <a:avLst/>
          </a:prstGeom>
          <a:noFill/>
        </p:spPr>
        <p:txBody>
          <a:bodyPr wrap="square" rtlCol="0">
            <a:spAutoFit/>
          </a:bodyPr>
          <a:lstStyle>
            <a:defPPr>
              <a:defRPr lang="zh-CN"/>
            </a:defPPr>
            <a:lvl1pPr algn="ctr">
              <a:lnSpc>
                <a:spcPct val="130000"/>
              </a:lnSpc>
              <a:defRPr sz="5400">
                <a:solidFill>
                  <a:srgbClr val="255580"/>
                </a:solidFill>
                <a:latin typeface="迷你简菱心" panose="02010609000101010101" pitchFamily="49" charset="-122"/>
                <a:ea typeface="迷你简菱心" panose="02010609000101010101" pitchFamily="49" charset="-122"/>
              </a:defRPr>
            </a:lvl1pPr>
          </a:lstStyle>
          <a:p>
            <a:r>
              <a:rPr lang="zh-CN" altLang="en-US" sz="7200" b="1">
                <a:solidFill>
                  <a:srgbClr val="3B5F80"/>
                </a:solidFill>
                <a:latin typeface="微软雅黑" panose="020B0503020204020204" pitchFamily="34" charset="-122"/>
                <a:ea typeface="微软雅黑" panose="020B0503020204020204" pitchFamily="34" charset="-122"/>
                <a:cs typeface="+mn-ea"/>
                <a:sym typeface="思源黑体" panose="020B0500000000000000" pitchFamily="34" charset="-122"/>
              </a:rPr>
              <a:t>毕业论文答辩通用模板</a:t>
            </a:r>
            <a:endParaRPr lang="zh-CN" altLang="en-US" sz="7200" b="1">
              <a:solidFill>
                <a:srgbClr val="3B5F80"/>
              </a:solidFill>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7" name="矩形 6" descr="e7d195523061f1c07f83f732a5522b9b3ebe164d7250580aEF66DE1A1ABCD1416532D3433F8BE1C4DD26AF8C595CA3B8FBFFDC471B28313D41FC0B29AEB12651AEAC05881CD0265D4CB30185DEC2EB287A3DCBE2E99F13933C1E803DDF331C0150FEA0675F290631D1EDC3C927CD0AA74DD8F417A5B73495B4C9A5AA47CFEB588A1D25B820586C98"/>
          <p:cNvSpPr/>
          <p:nvPr/>
        </p:nvSpPr>
        <p:spPr>
          <a:xfrm>
            <a:off x="3065276" y="3433309"/>
            <a:ext cx="6070219" cy="338554"/>
          </a:xfrm>
          <a:prstGeom prst="rect">
            <a:avLst/>
          </a:prstGeom>
        </p:spPr>
        <p:txBody>
          <a:bodyPr wrap="square">
            <a:spAutoFit/>
          </a:bodyPr>
          <a:lstStyle/>
          <a:p>
            <a:pPr algn="ctr"/>
            <a:r>
              <a:rPr lang="en-US" altLang="zh-CN" sz="1600">
                <a:solidFill>
                  <a:schemeClr val="tx1">
                    <a:lumMod val="50000"/>
                    <a:lumOff val="50000"/>
                  </a:schemeClr>
                </a:solidFill>
                <a:latin typeface="微软雅黑" panose="020B0503020204020204" pitchFamily="34" charset="-122"/>
                <a:ea typeface="微软雅黑" panose="020B0503020204020204" pitchFamily="34" charset="-122"/>
                <a:cs typeface="+mn-ea"/>
                <a:sym typeface="思源黑体" panose="020B0500000000000000" pitchFamily="34" charset="-122"/>
              </a:rPr>
              <a:t>THESIS DEFENSE POWERPOINT TEMPLATE</a:t>
            </a:r>
            <a:endParaRPr lang="zh-CN" altLang="en-US" sz="1600">
              <a:solidFill>
                <a:schemeClr val="tx1">
                  <a:lumMod val="50000"/>
                  <a:lumOff val="50000"/>
                </a:schemeClr>
              </a:solidFill>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8" name="PA_文本框 28" descr="e7d195523061f1c07f83f732a5522b9b3ebe164d7250580aEF66DE1A1ABCD1416532D3433F8BE1C4DD26AF8C595CA3B8FBFFDC471B28313D41FC0B29AEB12651AEAC05881CD0265D4CB30185DEC2EB287A3DCBE2E99F13933C1E803DDF331C0150FEA0675F290631D1EDC3C927CD0AA74DD8F417A5B73495B4C9A5AA47CFEB588A1D25B820586C98"/>
          <p:cNvSpPr txBox="1"/>
          <p:nvPr>
            <p:custDataLst>
              <p:tags r:id="rId2"/>
            </p:custDataLst>
          </p:nvPr>
        </p:nvSpPr>
        <p:spPr>
          <a:xfrm>
            <a:off x="3857674" y="5494605"/>
            <a:ext cx="1988045" cy="338554"/>
          </a:xfrm>
          <a:prstGeom prst="rect">
            <a:avLst/>
          </a:prstGeom>
          <a:noFill/>
        </p:spPr>
        <p:txBody>
          <a:bodyPr vert="horz" wrap="none" rtlCol="0">
            <a:spAutoFit/>
          </a:bodyPr>
          <a:lstStyle/>
          <a:p>
            <a:r>
              <a:rPr lang="zh-CN" altLang="en-US" sz="1600">
                <a:solidFill>
                  <a:schemeClr val="tx1">
                    <a:lumMod val="65000"/>
                    <a:lumOff val="35000"/>
                  </a:schemeClr>
                </a:solidFill>
                <a:latin typeface="微软雅黑" panose="020B0503020204020204" pitchFamily="34" charset="-122"/>
                <a:ea typeface="微软雅黑" panose="020B0503020204020204" pitchFamily="34" charset="-122"/>
                <a:cs typeface="+mn-ea"/>
                <a:sym typeface="思源黑体" panose="020B0500000000000000" pitchFamily="34" charset="-122"/>
              </a:rPr>
              <a:t>指导老师</a:t>
            </a:r>
            <a:r>
              <a:rPr lang="zh-CN" altLang="en-US" sz="1600">
                <a:solidFill>
                  <a:schemeClr val="tx1">
                    <a:lumMod val="65000"/>
                    <a:lumOff val="35000"/>
                  </a:schemeClr>
                </a:solidFill>
                <a:latin typeface="微软雅黑" panose="020B0503020204020204" pitchFamily="34" charset="-122"/>
                <a:ea typeface="微软雅黑" panose="020B0503020204020204" pitchFamily="34" charset="-122"/>
                <a:cs typeface="+mn-ea"/>
                <a:sym typeface="思源黑体" panose="020B0500000000000000" pitchFamily="34" charset="-122"/>
              </a:rPr>
              <a:t>：XX</a:t>
            </a:r>
            <a:r>
              <a:rPr lang="en-US" altLang="zh-CN" sz="1600">
                <a:solidFill>
                  <a:schemeClr val="tx1">
                    <a:lumMod val="65000"/>
                    <a:lumOff val="35000"/>
                  </a:schemeClr>
                </a:solidFill>
                <a:latin typeface="微软雅黑" panose="020B0503020204020204" pitchFamily="34" charset="-122"/>
                <a:ea typeface="微软雅黑" panose="020B0503020204020204" pitchFamily="34" charset="-122"/>
                <a:cs typeface="+mn-ea"/>
                <a:sym typeface="思源黑体" panose="020B0500000000000000" pitchFamily="34" charset="-122"/>
              </a:rPr>
              <a:t>PPT</a:t>
            </a:r>
            <a:endParaRPr lang="zh-CN" altLang="en-US" sz="1600">
              <a:solidFill>
                <a:schemeClr val="tx1">
                  <a:lumMod val="65000"/>
                  <a:lumOff val="35000"/>
                </a:schemeClr>
              </a:solidFill>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9" name="PA_文本框 29" descr="e7d195523061f1c07f83f732a5522b9b3ebe164d7250580aEF66DE1A1ABCD1416532D3433F8BE1C4DD26AF8C595CA3B8FBFFDC471B28313D41FC0B29AEB12651AEAC05881CD0265D4CB30185DEC2EB287A3DCBE2E99F13933C1E803DDF331C0150FEA0675F290631D1EDC3C927CD0AA74DD8F417A5B73495B4C9A5AA47CFEB588A1D25B820586C98"/>
          <p:cNvSpPr txBox="1"/>
          <p:nvPr>
            <p:custDataLst>
              <p:tags r:id="rId3"/>
            </p:custDataLst>
          </p:nvPr>
        </p:nvSpPr>
        <p:spPr>
          <a:xfrm>
            <a:off x="6508189" y="5500312"/>
            <a:ext cx="2644459" cy="338554"/>
          </a:xfrm>
          <a:prstGeom prst="rect">
            <a:avLst/>
          </a:prstGeom>
          <a:noFill/>
        </p:spPr>
        <p:txBody>
          <a:bodyPr vert="horz" wrap="square" rtlCol="0">
            <a:spAutoFit/>
          </a:bodyPr>
          <a:lstStyle/>
          <a:p>
            <a:r>
              <a:rPr lang="zh-CN" altLang="en-US" sz="1600">
                <a:solidFill>
                  <a:schemeClr val="tx1">
                    <a:lumMod val="65000"/>
                    <a:lumOff val="35000"/>
                  </a:schemeClr>
                </a:solidFill>
                <a:latin typeface="微软雅黑" panose="020B0503020204020204" pitchFamily="34" charset="-122"/>
                <a:ea typeface="微软雅黑" panose="020B0503020204020204" pitchFamily="34" charset="-122"/>
                <a:cs typeface="+mn-ea"/>
                <a:sym typeface="思源黑体" panose="020B0500000000000000" pitchFamily="34" charset="-122"/>
              </a:rPr>
              <a:t>答辩人：XX</a:t>
            </a:r>
            <a:r>
              <a:rPr lang="en-US" altLang="zh-CN" sz="1600">
                <a:solidFill>
                  <a:schemeClr val="tx1">
                    <a:lumMod val="65000"/>
                    <a:lumOff val="35000"/>
                  </a:schemeClr>
                </a:solidFill>
                <a:latin typeface="微软雅黑" panose="020B0503020204020204" pitchFamily="34" charset="-122"/>
                <a:ea typeface="微软雅黑" panose="020B0503020204020204" pitchFamily="34" charset="-122"/>
                <a:cs typeface="+mn-ea"/>
                <a:sym typeface="思源黑体" panose="020B0500000000000000" pitchFamily="34" charset="-122"/>
              </a:rPr>
              <a:t>PPT</a:t>
            </a:r>
            <a:endParaRPr lang="en-US" altLang="zh-CN" sz="1600">
              <a:solidFill>
                <a:schemeClr val="tx1">
                  <a:lumMod val="65000"/>
                  <a:lumOff val="35000"/>
                </a:schemeClr>
              </a:solidFill>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10" name="矩形 9"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2427995" y="3813864"/>
            <a:ext cx="7336011" cy="701731"/>
          </a:xfrm>
          <a:prstGeom prst="rect">
            <a:avLst/>
          </a:prstGeom>
        </p:spPr>
        <p:txBody>
          <a:bodyPr wrap="square">
            <a:spAutoFit/>
          </a:bodyPr>
          <a:lstStyle/>
          <a:p>
            <a:pPr algn="ctr">
              <a:lnSpc>
                <a:spcPct val="120000"/>
              </a:lnSpc>
            </a:pPr>
            <a:r>
              <a:rPr lang="zh-CN" altLang="en-US" sz="1100" spc="300">
                <a:solidFill>
                  <a:schemeClr val="bg1">
                    <a:lumMod val="50000"/>
                  </a:schemeClr>
                </a:solidFill>
                <a:latin typeface="微软雅黑" panose="020B0503020204020204" pitchFamily="34" charset="-122"/>
                <a:ea typeface="微软雅黑" panose="020B0503020204020204" pitchFamily="34" charset="-122"/>
                <a:sym typeface="思源黑体" panose="020B0500000000000000" pitchFamily="34" charset="-122"/>
              </a:rPr>
              <a:t>在此录入上述图表的描述说明，在此录入上述图表的描述说明。在此录入上述图表的描述说明，在此录入上述图表的描述说明。</a:t>
            </a:r>
            <a:endParaRPr lang="zh-CN" altLang="en-US" sz="1100" spc="300">
              <a:solidFill>
                <a:schemeClr val="bg1">
                  <a:lumMod val="50000"/>
                </a:schemeClr>
              </a:solidFill>
              <a:latin typeface="微软雅黑" panose="020B0503020204020204" pitchFamily="34" charset="-122"/>
              <a:ea typeface="微软雅黑" panose="020B0503020204020204" pitchFamily="34" charset="-122"/>
              <a:sym typeface="思源黑体" panose="020B0500000000000000" pitchFamily="34" charset="-122"/>
            </a:endParaRPr>
          </a:p>
          <a:p>
            <a:pPr algn="ctr">
              <a:lnSpc>
                <a:spcPct val="120000"/>
              </a:lnSpc>
            </a:pPr>
            <a:endParaRPr lang="zh-CN" altLang="en-US" sz="1100" spc="300">
              <a:solidFill>
                <a:schemeClr val="bg1">
                  <a:lumMod val="50000"/>
                </a:schemeClr>
              </a:solidFill>
              <a:latin typeface="微软雅黑" panose="020B0503020204020204" pitchFamily="34" charset="-122"/>
              <a:ea typeface="微软雅黑" panose="020B0503020204020204" pitchFamily="34" charset="-122"/>
              <a:sym typeface="思源黑体" panose="020B0500000000000000" pitchFamily="34" charset="-122"/>
            </a:endParaRPr>
          </a:p>
        </p:txBody>
      </p:sp>
      <p:grpSp>
        <p:nvGrpSpPr>
          <p:cNvPr id="13" name="组合 12"/>
          <p:cNvGrpSpPr/>
          <p:nvPr/>
        </p:nvGrpSpPr>
        <p:grpSpPr>
          <a:xfrm>
            <a:off x="3470557" y="4793631"/>
            <a:ext cx="5250889" cy="382068"/>
            <a:chOff x="3548596" y="4873761"/>
            <a:chExt cx="5250889" cy="382068"/>
          </a:xfrm>
        </p:grpSpPr>
        <p:sp>
          <p:nvSpPr>
            <p:cNvPr id="5" name="PA_任意多边形 30" descr="e7d195523061f1c07f83f732a5522b9b3ebe164d7250580aEF66DE1A1ABCD1416532D3433F8BE1C4DD26AF8C595CA3B8FBFFDC471B28313D41FC0B29AEB12651AEAC05881CD0265D4CB30185DEC2EB287A3DCBE2E99F13933C1E803DDF331C0150FEA0675F290631D1EDC3C927CD0AA74DD8F417A5B73495B4C9A5AA47CFEB588A1D25B820586C98"/>
            <p:cNvSpPr/>
            <p:nvPr>
              <p:custDataLst>
                <p:tags r:id="rId4"/>
              </p:custDataLst>
            </p:nvPr>
          </p:nvSpPr>
          <p:spPr>
            <a:xfrm>
              <a:off x="3548596" y="5059717"/>
              <a:ext cx="1129553" cy="0"/>
            </a:xfrm>
            <a:custGeom>
              <a:avLst/>
              <a:gdLst>
                <a:gd name="connsiteX0" fmla="*/ 1129553 w 1129553"/>
                <a:gd name="connsiteY0" fmla="*/ 0 h 0"/>
                <a:gd name="connsiteX1" fmla="*/ 0 w 1129553"/>
                <a:gd name="connsiteY1" fmla="*/ 0 h 0"/>
              </a:gdLst>
              <a:ahLst/>
              <a:cxnLst>
                <a:cxn ang="0">
                  <a:pos x="connsiteX0" y="connsiteY0"/>
                </a:cxn>
                <a:cxn ang="0">
                  <a:pos x="connsiteX1" y="connsiteY1"/>
                </a:cxn>
              </a:cxnLst>
              <a:rect l="l" t="t" r="r" b="b"/>
              <a:pathLst>
                <a:path w="1129553">
                  <a:moveTo>
                    <a:pt x="1129553" y="0"/>
                  </a:moveTo>
                  <a:lnTo>
                    <a:pt x="0" y="0"/>
                  </a:lnTo>
                </a:path>
              </a:pathLst>
            </a:custGeom>
            <a:noFill/>
            <a:ln>
              <a:solidFill>
                <a:srgbClr val="325B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0220F"/>
                </a:solidFill>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6" name="PA_任意多边形 31" descr="e7d195523061f1c07f83f732a5522b9b3ebe164d7250580aEF66DE1A1ABCD1416532D3433F8BE1C4DD26AF8C595CA3B8FBFFDC471B28313D41FC0B29AEB12651AEAC05881CD0265D4CB30185DEC2EB287A3DCBE2E99F13933C1E803DDF331C0150FEA0675F290631D1EDC3C927CD0AA74DD8F417A5B73495B4C9A5AA47CFEB588A1D25B820586C98"/>
            <p:cNvSpPr/>
            <p:nvPr>
              <p:custDataLst>
                <p:tags r:id="rId5"/>
              </p:custDataLst>
            </p:nvPr>
          </p:nvSpPr>
          <p:spPr>
            <a:xfrm>
              <a:off x="7669932" y="5059717"/>
              <a:ext cx="1129553" cy="0"/>
            </a:xfrm>
            <a:custGeom>
              <a:avLst/>
              <a:gdLst>
                <a:gd name="connsiteX0" fmla="*/ 1129553 w 1129553"/>
                <a:gd name="connsiteY0" fmla="*/ 0 h 0"/>
                <a:gd name="connsiteX1" fmla="*/ 0 w 1129553"/>
                <a:gd name="connsiteY1" fmla="*/ 0 h 0"/>
              </a:gdLst>
              <a:ahLst/>
              <a:cxnLst>
                <a:cxn ang="0">
                  <a:pos x="connsiteX0" y="connsiteY0"/>
                </a:cxn>
                <a:cxn ang="0">
                  <a:pos x="connsiteX1" y="connsiteY1"/>
                </a:cxn>
              </a:cxnLst>
              <a:rect l="l" t="t" r="r" b="b"/>
              <a:pathLst>
                <a:path w="1129553">
                  <a:moveTo>
                    <a:pt x="1129553" y="0"/>
                  </a:moveTo>
                  <a:lnTo>
                    <a:pt x="0" y="0"/>
                  </a:lnTo>
                </a:path>
              </a:pathLst>
            </a:custGeom>
            <a:noFill/>
            <a:ln>
              <a:solidFill>
                <a:srgbClr val="325B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0220F"/>
                </a:solidFill>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12" name="矩形: 圆角 11"/>
            <p:cNvSpPr/>
            <p:nvPr/>
          </p:nvSpPr>
          <p:spPr>
            <a:xfrm>
              <a:off x="4314713" y="4873761"/>
              <a:ext cx="3401042" cy="382068"/>
            </a:xfrm>
            <a:prstGeom prst="roundRect">
              <a:avLst>
                <a:gd name="adj" fmla="val 32163"/>
              </a:avLst>
            </a:prstGeom>
            <a:solidFill>
              <a:srgbClr val="335C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solidFill>
                  <a:latin typeface="微软雅黑" panose="020B0503020204020204" pitchFamily="34" charset="-122"/>
                  <a:ea typeface="微软雅黑" panose="020B0503020204020204" pitchFamily="34" charset="-122"/>
                  <a:cs typeface="+mn-ea"/>
                  <a:sym typeface="思源黑体" panose="020B0500000000000000" pitchFamily="34" charset="-122"/>
                </a:rPr>
                <a:t>XX</a:t>
              </a:r>
              <a:r>
                <a:rPr lang="zh-CN" altLang="en-US">
                  <a:solidFill>
                    <a:schemeClr val="bg1"/>
                  </a:solidFill>
                  <a:latin typeface="微软雅黑" panose="020B0503020204020204" pitchFamily="34" charset="-122"/>
                  <a:ea typeface="微软雅黑" panose="020B0503020204020204" pitchFamily="34" charset="-122"/>
                  <a:cs typeface="+mn-ea"/>
                  <a:sym typeface="思源黑体" panose="020B0500000000000000" pitchFamily="34" charset="-122"/>
                </a:rPr>
                <a:t>信</a:t>
              </a:r>
              <a:r>
                <a:rPr lang="zh-CN" altLang="en-US">
                  <a:solidFill>
                    <a:schemeClr val="bg1"/>
                  </a:solidFill>
                  <a:latin typeface="微软雅黑" panose="020B0503020204020204" pitchFamily="34" charset="-122"/>
                  <a:ea typeface="微软雅黑" panose="020B0503020204020204" pitchFamily="34" charset="-122"/>
                  <a:cs typeface="+mn-ea"/>
                  <a:sym typeface="思源黑体" panose="020B0500000000000000" pitchFamily="34" charset="-122"/>
                </a:rPr>
                <a:t>息科学技术学院 </a:t>
              </a:r>
              <a:endParaRPr lang="zh-CN" altLang="en-US">
                <a:solidFill>
                  <a:schemeClr val="bg1"/>
                </a:solidFill>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grpSp>
      <p:grpSp>
        <p:nvGrpSpPr>
          <p:cNvPr id="14" name="组合 13"/>
          <p:cNvGrpSpPr/>
          <p:nvPr/>
        </p:nvGrpSpPr>
        <p:grpSpPr>
          <a:xfrm>
            <a:off x="3324701" y="823471"/>
            <a:ext cx="5542595" cy="848729"/>
            <a:chOff x="3275451" y="1443948"/>
            <a:chExt cx="5542595" cy="848729"/>
          </a:xfrm>
        </p:grpSpPr>
        <p:sp>
          <p:nvSpPr>
            <p:cNvPr id="15" name="文本框 14"/>
            <p:cNvSpPr txBox="1"/>
            <p:nvPr/>
          </p:nvSpPr>
          <p:spPr>
            <a:xfrm>
              <a:off x="3275451" y="1443948"/>
              <a:ext cx="5542595" cy="652486"/>
            </a:xfrm>
            <a:prstGeom prst="rect">
              <a:avLst/>
            </a:prstGeom>
            <a:noFill/>
          </p:spPr>
          <p:txBody>
            <a:bodyPr wrap="square" rtlCol="0">
              <a:spAutoFit/>
            </a:bodyPr>
            <a:lstStyle/>
            <a:p>
              <a:pPr algn="ctr">
                <a:lnSpc>
                  <a:spcPct val="130000"/>
                </a:lnSpc>
              </a:pPr>
              <a:r>
                <a:rPr lang="en-US" altLang="zh-CN" sz="2800">
                  <a:solidFill>
                    <a:srgbClr val="395E7F"/>
                  </a:solidFill>
                  <a:latin typeface="微软雅黑" panose="020B0503020204020204" pitchFamily="34" charset="-122"/>
                  <a:ea typeface="微软雅黑" panose="020B0503020204020204" pitchFamily="34" charset="-122"/>
                  <a:sym typeface="思源黑体" panose="020B0500000000000000" pitchFamily="34" charset="-122"/>
                </a:rPr>
                <a:t>XX</a:t>
              </a:r>
              <a:r>
                <a:rPr lang="zh-CN" altLang="en-US" sz="2800">
                  <a:solidFill>
                    <a:srgbClr val="395E7F"/>
                  </a:solidFill>
                  <a:latin typeface="微软雅黑" panose="020B0503020204020204" pitchFamily="34" charset="-122"/>
                  <a:ea typeface="微软雅黑" panose="020B0503020204020204" pitchFamily="34" charset="-122"/>
                  <a:sym typeface="思源黑体" panose="020B0500000000000000" pitchFamily="34" charset="-122"/>
                </a:rPr>
                <a:t>理</a:t>
              </a:r>
              <a:r>
                <a:rPr lang="zh-CN" altLang="en-US" sz="2800">
                  <a:solidFill>
                    <a:srgbClr val="395E7F"/>
                  </a:solidFill>
                  <a:latin typeface="微软雅黑" panose="020B0503020204020204" pitchFamily="34" charset="-122"/>
                  <a:ea typeface="微软雅黑" panose="020B0503020204020204" pitchFamily="34" charset="-122"/>
                  <a:sym typeface="思源黑体" panose="020B0500000000000000" pitchFamily="34" charset="-122"/>
                </a:rPr>
                <a:t>工大学</a:t>
              </a:r>
              <a:endParaRPr lang="zh-CN" altLang="en-US" sz="2800">
                <a:solidFill>
                  <a:srgbClr val="395E7F"/>
                </a:solidFill>
                <a:latin typeface="微软雅黑" panose="020B0503020204020204" pitchFamily="34" charset="-122"/>
                <a:ea typeface="微软雅黑" panose="020B0503020204020204" pitchFamily="34" charset="-122"/>
                <a:sym typeface="思源黑体" panose="020B0500000000000000" pitchFamily="34" charset="-122"/>
              </a:endParaRPr>
            </a:p>
          </p:txBody>
        </p:sp>
        <p:sp>
          <p:nvSpPr>
            <p:cNvPr id="16" name="文本框 15"/>
            <p:cNvSpPr txBox="1"/>
            <p:nvPr/>
          </p:nvSpPr>
          <p:spPr>
            <a:xfrm>
              <a:off x="4764048" y="1960278"/>
              <a:ext cx="2565401" cy="332399"/>
            </a:xfrm>
            <a:prstGeom prst="rect">
              <a:avLst/>
            </a:prstGeom>
            <a:noFill/>
          </p:spPr>
          <p:txBody>
            <a:bodyPr wrap="square" rtlCol="0">
              <a:spAutoFit/>
            </a:bodyPr>
            <a:lstStyle/>
            <a:p>
              <a:pPr algn="dist">
                <a:lnSpc>
                  <a:spcPct val="130000"/>
                </a:lnSpc>
              </a:pPr>
              <a:r>
                <a:rPr lang="en-US" altLang="zh-CN" sz="1200">
                  <a:solidFill>
                    <a:srgbClr val="395E7F"/>
                  </a:solidFill>
                  <a:latin typeface="微软雅黑" panose="020B0503020204020204" pitchFamily="34" charset="-122"/>
                  <a:ea typeface="微软雅黑" panose="020B0503020204020204" pitchFamily="34" charset="-122"/>
                  <a:sym typeface="思源黑体" panose="020B0500000000000000" pitchFamily="34" charset="-122"/>
                </a:rPr>
                <a:t>Graduation defense</a:t>
              </a:r>
              <a:endParaRPr lang="zh-CN" altLang="en-US" sz="1200">
                <a:solidFill>
                  <a:srgbClr val="395E7F"/>
                </a:solidFill>
                <a:latin typeface="微软雅黑" panose="020B0503020204020204" pitchFamily="34" charset="-122"/>
                <a:ea typeface="微软雅黑" panose="020B0503020204020204" pitchFamily="34" charset="-122"/>
                <a:sym typeface="思源黑体" panose="020B05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6" presetClass="entr" presetSubtype="21"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arn(inVertical)">
                                      <p:cBhvr>
                                        <p:cTn id="13" dur="500"/>
                                        <p:tgtEl>
                                          <p:spTgt spid="7"/>
                                        </p:tgtEl>
                                      </p:cBhvr>
                                    </p:animEffect>
                                  </p:childTnLst>
                                </p:cTn>
                              </p:par>
                            </p:childTnLst>
                          </p:cTn>
                        </p:par>
                        <p:par>
                          <p:cTn id="14" fill="hold">
                            <p:stCondLst>
                              <p:cond delay="1500"/>
                            </p:stCondLst>
                            <p:childTnLst>
                              <p:par>
                                <p:cTn id="15" presetID="10"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par>
                          <p:cTn id="18" fill="hold">
                            <p:stCondLst>
                              <p:cond delay="2000"/>
                            </p:stCondLst>
                            <p:childTnLst>
                              <p:par>
                                <p:cTn id="19" presetID="16" presetClass="entr" presetSubtype="21" fill="hold"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barn(inVertical)">
                                      <p:cBhvr>
                                        <p:cTn id="21" dur="500"/>
                                        <p:tgtEl>
                                          <p:spTgt spid="13"/>
                                        </p:tgtEl>
                                      </p:cBhvr>
                                    </p:animEffect>
                                  </p:childTnLst>
                                </p:cTn>
                              </p:par>
                            </p:childTnLst>
                          </p:cTn>
                        </p:par>
                        <p:par>
                          <p:cTn id="22" fill="hold">
                            <p:stCondLst>
                              <p:cond delay="2500"/>
                            </p:stCondLst>
                            <p:childTnLst>
                              <p:par>
                                <p:cTn id="23" presetID="10" presetClass="entr" presetSubtype="0"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par>
                          <p:cTn id="26" fill="hold">
                            <p:stCondLst>
                              <p:cond delay="3000"/>
                            </p:stCondLst>
                            <p:childTnLst>
                              <p:par>
                                <p:cTn id="27" presetID="10" presetClass="entr" presetSubtype="0" fill="hold" grpId="0"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P spid="9"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45"/>
          <p:cNvSpPr txBox="1"/>
          <p:nvPr/>
        </p:nvSpPr>
        <p:spPr>
          <a:xfrm>
            <a:off x="3899745" y="626526"/>
            <a:ext cx="2301319" cy="1015663"/>
          </a:xfrm>
          <a:prstGeom prst="rect">
            <a:avLst/>
          </a:prstGeom>
          <a:noFill/>
        </p:spPr>
        <p:txBody>
          <a:bodyPr wrap="square" rtlCol="0">
            <a:spAutoFit/>
          </a:bodyPr>
          <a:lstStyle/>
          <a:p>
            <a:pPr algn="ctr" defTabSz="457200"/>
            <a:r>
              <a:rPr lang="zh-CN" altLang="en-US" sz="6000" b="1">
                <a:solidFill>
                  <a:srgbClr val="335C80"/>
                </a:solidFill>
                <a:latin typeface="微软雅黑" panose="020B0503020204020204" pitchFamily="34" charset="-122"/>
                <a:ea typeface="微软雅黑" panose="020B0503020204020204" pitchFamily="34" charset="-122"/>
                <a:cs typeface="+mn-ea"/>
                <a:sym typeface="思源黑体" panose="020B0500000000000000" pitchFamily="34" charset="-122"/>
              </a:rPr>
              <a:t>目录</a:t>
            </a:r>
            <a:endParaRPr lang="zh-CN" altLang="en-US" sz="6000" b="1">
              <a:solidFill>
                <a:srgbClr val="335C80"/>
              </a:solidFill>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6" name="TextBox 146"/>
          <p:cNvSpPr txBox="1"/>
          <p:nvPr/>
        </p:nvSpPr>
        <p:spPr>
          <a:xfrm>
            <a:off x="5756309" y="1019344"/>
            <a:ext cx="2445472" cy="523220"/>
          </a:xfrm>
          <a:prstGeom prst="rect">
            <a:avLst/>
          </a:prstGeom>
          <a:noFill/>
        </p:spPr>
        <p:txBody>
          <a:bodyPr wrap="square" rtlCol="0">
            <a:spAutoFit/>
          </a:bodyPr>
          <a:lstStyle/>
          <a:p>
            <a:pPr algn="ctr" defTabSz="457200"/>
            <a:r>
              <a:rPr lang="en-US" altLang="zh-CN" sz="2800">
                <a:solidFill>
                  <a:srgbClr val="335C80"/>
                </a:solidFill>
                <a:latin typeface="微软雅黑" panose="020B0503020204020204" pitchFamily="34" charset="-122"/>
                <a:ea typeface="微软雅黑" panose="020B0503020204020204" pitchFamily="34" charset="-122"/>
                <a:cs typeface="+mn-ea"/>
                <a:sym typeface="思源黑体" panose="020B0500000000000000" pitchFamily="34" charset="-122"/>
              </a:rPr>
              <a:t>CONTENTS</a:t>
            </a:r>
            <a:endParaRPr lang="zh-CN" altLang="en-US" sz="2800">
              <a:solidFill>
                <a:srgbClr val="335C80"/>
              </a:solidFill>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42" name="Rectangle 2"/>
          <p:cNvSpPr/>
          <p:nvPr/>
        </p:nvSpPr>
        <p:spPr>
          <a:xfrm>
            <a:off x="750013" y="4377423"/>
            <a:ext cx="10944224" cy="103128"/>
          </a:xfrm>
          <a:prstGeom prst="rect">
            <a:avLst/>
          </a:prstGeom>
          <a:solidFill>
            <a:srgbClr val="335C80"/>
          </a:solidFill>
          <a:ln>
            <a:solidFill>
              <a:srgbClr val="335C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思源黑体 Medium" panose="020B0600000000000000" pitchFamily="34" charset="-122"/>
              <a:ea typeface="微软雅黑" panose="020B0503020204020204" pitchFamily="34" charset="-122"/>
              <a:sym typeface="思源黑体 Medium" panose="020B0600000000000000" pitchFamily="34" charset="-122"/>
            </a:endParaRPr>
          </a:p>
        </p:txBody>
      </p:sp>
      <p:cxnSp>
        <p:nvCxnSpPr>
          <p:cNvPr id="43" name="Straight Connector 24"/>
          <p:cNvCxnSpPr/>
          <p:nvPr/>
        </p:nvCxnSpPr>
        <p:spPr>
          <a:xfrm flipH="1">
            <a:off x="1848210" y="2648696"/>
            <a:ext cx="17007" cy="1668326"/>
          </a:xfrm>
          <a:prstGeom prst="line">
            <a:avLst/>
          </a:prstGeom>
          <a:solidFill>
            <a:srgbClr val="335C80"/>
          </a:solidFill>
          <a:ln w="28575">
            <a:solidFill>
              <a:srgbClr val="335C80"/>
            </a:solidFill>
          </a:ln>
        </p:spPr>
        <p:style>
          <a:lnRef idx="1">
            <a:schemeClr val="accent1"/>
          </a:lnRef>
          <a:fillRef idx="0">
            <a:schemeClr val="accent1"/>
          </a:fillRef>
          <a:effectRef idx="0">
            <a:schemeClr val="accent1"/>
          </a:effectRef>
          <a:fontRef idx="minor">
            <a:schemeClr val="tx1"/>
          </a:fontRef>
        </p:style>
      </p:cxnSp>
      <p:sp>
        <p:nvSpPr>
          <p:cNvPr id="44" name="Oval 3"/>
          <p:cNvSpPr/>
          <p:nvPr/>
        </p:nvSpPr>
        <p:spPr>
          <a:xfrm>
            <a:off x="1678463" y="4230608"/>
            <a:ext cx="339596" cy="339596"/>
          </a:xfrm>
          <a:prstGeom prst="ellipse">
            <a:avLst/>
          </a:prstGeom>
          <a:solidFill>
            <a:srgbClr val="335C80"/>
          </a:solidFill>
          <a:ln w="38100">
            <a:solidFill>
              <a:srgbClr val="335C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cxnSp>
        <p:nvCxnSpPr>
          <p:cNvPr id="45" name="Straight Connector 27"/>
          <p:cNvCxnSpPr/>
          <p:nvPr/>
        </p:nvCxnSpPr>
        <p:spPr>
          <a:xfrm flipH="1">
            <a:off x="4036031" y="3316886"/>
            <a:ext cx="0" cy="1113730"/>
          </a:xfrm>
          <a:prstGeom prst="line">
            <a:avLst/>
          </a:prstGeom>
          <a:solidFill>
            <a:srgbClr val="7F7F7F"/>
          </a:solidFill>
          <a:ln w="28575">
            <a:solidFill>
              <a:srgbClr val="7F7F7F"/>
            </a:solidFill>
          </a:ln>
        </p:spPr>
        <p:style>
          <a:lnRef idx="1">
            <a:schemeClr val="accent1"/>
          </a:lnRef>
          <a:fillRef idx="0">
            <a:schemeClr val="accent1"/>
          </a:fillRef>
          <a:effectRef idx="0">
            <a:schemeClr val="accent1"/>
          </a:effectRef>
          <a:fontRef idx="minor">
            <a:schemeClr val="tx1"/>
          </a:fontRef>
        </p:style>
      </p:cxnSp>
      <p:sp>
        <p:nvSpPr>
          <p:cNvPr id="46" name="Oval 4"/>
          <p:cNvSpPr/>
          <p:nvPr/>
        </p:nvSpPr>
        <p:spPr>
          <a:xfrm>
            <a:off x="3864663" y="4230608"/>
            <a:ext cx="339596" cy="339596"/>
          </a:xfrm>
          <a:prstGeom prst="ellipse">
            <a:avLst/>
          </a:prstGeom>
          <a:solidFill>
            <a:srgbClr val="7F7F7F"/>
          </a:solidFill>
          <a:ln w="3810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cxnSp>
        <p:nvCxnSpPr>
          <p:cNvPr id="47" name="Straight Connector 29"/>
          <p:cNvCxnSpPr/>
          <p:nvPr/>
        </p:nvCxnSpPr>
        <p:spPr>
          <a:xfrm flipH="1">
            <a:off x="8413137" y="3316886"/>
            <a:ext cx="0" cy="1113730"/>
          </a:xfrm>
          <a:prstGeom prst="line">
            <a:avLst/>
          </a:prstGeom>
          <a:solidFill>
            <a:srgbClr val="7F7F7F"/>
          </a:solidFill>
          <a:ln w="28575">
            <a:solidFill>
              <a:srgbClr val="7F7F7F"/>
            </a:solidFill>
          </a:ln>
        </p:spPr>
        <p:style>
          <a:lnRef idx="1">
            <a:schemeClr val="accent1"/>
          </a:lnRef>
          <a:fillRef idx="0">
            <a:schemeClr val="accent1"/>
          </a:fillRef>
          <a:effectRef idx="0">
            <a:schemeClr val="accent1"/>
          </a:effectRef>
          <a:fontRef idx="minor">
            <a:schemeClr val="tx1"/>
          </a:fontRef>
        </p:style>
      </p:cxnSp>
      <p:sp>
        <p:nvSpPr>
          <p:cNvPr id="48" name="Oval 7"/>
          <p:cNvSpPr/>
          <p:nvPr/>
        </p:nvSpPr>
        <p:spPr>
          <a:xfrm>
            <a:off x="8243342" y="4225178"/>
            <a:ext cx="339596" cy="339596"/>
          </a:xfrm>
          <a:prstGeom prst="ellipse">
            <a:avLst/>
          </a:prstGeom>
          <a:solidFill>
            <a:srgbClr val="7F7F7F"/>
          </a:solidFill>
          <a:ln w="3810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cxnSp>
        <p:nvCxnSpPr>
          <p:cNvPr id="49" name="Straight Connector 30"/>
          <p:cNvCxnSpPr/>
          <p:nvPr/>
        </p:nvCxnSpPr>
        <p:spPr>
          <a:xfrm flipH="1">
            <a:off x="6225316" y="2624874"/>
            <a:ext cx="17007" cy="1668326"/>
          </a:xfrm>
          <a:prstGeom prst="line">
            <a:avLst/>
          </a:prstGeom>
          <a:solidFill>
            <a:srgbClr val="335C80"/>
          </a:solidFill>
          <a:ln w="28575">
            <a:solidFill>
              <a:srgbClr val="335C80"/>
            </a:solidFill>
          </a:ln>
        </p:spPr>
        <p:style>
          <a:lnRef idx="1">
            <a:schemeClr val="accent1"/>
          </a:lnRef>
          <a:fillRef idx="0">
            <a:schemeClr val="accent1"/>
          </a:fillRef>
          <a:effectRef idx="0">
            <a:schemeClr val="accent1"/>
          </a:effectRef>
          <a:fontRef idx="minor">
            <a:schemeClr val="tx1"/>
          </a:fontRef>
        </p:style>
      </p:cxnSp>
      <p:sp>
        <p:nvSpPr>
          <p:cNvPr id="50" name="Oval 5"/>
          <p:cNvSpPr/>
          <p:nvPr/>
        </p:nvSpPr>
        <p:spPr>
          <a:xfrm>
            <a:off x="6050862" y="4233664"/>
            <a:ext cx="339596" cy="339596"/>
          </a:xfrm>
          <a:prstGeom prst="ellipse">
            <a:avLst/>
          </a:prstGeom>
          <a:solidFill>
            <a:srgbClr val="335C80"/>
          </a:solidFill>
          <a:ln w="38100">
            <a:solidFill>
              <a:srgbClr val="335C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cxnSp>
        <p:nvCxnSpPr>
          <p:cNvPr id="51" name="Straight Connector 31"/>
          <p:cNvCxnSpPr/>
          <p:nvPr/>
        </p:nvCxnSpPr>
        <p:spPr>
          <a:xfrm flipH="1">
            <a:off x="10600155" y="2648696"/>
            <a:ext cx="17007" cy="1668326"/>
          </a:xfrm>
          <a:prstGeom prst="line">
            <a:avLst/>
          </a:prstGeom>
          <a:solidFill>
            <a:srgbClr val="335C80"/>
          </a:solidFill>
          <a:ln w="28575">
            <a:solidFill>
              <a:srgbClr val="335C80"/>
            </a:solidFill>
          </a:ln>
        </p:spPr>
        <p:style>
          <a:lnRef idx="1">
            <a:schemeClr val="accent1"/>
          </a:lnRef>
          <a:fillRef idx="0">
            <a:schemeClr val="accent1"/>
          </a:fillRef>
          <a:effectRef idx="0">
            <a:schemeClr val="accent1"/>
          </a:effectRef>
          <a:fontRef idx="minor">
            <a:schemeClr val="tx1"/>
          </a:fontRef>
        </p:style>
      </p:cxnSp>
      <p:sp>
        <p:nvSpPr>
          <p:cNvPr id="52" name="Oval 6"/>
          <p:cNvSpPr/>
          <p:nvPr/>
        </p:nvSpPr>
        <p:spPr>
          <a:xfrm>
            <a:off x="10429541" y="4230608"/>
            <a:ext cx="339596" cy="339596"/>
          </a:xfrm>
          <a:prstGeom prst="ellipse">
            <a:avLst/>
          </a:prstGeom>
          <a:solidFill>
            <a:srgbClr val="335C80"/>
          </a:solidFill>
          <a:ln w="38100">
            <a:solidFill>
              <a:srgbClr val="335C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grpSp>
        <p:nvGrpSpPr>
          <p:cNvPr id="53" name="Group 23"/>
          <p:cNvGrpSpPr/>
          <p:nvPr/>
        </p:nvGrpSpPr>
        <p:grpSpPr>
          <a:xfrm>
            <a:off x="868136" y="2237319"/>
            <a:ext cx="1970469" cy="607751"/>
            <a:chOff x="742012" y="2029161"/>
            <a:chExt cx="1970469" cy="607751"/>
          </a:xfrm>
          <a:solidFill>
            <a:srgbClr val="335C80"/>
          </a:solidFill>
        </p:grpSpPr>
        <p:sp>
          <p:nvSpPr>
            <p:cNvPr id="66" name="Chevron 18"/>
            <p:cNvSpPr/>
            <p:nvPr/>
          </p:nvSpPr>
          <p:spPr>
            <a:xfrm>
              <a:off x="742012" y="2029161"/>
              <a:ext cx="1970469" cy="607751"/>
            </a:xfrm>
            <a:prstGeom prst="chevron">
              <a:avLst/>
            </a:prstGeom>
            <a:grpFill/>
            <a:ln>
              <a:solidFill>
                <a:srgbClr val="335C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67" name="Rectangle 32"/>
            <p:cNvSpPr/>
            <p:nvPr/>
          </p:nvSpPr>
          <p:spPr>
            <a:xfrm>
              <a:off x="1156007" y="2140232"/>
              <a:ext cx="1110112" cy="400110"/>
            </a:xfrm>
            <a:prstGeom prst="rect">
              <a:avLst/>
            </a:prstGeom>
            <a:grpFill/>
            <a:ln>
              <a:solidFill>
                <a:srgbClr val="335C80"/>
              </a:solidFill>
            </a:ln>
          </p:spPr>
          <p:txBody>
            <a:bodyPr wrap="square">
              <a:spAutoFit/>
            </a:bodyPr>
            <a:lstStyle/>
            <a:p>
              <a:r>
                <a:rPr lang="en-US" altLang="zh-CN" sz="20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PART01</a:t>
              </a:r>
              <a:endParaRPr lang="en-US" sz="20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sp>
        <p:nvSpPr>
          <p:cNvPr id="68" name="矩形 106"/>
          <p:cNvSpPr>
            <a:spLocks noChangeArrowheads="1"/>
          </p:cNvSpPr>
          <p:nvPr/>
        </p:nvSpPr>
        <p:spPr bwMode="auto">
          <a:xfrm>
            <a:off x="959565" y="4933508"/>
            <a:ext cx="1552575" cy="400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spAutoFit/>
          </a:bodyPr>
          <a:lstStyle/>
          <a:p>
            <a:pPr algn="ctr" defTabSz="457200">
              <a:spcBef>
                <a:spcPct val="0"/>
              </a:spcBef>
              <a:buNone/>
            </a:pPr>
            <a:r>
              <a:rPr lang="zh-CN" altLang="en-US" sz="2000">
                <a:solidFill>
                  <a:srgbClr val="335C80"/>
                </a:solidFill>
                <a:latin typeface="微软雅黑" panose="020B0503020204020204" pitchFamily="34" charset="-122"/>
                <a:ea typeface="微软雅黑" panose="020B0503020204020204" pitchFamily="34" charset="-122"/>
                <a:cs typeface="+mn-ea"/>
                <a:sym typeface="+mn-lt"/>
              </a:rPr>
              <a:t>绪论</a:t>
            </a:r>
            <a:endParaRPr lang="zh-CN" altLang="en-US" sz="2000">
              <a:solidFill>
                <a:srgbClr val="335C80"/>
              </a:solidFill>
              <a:latin typeface="微软雅黑" panose="020B0503020204020204" pitchFamily="34" charset="-122"/>
              <a:ea typeface="微软雅黑" panose="020B0503020204020204" pitchFamily="34" charset="-122"/>
              <a:cs typeface="+mn-ea"/>
              <a:sym typeface="+mn-lt"/>
            </a:endParaRPr>
          </a:p>
        </p:txBody>
      </p:sp>
      <p:sp>
        <p:nvSpPr>
          <p:cNvPr id="69" name="矩形 106"/>
          <p:cNvSpPr>
            <a:spLocks noChangeArrowheads="1"/>
          </p:cNvSpPr>
          <p:nvPr/>
        </p:nvSpPr>
        <p:spPr bwMode="auto">
          <a:xfrm>
            <a:off x="3198911" y="4933507"/>
            <a:ext cx="1552575" cy="7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spAutoFit/>
          </a:bodyPr>
          <a:lstStyle/>
          <a:p>
            <a:pPr algn="ctr" defTabSz="457200">
              <a:spcBef>
                <a:spcPct val="0"/>
              </a:spcBef>
              <a:buNone/>
            </a:pPr>
            <a:r>
              <a:rPr lang="zh-CN" altLang="en-US" sz="2000">
                <a:solidFill>
                  <a:srgbClr val="335C80"/>
                </a:solidFill>
                <a:latin typeface="微软雅黑" panose="020B0503020204020204" pitchFamily="34" charset="-122"/>
                <a:ea typeface="微软雅黑" panose="020B0503020204020204" pitchFamily="34" charset="-122"/>
                <a:cs typeface="+mn-ea"/>
                <a:sym typeface="+mn-lt"/>
              </a:rPr>
              <a:t>研究方法与思路</a:t>
            </a:r>
            <a:endParaRPr lang="zh-CN" altLang="en-US" sz="2000">
              <a:solidFill>
                <a:srgbClr val="335C80"/>
              </a:solidFill>
              <a:latin typeface="微软雅黑" panose="020B0503020204020204" pitchFamily="34" charset="-122"/>
              <a:ea typeface="微软雅黑" panose="020B0503020204020204" pitchFamily="34" charset="-122"/>
              <a:cs typeface="+mn-ea"/>
              <a:sym typeface="+mn-lt"/>
            </a:endParaRPr>
          </a:p>
        </p:txBody>
      </p:sp>
      <p:sp>
        <p:nvSpPr>
          <p:cNvPr id="70" name="矩形 106"/>
          <p:cNvSpPr>
            <a:spLocks noChangeArrowheads="1"/>
          </p:cNvSpPr>
          <p:nvPr/>
        </p:nvSpPr>
        <p:spPr bwMode="auto">
          <a:xfrm>
            <a:off x="5438258" y="4933507"/>
            <a:ext cx="1552575" cy="7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spAutoFit/>
          </a:bodyPr>
          <a:lstStyle/>
          <a:p>
            <a:pPr algn="ctr" defTabSz="457200">
              <a:spcBef>
                <a:spcPct val="0"/>
              </a:spcBef>
              <a:buNone/>
            </a:pPr>
            <a:r>
              <a:rPr lang="zh-CN" altLang="en-US" sz="2000">
                <a:solidFill>
                  <a:srgbClr val="335C80"/>
                </a:solidFill>
                <a:latin typeface="微软雅黑" panose="020B0503020204020204" pitchFamily="34" charset="-122"/>
                <a:ea typeface="微软雅黑" panose="020B0503020204020204" pitchFamily="34" charset="-122"/>
                <a:cs typeface="+mn-ea"/>
                <a:sym typeface="+mn-lt"/>
              </a:rPr>
              <a:t>关键技术与实践难点</a:t>
            </a:r>
            <a:endParaRPr lang="zh-CN" altLang="en-US" sz="2000">
              <a:solidFill>
                <a:srgbClr val="335C80"/>
              </a:solidFill>
              <a:latin typeface="微软雅黑" panose="020B0503020204020204" pitchFamily="34" charset="-122"/>
              <a:ea typeface="微软雅黑" panose="020B0503020204020204" pitchFamily="34" charset="-122"/>
              <a:cs typeface="+mn-ea"/>
              <a:sym typeface="+mn-lt"/>
            </a:endParaRPr>
          </a:p>
        </p:txBody>
      </p:sp>
      <p:sp>
        <p:nvSpPr>
          <p:cNvPr id="71" name="矩形 106"/>
          <p:cNvSpPr>
            <a:spLocks noChangeArrowheads="1"/>
          </p:cNvSpPr>
          <p:nvPr/>
        </p:nvSpPr>
        <p:spPr bwMode="auto">
          <a:xfrm>
            <a:off x="7640282" y="4933507"/>
            <a:ext cx="1552575" cy="7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spAutoFit/>
          </a:bodyPr>
          <a:lstStyle/>
          <a:p>
            <a:pPr algn="ctr" defTabSz="457200">
              <a:spcBef>
                <a:spcPct val="0"/>
              </a:spcBef>
              <a:buNone/>
            </a:pPr>
            <a:r>
              <a:rPr lang="zh-CN" altLang="en-US" sz="2000">
                <a:solidFill>
                  <a:srgbClr val="335C80"/>
                </a:solidFill>
                <a:latin typeface="微软雅黑" panose="020B0503020204020204" pitchFamily="34" charset="-122"/>
                <a:ea typeface="微软雅黑" panose="020B0503020204020204" pitchFamily="34" charset="-122"/>
                <a:cs typeface="+mn-ea"/>
                <a:sym typeface="+mn-lt"/>
              </a:rPr>
              <a:t>研究成果与应用</a:t>
            </a:r>
            <a:endParaRPr lang="zh-CN" altLang="en-US" sz="2000">
              <a:solidFill>
                <a:srgbClr val="335C80"/>
              </a:solidFill>
              <a:latin typeface="微软雅黑" panose="020B0503020204020204" pitchFamily="34" charset="-122"/>
              <a:ea typeface="微软雅黑" panose="020B0503020204020204" pitchFamily="34" charset="-122"/>
              <a:cs typeface="+mn-ea"/>
              <a:sym typeface="+mn-lt"/>
            </a:endParaRPr>
          </a:p>
        </p:txBody>
      </p:sp>
      <p:sp>
        <p:nvSpPr>
          <p:cNvPr id="72" name="矩形 106"/>
          <p:cNvSpPr>
            <a:spLocks noChangeArrowheads="1"/>
          </p:cNvSpPr>
          <p:nvPr/>
        </p:nvSpPr>
        <p:spPr bwMode="auto">
          <a:xfrm>
            <a:off x="9842307" y="4933507"/>
            <a:ext cx="1552575" cy="7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spAutoFit/>
          </a:bodyPr>
          <a:lstStyle/>
          <a:p>
            <a:pPr algn="ctr" defTabSz="457200">
              <a:spcBef>
                <a:spcPct val="0"/>
              </a:spcBef>
              <a:buNone/>
            </a:pPr>
            <a:r>
              <a:rPr lang="zh-CN" altLang="en-US" sz="2000">
                <a:solidFill>
                  <a:srgbClr val="335C80"/>
                </a:solidFill>
                <a:latin typeface="微软雅黑" panose="020B0503020204020204" pitchFamily="34" charset="-122"/>
                <a:ea typeface="微软雅黑" panose="020B0503020204020204" pitchFamily="34" charset="-122"/>
                <a:cs typeface="+mn-ea"/>
                <a:sym typeface="+mn-lt"/>
              </a:rPr>
              <a:t>相关建议与论文总结</a:t>
            </a:r>
            <a:endParaRPr lang="zh-CN" altLang="en-US" sz="2000">
              <a:solidFill>
                <a:srgbClr val="335C80"/>
              </a:solidFill>
              <a:latin typeface="微软雅黑" panose="020B0503020204020204" pitchFamily="34" charset="-122"/>
              <a:ea typeface="微软雅黑" panose="020B0503020204020204" pitchFamily="34" charset="-122"/>
              <a:cs typeface="+mn-ea"/>
              <a:sym typeface="+mn-lt"/>
            </a:endParaRPr>
          </a:p>
        </p:txBody>
      </p:sp>
      <p:grpSp>
        <p:nvGrpSpPr>
          <p:cNvPr id="75" name="Group 23"/>
          <p:cNvGrpSpPr/>
          <p:nvPr/>
        </p:nvGrpSpPr>
        <p:grpSpPr>
          <a:xfrm>
            <a:off x="5257088" y="2237319"/>
            <a:ext cx="1970469" cy="607751"/>
            <a:chOff x="742012" y="2029161"/>
            <a:chExt cx="1970469" cy="607751"/>
          </a:xfrm>
          <a:solidFill>
            <a:srgbClr val="335C80"/>
          </a:solidFill>
        </p:grpSpPr>
        <p:sp>
          <p:nvSpPr>
            <p:cNvPr id="76" name="Chevron 18"/>
            <p:cNvSpPr/>
            <p:nvPr/>
          </p:nvSpPr>
          <p:spPr>
            <a:xfrm>
              <a:off x="742012" y="2029161"/>
              <a:ext cx="1970469" cy="607751"/>
            </a:xfrm>
            <a:prstGeom prst="chevron">
              <a:avLst/>
            </a:prstGeom>
            <a:grpFill/>
            <a:ln>
              <a:solidFill>
                <a:srgbClr val="335C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77" name="Rectangle 32"/>
            <p:cNvSpPr/>
            <p:nvPr/>
          </p:nvSpPr>
          <p:spPr>
            <a:xfrm>
              <a:off x="1156007" y="2140232"/>
              <a:ext cx="1110112" cy="400110"/>
            </a:xfrm>
            <a:prstGeom prst="rect">
              <a:avLst/>
            </a:prstGeom>
            <a:grpFill/>
            <a:ln>
              <a:solidFill>
                <a:srgbClr val="335C80"/>
              </a:solidFill>
            </a:ln>
          </p:spPr>
          <p:txBody>
            <a:bodyPr wrap="square">
              <a:spAutoFit/>
            </a:bodyPr>
            <a:lstStyle/>
            <a:p>
              <a:r>
                <a:rPr lang="en-US" altLang="zh-CN" sz="20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PART03</a:t>
              </a:r>
              <a:endParaRPr lang="en-US" sz="20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78" name="Group 23"/>
          <p:cNvGrpSpPr/>
          <p:nvPr/>
        </p:nvGrpSpPr>
        <p:grpSpPr>
          <a:xfrm>
            <a:off x="9614103" y="2237319"/>
            <a:ext cx="1970469" cy="607751"/>
            <a:chOff x="742012" y="2029161"/>
            <a:chExt cx="1970469" cy="607751"/>
          </a:xfrm>
          <a:solidFill>
            <a:srgbClr val="335C80"/>
          </a:solidFill>
        </p:grpSpPr>
        <p:sp>
          <p:nvSpPr>
            <p:cNvPr id="79" name="Chevron 18"/>
            <p:cNvSpPr/>
            <p:nvPr/>
          </p:nvSpPr>
          <p:spPr>
            <a:xfrm>
              <a:off x="742012" y="2029161"/>
              <a:ext cx="1970469" cy="607751"/>
            </a:xfrm>
            <a:prstGeom prst="chevron">
              <a:avLst/>
            </a:prstGeom>
            <a:grpFill/>
            <a:ln>
              <a:solidFill>
                <a:srgbClr val="335C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80" name="Rectangle 32"/>
            <p:cNvSpPr/>
            <p:nvPr/>
          </p:nvSpPr>
          <p:spPr>
            <a:xfrm>
              <a:off x="1156007" y="2140232"/>
              <a:ext cx="1110112" cy="400110"/>
            </a:xfrm>
            <a:prstGeom prst="rect">
              <a:avLst/>
            </a:prstGeom>
            <a:grpFill/>
            <a:ln>
              <a:solidFill>
                <a:srgbClr val="335C80"/>
              </a:solidFill>
            </a:ln>
          </p:spPr>
          <p:txBody>
            <a:bodyPr wrap="square">
              <a:spAutoFit/>
            </a:bodyPr>
            <a:lstStyle/>
            <a:p>
              <a:r>
                <a:rPr lang="en-US" altLang="zh-CN" sz="20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PART05</a:t>
              </a:r>
              <a:endParaRPr lang="en-US" sz="20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81" name="Group 23"/>
          <p:cNvGrpSpPr/>
          <p:nvPr/>
        </p:nvGrpSpPr>
        <p:grpSpPr>
          <a:xfrm>
            <a:off x="3050796" y="2748500"/>
            <a:ext cx="1970469" cy="607751"/>
            <a:chOff x="742012" y="2029161"/>
            <a:chExt cx="1970469" cy="607751"/>
          </a:xfrm>
          <a:solidFill>
            <a:srgbClr val="7F7F7F"/>
          </a:solidFill>
        </p:grpSpPr>
        <p:sp>
          <p:nvSpPr>
            <p:cNvPr id="82" name="Chevron 18"/>
            <p:cNvSpPr/>
            <p:nvPr/>
          </p:nvSpPr>
          <p:spPr>
            <a:xfrm>
              <a:off x="742012" y="2029161"/>
              <a:ext cx="1970469" cy="607751"/>
            </a:xfrm>
            <a:prstGeom prst="chevron">
              <a:avLst/>
            </a:prstGeom>
            <a:grpFill/>
            <a:ln>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83" name="Rectangle 32"/>
            <p:cNvSpPr/>
            <p:nvPr/>
          </p:nvSpPr>
          <p:spPr>
            <a:xfrm>
              <a:off x="1156007" y="2140232"/>
              <a:ext cx="1110112" cy="400110"/>
            </a:xfrm>
            <a:prstGeom prst="rect">
              <a:avLst/>
            </a:prstGeom>
            <a:grpFill/>
            <a:ln>
              <a:solidFill>
                <a:srgbClr val="7F7F7F"/>
              </a:solidFill>
            </a:ln>
          </p:spPr>
          <p:txBody>
            <a:bodyPr wrap="square">
              <a:spAutoFit/>
            </a:bodyPr>
            <a:lstStyle/>
            <a:p>
              <a:r>
                <a:rPr lang="en-US" altLang="zh-CN" sz="20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PART02</a:t>
              </a:r>
              <a:endParaRPr lang="en-US" sz="20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84" name="Group 23"/>
          <p:cNvGrpSpPr/>
          <p:nvPr/>
        </p:nvGrpSpPr>
        <p:grpSpPr>
          <a:xfrm>
            <a:off x="7439747" y="2748500"/>
            <a:ext cx="1970469" cy="607751"/>
            <a:chOff x="742012" y="2029161"/>
            <a:chExt cx="1970469" cy="607751"/>
          </a:xfrm>
          <a:solidFill>
            <a:srgbClr val="7F7F7F"/>
          </a:solidFill>
        </p:grpSpPr>
        <p:sp>
          <p:nvSpPr>
            <p:cNvPr id="85" name="Chevron 18"/>
            <p:cNvSpPr/>
            <p:nvPr/>
          </p:nvSpPr>
          <p:spPr>
            <a:xfrm>
              <a:off x="742012" y="2029161"/>
              <a:ext cx="1970469" cy="607751"/>
            </a:xfrm>
            <a:prstGeom prst="chevron">
              <a:avLst/>
            </a:prstGeom>
            <a:grpFill/>
            <a:ln>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86" name="Rectangle 32"/>
            <p:cNvSpPr/>
            <p:nvPr/>
          </p:nvSpPr>
          <p:spPr>
            <a:xfrm>
              <a:off x="1156007" y="2140232"/>
              <a:ext cx="1110112" cy="400110"/>
            </a:xfrm>
            <a:prstGeom prst="rect">
              <a:avLst/>
            </a:prstGeom>
            <a:grpFill/>
            <a:ln>
              <a:solidFill>
                <a:srgbClr val="7F7F7F"/>
              </a:solidFill>
            </a:ln>
          </p:spPr>
          <p:txBody>
            <a:bodyPr wrap="square">
              <a:spAutoFit/>
            </a:bodyPr>
            <a:lstStyle/>
            <a:p>
              <a:r>
                <a:rPr lang="en-US" altLang="zh-CN" sz="20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PART04</a:t>
              </a:r>
              <a:endParaRPr lang="en-US" sz="20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sp>
        <p:nvSpPr>
          <p:cNvPr id="35" name="TextBox 9"/>
          <p:cNvSpPr txBox="1"/>
          <p:nvPr/>
        </p:nvSpPr>
        <p:spPr>
          <a:xfrm>
            <a:off x="0" y="0"/>
            <a:ext cx="453651" cy="118430"/>
          </a:xfrm>
          <a:prstGeom prst="rect">
            <a:avLst/>
          </a:prstGeom>
          <a:noFill/>
        </p:spPr>
        <p:txBody>
          <a:bodyPr wrap="square" rtlCol="0">
            <a:spAutoFit/>
          </a:bodyPr>
          <a:lstStyle/>
          <a:p>
            <a:pPr>
              <a:lnSpc>
                <a:spcPct val="200000"/>
              </a:lnSpc>
            </a:pPr>
            <a:r>
              <a:rPr lang="en-US" altLang="zh-CN" sz="100">
                <a:noFill/>
                <a:latin typeface="微软雅黑" panose="020B0503020204020204" pitchFamily="34" charset="-122"/>
                <a:ea typeface="微软雅黑" panose="020B0503020204020204" pitchFamily="34" charset="-122"/>
              </a:rPr>
              <a:t>PPT</a:t>
            </a:r>
            <a:r>
              <a:rPr lang="zh-CN" altLang="en-US" sz="100">
                <a:noFill/>
                <a:latin typeface="微软雅黑" panose="020B0503020204020204" pitchFamily="34" charset="-122"/>
                <a:ea typeface="微软雅黑" panose="020B0503020204020204" pitchFamily="34" charset="-122"/>
              </a:rPr>
              <a:t>下载 </a:t>
            </a:r>
            <a:r>
              <a:rPr lang="en-US" altLang="zh-CN" sz="100">
                <a:noFill/>
                <a:latin typeface="微软雅黑" panose="020B0503020204020204" pitchFamily="34" charset="-122"/>
                <a:ea typeface="微软雅黑" panose="020B0503020204020204" pitchFamily="34" charset="-122"/>
              </a:rPr>
              <a:t>http://www.XX.com/xiazai/</a:t>
            </a:r>
            <a:endParaRPr lang="en-US" altLang="zh-CN" sz="100">
              <a:no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300"/>
                                  </p:stCondLst>
                                  <p:childTnLst>
                                    <p:set>
                                      <p:cBhvr>
                                        <p:cTn id="6" dur="1" fill="hold">
                                          <p:stCondLst>
                                            <p:cond delay="0"/>
                                          </p:stCondLst>
                                        </p:cTn>
                                        <p:tgtEl>
                                          <p:spTgt spid="68"/>
                                        </p:tgtEl>
                                        <p:attrNameLst>
                                          <p:attrName>style.visibility</p:attrName>
                                        </p:attrNameLst>
                                      </p:cBhvr>
                                      <p:to>
                                        <p:strVal val="visible"/>
                                      </p:to>
                                    </p:set>
                                    <p:animEffect filter="">
                                      <p:cBhvr>
                                        <p:cTn id="7" dur="400"/>
                                        <p:tgtEl>
                                          <p:spTgt spid="68"/>
                                        </p:tgtEl>
                                      </p:cBhvr>
                                    </p:animEffect>
                                  </p:childTnLst>
                                </p:cTn>
                              </p:par>
                              <p:par>
                                <p:cTn id="8" presetID="14" presetClass="entr" presetSubtype="10" fill="hold" grpId="0" nodeType="withEffect">
                                  <p:stCondLst>
                                    <p:cond delay="300"/>
                                  </p:stCondLst>
                                  <p:childTnLst>
                                    <p:set>
                                      <p:cBhvr>
                                        <p:cTn id="9" dur="1" fill="hold">
                                          <p:stCondLst>
                                            <p:cond delay="0"/>
                                          </p:stCondLst>
                                        </p:cTn>
                                        <p:tgtEl>
                                          <p:spTgt spid="69"/>
                                        </p:tgtEl>
                                        <p:attrNameLst>
                                          <p:attrName>style.visibility</p:attrName>
                                        </p:attrNameLst>
                                      </p:cBhvr>
                                      <p:to>
                                        <p:strVal val="visible"/>
                                      </p:to>
                                    </p:set>
                                    <p:animEffect filter="">
                                      <p:cBhvr>
                                        <p:cTn id="10" dur="400"/>
                                        <p:tgtEl>
                                          <p:spTgt spid="69"/>
                                        </p:tgtEl>
                                      </p:cBhvr>
                                    </p:animEffect>
                                  </p:childTnLst>
                                </p:cTn>
                              </p:par>
                              <p:par>
                                <p:cTn id="11" presetID="14" presetClass="entr" presetSubtype="10" fill="hold" grpId="0" nodeType="withEffect">
                                  <p:stCondLst>
                                    <p:cond delay="300"/>
                                  </p:stCondLst>
                                  <p:childTnLst>
                                    <p:set>
                                      <p:cBhvr>
                                        <p:cTn id="12" dur="1" fill="hold">
                                          <p:stCondLst>
                                            <p:cond delay="0"/>
                                          </p:stCondLst>
                                        </p:cTn>
                                        <p:tgtEl>
                                          <p:spTgt spid="70"/>
                                        </p:tgtEl>
                                        <p:attrNameLst>
                                          <p:attrName>style.visibility</p:attrName>
                                        </p:attrNameLst>
                                      </p:cBhvr>
                                      <p:to>
                                        <p:strVal val="visible"/>
                                      </p:to>
                                    </p:set>
                                    <p:animEffect filter="">
                                      <p:cBhvr>
                                        <p:cTn id="13" dur="400"/>
                                        <p:tgtEl>
                                          <p:spTgt spid="70"/>
                                        </p:tgtEl>
                                      </p:cBhvr>
                                    </p:animEffect>
                                  </p:childTnLst>
                                </p:cTn>
                              </p:par>
                              <p:par>
                                <p:cTn id="14" presetID="14" presetClass="entr" presetSubtype="10" fill="hold" grpId="0" nodeType="withEffect">
                                  <p:stCondLst>
                                    <p:cond delay="300"/>
                                  </p:stCondLst>
                                  <p:childTnLst>
                                    <p:set>
                                      <p:cBhvr>
                                        <p:cTn id="15" dur="1" fill="hold">
                                          <p:stCondLst>
                                            <p:cond delay="0"/>
                                          </p:stCondLst>
                                        </p:cTn>
                                        <p:tgtEl>
                                          <p:spTgt spid="71"/>
                                        </p:tgtEl>
                                        <p:attrNameLst>
                                          <p:attrName>style.visibility</p:attrName>
                                        </p:attrNameLst>
                                      </p:cBhvr>
                                      <p:to>
                                        <p:strVal val="visible"/>
                                      </p:to>
                                    </p:set>
                                    <p:animEffect filter="">
                                      <p:cBhvr>
                                        <p:cTn id="16" dur="400"/>
                                        <p:tgtEl>
                                          <p:spTgt spid="71"/>
                                        </p:tgtEl>
                                      </p:cBhvr>
                                    </p:animEffect>
                                  </p:childTnLst>
                                </p:cTn>
                              </p:par>
                              <p:par>
                                <p:cTn id="17" presetID="14" presetClass="entr" presetSubtype="10" fill="hold" grpId="0" nodeType="withEffect">
                                  <p:stCondLst>
                                    <p:cond delay="300"/>
                                  </p:stCondLst>
                                  <p:childTnLst>
                                    <p:set>
                                      <p:cBhvr>
                                        <p:cTn id="18" dur="1" fill="hold">
                                          <p:stCondLst>
                                            <p:cond delay="0"/>
                                          </p:stCondLst>
                                        </p:cTn>
                                        <p:tgtEl>
                                          <p:spTgt spid="72"/>
                                        </p:tgtEl>
                                        <p:attrNameLst>
                                          <p:attrName>style.visibility</p:attrName>
                                        </p:attrNameLst>
                                      </p:cBhvr>
                                      <p:to>
                                        <p:strVal val="visible"/>
                                      </p:to>
                                    </p:set>
                                    <p:animEffect filter="">
                                      <p:cBhvr>
                                        <p:cTn id="19" dur="4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bldLvl="0" autoUpdateAnimBg="0"/>
      <p:bldP spid="69" grpId="0" bldLvl="0" autoUpdateAnimBg="0"/>
      <p:bldP spid="70" grpId="0" bldLvl="0" autoUpdateAnimBg="0"/>
      <p:bldP spid="71" grpId="0" bldLvl="0" autoUpdateAnimBg="0"/>
      <p:bldP spid="72" grpId="0" bldLvl="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1451" y="184719"/>
            <a:ext cx="11849100" cy="1432832"/>
          </a:xfrm>
          <a:prstGeom prst="rect">
            <a:avLst/>
          </a:prstGeom>
          <a:solidFill>
            <a:srgbClr val="395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6" name="文本框 5"/>
          <p:cNvSpPr txBox="1"/>
          <p:nvPr/>
        </p:nvSpPr>
        <p:spPr>
          <a:xfrm>
            <a:off x="3106215" y="3259990"/>
            <a:ext cx="5932715" cy="1292662"/>
          </a:xfrm>
          <a:prstGeom prst="rect">
            <a:avLst/>
          </a:prstGeom>
          <a:noFill/>
        </p:spPr>
        <p:txBody>
          <a:bodyPr wrap="square" rtlCol="0">
            <a:spAutoFit/>
          </a:bodyPr>
          <a:lstStyle/>
          <a:p>
            <a:pPr algn="ctr">
              <a:lnSpc>
                <a:spcPct val="130000"/>
              </a:lnSpc>
            </a:pPr>
            <a:r>
              <a:rPr lang="zh-CN" altLang="en-US" sz="6000" b="1">
                <a:solidFill>
                  <a:srgbClr val="395E7F"/>
                </a:solidFill>
                <a:latin typeface="微软雅黑" panose="020B0503020204020204" pitchFamily="34" charset="-122"/>
                <a:ea typeface="微软雅黑" panose="020B0503020204020204" pitchFamily="34" charset="-122"/>
                <a:cs typeface="+mn-ea"/>
                <a:sym typeface="思源黑体" panose="020B0500000000000000" pitchFamily="34" charset="-122"/>
              </a:rPr>
              <a:t>XX部分</a:t>
            </a:r>
            <a:r>
              <a:rPr lang="en-US" altLang="zh-CN" sz="6000" b="1">
                <a:solidFill>
                  <a:srgbClr val="395E7F"/>
                </a:solidFill>
                <a:latin typeface="微软雅黑" panose="020B0503020204020204" pitchFamily="34" charset="-122"/>
                <a:ea typeface="微软雅黑" panose="020B0503020204020204" pitchFamily="34" charset="-122"/>
                <a:cs typeface="+mn-ea"/>
                <a:sym typeface="思源黑体" panose="020B0500000000000000" pitchFamily="34" charset="-122"/>
              </a:rPr>
              <a:t>   </a:t>
            </a:r>
            <a:r>
              <a:rPr lang="zh-CN" altLang="en-US" sz="6000" b="1">
                <a:solidFill>
                  <a:srgbClr val="395E7F"/>
                </a:solidFill>
                <a:latin typeface="微软雅黑" panose="020B0503020204020204" pitchFamily="34" charset="-122"/>
                <a:ea typeface="微软雅黑" panose="020B0503020204020204" pitchFamily="34" charset="-122"/>
                <a:cs typeface="+mn-ea"/>
                <a:sym typeface="思源黑体" panose="020B0500000000000000" pitchFamily="34" charset="-122"/>
              </a:rPr>
              <a:t>绪论</a:t>
            </a:r>
            <a:endParaRPr lang="zh-CN" altLang="en-US" sz="6000" b="1">
              <a:solidFill>
                <a:srgbClr val="395E7F"/>
              </a:solidFill>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7" name="矩形 6"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2215149" y="4607661"/>
            <a:ext cx="7767052" cy="535531"/>
          </a:xfrm>
          <a:prstGeom prst="rect">
            <a:avLst/>
          </a:prstGeom>
        </p:spPr>
        <p:txBody>
          <a:bodyPr wrap="square">
            <a:spAutoFit/>
          </a:bodyPr>
          <a:lstStyle/>
          <a:p>
            <a:pPr algn="ctr">
              <a:lnSpc>
                <a:spcPct val="120000"/>
              </a:lnSpc>
            </a:pPr>
            <a:r>
              <a:rPr lang="zh-CN" altLang="en-US" sz="1200" spc="300">
                <a:solidFill>
                  <a:schemeClr val="bg1">
                    <a:lumMod val="50000"/>
                  </a:schemeClr>
                </a:solidFill>
                <a:latin typeface="微软雅黑" panose="020B0503020204020204" pitchFamily="34" charset="-122"/>
                <a:ea typeface="微软雅黑" panose="020B0503020204020204" pitchFamily="34" charset="-122"/>
                <a:sym typeface="思源黑体" panose="020B0500000000000000" pitchFamily="34" charset="-122"/>
              </a:rPr>
              <a:t>在此录入上述图表的描述说明，在此录入上述图表的描述说明。在此录入上述图表的描述说明，在此录入上述图表的描述说明。</a:t>
            </a:r>
            <a:endParaRPr lang="zh-CN" altLang="en-US" sz="1200" spc="300">
              <a:solidFill>
                <a:schemeClr val="bg1">
                  <a:lumMod val="50000"/>
                </a:schemeClr>
              </a:solidFill>
              <a:latin typeface="微软雅黑" panose="020B0503020204020204" pitchFamily="34" charset="-122"/>
              <a:ea typeface="微软雅黑" panose="020B0503020204020204" pitchFamily="34" charset="-122"/>
              <a:sym typeface="思源黑体" panose="020B0500000000000000" pitchFamily="34" charset="-122"/>
            </a:endParaRPr>
          </a:p>
        </p:txBody>
      </p:sp>
      <p:sp>
        <p:nvSpPr>
          <p:cNvPr id="4" name="椭圆 18"/>
          <p:cNvSpPr>
            <a:spLocks noChangeArrowheads="1"/>
          </p:cNvSpPr>
          <p:nvPr/>
        </p:nvSpPr>
        <p:spPr bwMode="auto">
          <a:xfrm>
            <a:off x="4848995" y="763468"/>
            <a:ext cx="2447156" cy="2452540"/>
          </a:xfrm>
          <a:prstGeom prst="ellipse">
            <a:avLst/>
          </a:prstGeom>
          <a:solidFill>
            <a:srgbClr val="395E7F"/>
          </a:solidFill>
          <a:ln w="38100">
            <a:solidFill>
              <a:schemeClr val="bg1">
                <a:lumMod val="75000"/>
              </a:schemeClr>
            </a:solid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defTabSz="457200">
              <a:spcBef>
                <a:spcPct val="0"/>
              </a:spcBef>
              <a:buNone/>
            </a:pPr>
            <a:endParaRPr lang="zh-CN" altLang="zh-CN" sz="2400">
              <a:solidFill>
                <a:srgbClr val="FFFFFF"/>
              </a:solidFill>
              <a:cs typeface="+mn-ea"/>
              <a:sym typeface="思源黑体" panose="020B0500000000000000" pitchFamily="34" charset="-122"/>
            </a:endParaRPr>
          </a:p>
        </p:txBody>
      </p:sp>
      <p:sp>
        <p:nvSpPr>
          <p:cNvPr id="8" name="medal-of-award_49824"/>
          <p:cNvSpPr>
            <a:spLocks noChangeAspect="1"/>
          </p:cNvSpPr>
          <p:nvPr/>
        </p:nvSpPr>
        <p:spPr bwMode="auto">
          <a:xfrm>
            <a:off x="5214931" y="1415111"/>
            <a:ext cx="1762140" cy="1134076"/>
          </a:xfrm>
          <a:custGeom>
            <a:avLst/>
            <a:gdLst>
              <a:gd name="connsiteX0" fmla="*/ 104550 w 604718"/>
              <a:gd name="connsiteY0" fmla="*/ 208330 h 382112"/>
              <a:gd name="connsiteX1" fmla="*/ 156180 w 604718"/>
              <a:gd name="connsiteY1" fmla="*/ 208330 h 382112"/>
              <a:gd name="connsiteX2" fmla="*/ 261642 w 604718"/>
              <a:gd name="connsiteY2" fmla="*/ 248878 h 382112"/>
              <a:gd name="connsiteX3" fmla="*/ 298947 w 604718"/>
              <a:gd name="connsiteY3" fmla="*/ 255007 h 382112"/>
              <a:gd name="connsiteX4" fmla="*/ 340187 w 604718"/>
              <a:gd name="connsiteY4" fmla="*/ 247621 h 382112"/>
              <a:gd name="connsiteX5" fmla="*/ 433687 w 604718"/>
              <a:gd name="connsiteY5" fmla="*/ 208330 h 382112"/>
              <a:gd name="connsiteX6" fmla="*/ 490825 w 604718"/>
              <a:gd name="connsiteY6" fmla="*/ 208330 h 382112"/>
              <a:gd name="connsiteX7" fmla="*/ 490825 w 604718"/>
              <a:gd name="connsiteY7" fmla="*/ 271509 h 382112"/>
              <a:gd name="connsiteX8" fmla="*/ 458400 w 604718"/>
              <a:gd name="connsiteY8" fmla="*/ 320701 h 382112"/>
              <a:gd name="connsiteX9" fmla="*/ 329326 w 604718"/>
              <a:gd name="connsiteY9" fmla="*/ 376337 h 382112"/>
              <a:gd name="connsiteX10" fmla="*/ 264632 w 604718"/>
              <a:gd name="connsiteY10" fmla="*/ 376337 h 382112"/>
              <a:gd name="connsiteX11" fmla="*/ 136819 w 604718"/>
              <a:gd name="connsiteY11" fmla="*/ 320701 h 382112"/>
              <a:gd name="connsiteX12" fmla="*/ 104550 w 604718"/>
              <a:gd name="connsiteY12" fmla="*/ 271509 h 382112"/>
              <a:gd name="connsiteX13" fmla="*/ 300973 w 604718"/>
              <a:gd name="connsiteY13" fmla="*/ 5 h 382112"/>
              <a:gd name="connsiteX14" fmla="*/ 334162 w 604718"/>
              <a:gd name="connsiteY14" fmla="*/ 4701 h 382112"/>
              <a:gd name="connsiteX15" fmla="*/ 581267 w 604718"/>
              <a:gd name="connsiteY15" fmla="*/ 92552 h 382112"/>
              <a:gd name="connsiteX16" fmla="*/ 588822 w 604718"/>
              <a:gd name="connsiteY16" fmla="*/ 114398 h 382112"/>
              <a:gd name="connsiteX17" fmla="*/ 589136 w 604718"/>
              <a:gd name="connsiteY17" fmla="*/ 114398 h 382112"/>
              <a:gd name="connsiteX18" fmla="*/ 589136 w 604718"/>
              <a:gd name="connsiteY18" fmla="*/ 270771 h 382112"/>
              <a:gd name="connsiteX19" fmla="*/ 604718 w 604718"/>
              <a:gd name="connsiteY19" fmla="*/ 321376 h 382112"/>
              <a:gd name="connsiteX20" fmla="*/ 561278 w 604718"/>
              <a:gd name="connsiteY20" fmla="*/ 321376 h 382112"/>
              <a:gd name="connsiteX21" fmla="*/ 576388 w 604718"/>
              <a:gd name="connsiteY21" fmla="*/ 271242 h 382112"/>
              <a:gd name="connsiteX22" fmla="*/ 576388 w 604718"/>
              <a:gd name="connsiteY22" fmla="*/ 120370 h 382112"/>
              <a:gd name="connsiteX23" fmla="*/ 333376 w 604718"/>
              <a:gd name="connsiteY23" fmla="*/ 222680 h 382112"/>
              <a:gd name="connsiteX24" fmla="*/ 268058 w 604718"/>
              <a:gd name="connsiteY24" fmla="*/ 223780 h 382112"/>
              <a:gd name="connsiteX25" fmla="*/ 13556 w 604718"/>
              <a:gd name="connsiteY25" fmla="*/ 125870 h 382112"/>
              <a:gd name="connsiteX26" fmla="*/ 13714 w 604718"/>
              <a:gd name="connsiteY26" fmla="*/ 100882 h 382112"/>
              <a:gd name="connsiteX27" fmla="*/ 267901 w 604718"/>
              <a:gd name="connsiteY27" fmla="*/ 5329 h 382112"/>
              <a:gd name="connsiteX28" fmla="*/ 300973 w 604718"/>
              <a:gd name="connsiteY28" fmla="*/ 5 h 38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4718" h="382112">
                <a:moveTo>
                  <a:pt x="104550" y="208330"/>
                </a:moveTo>
                <a:lnTo>
                  <a:pt x="156180" y="208330"/>
                </a:lnTo>
                <a:lnTo>
                  <a:pt x="261642" y="248878"/>
                </a:lnTo>
                <a:cubicBezTo>
                  <a:pt x="274864" y="253907"/>
                  <a:pt x="289188" y="255007"/>
                  <a:pt x="298947" y="255007"/>
                </a:cubicBezTo>
                <a:cubicBezTo>
                  <a:pt x="314373" y="255007"/>
                  <a:pt x="329012" y="252493"/>
                  <a:pt x="340187" y="247621"/>
                </a:cubicBezTo>
                <a:lnTo>
                  <a:pt x="433687" y="208330"/>
                </a:lnTo>
                <a:lnTo>
                  <a:pt x="490825" y="208330"/>
                </a:lnTo>
                <a:lnTo>
                  <a:pt x="490825" y="271509"/>
                </a:lnTo>
                <a:cubicBezTo>
                  <a:pt x="490825" y="290998"/>
                  <a:pt x="476344" y="313000"/>
                  <a:pt x="458400" y="320701"/>
                </a:cubicBezTo>
                <a:lnTo>
                  <a:pt x="329326" y="376337"/>
                </a:lnTo>
                <a:cubicBezTo>
                  <a:pt x="311382" y="384038"/>
                  <a:pt x="282419" y="384038"/>
                  <a:pt x="264632" y="376337"/>
                </a:cubicBezTo>
                <a:lnTo>
                  <a:pt x="136819" y="320701"/>
                </a:lnTo>
                <a:cubicBezTo>
                  <a:pt x="119032" y="313000"/>
                  <a:pt x="104550" y="290998"/>
                  <a:pt x="104550" y="271509"/>
                </a:cubicBezTo>
                <a:close/>
                <a:moveTo>
                  <a:pt x="300973" y="5"/>
                </a:moveTo>
                <a:cubicBezTo>
                  <a:pt x="312954" y="-93"/>
                  <a:pt x="324955" y="1479"/>
                  <a:pt x="334162" y="4701"/>
                </a:cubicBezTo>
                <a:lnTo>
                  <a:pt x="581267" y="92552"/>
                </a:lnTo>
                <a:cubicBezTo>
                  <a:pt x="596849" y="98053"/>
                  <a:pt x="599210" y="107168"/>
                  <a:pt x="588822" y="114398"/>
                </a:cubicBezTo>
                <a:lnTo>
                  <a:pt x="589136" y="114398"/>
                </a:lnTo>
                <a:lnTo>
                  <a:pt x="589136" y="270771"/>
                </a:lnTo>
                <a:lnTo>
                  <a:pt x="604718" y="321376"/>
                </a:lnTo>
                <a:lnTo>
                  <a:pt x="561278" y="321376"/>
                </a:lnTo>
                <a:lnTo>
                  <a:pt x="576388" y="271242"/>
                </a:lnTo>
                <a:lnTo>
                  <a:pt x="576388" y="120370"/>
                </a:lnTo>
                <a:lnTo>
                  <a:pt x="333376" y="222680"/>
                </a:lnTo>
                <a:cubicBezTo>
                  <a:pt x="315433" y="230224"/>
                  <a:pt x="286158" y="230695"/>
                  <a:pt x="268058" y="223780"/>
                </a:cubicBezTo>
                <a:lnTo>
                  <a:pt x="13556" y="125870"/>
                </a:lnTo>
                <a:cubicBezTo>
                  <a:pt x="-4544" y="118798"/>
                  <a:pt x="-4544" y="107640"/>
                  <a:pt x="13714" y="100882"/>
                </a:cubicBezTo>
                <a:lnTo>
                  <a:pt x="267901" y="5329"/>
                </a:lnTo>
                <a:cubicBezTo>
                  <a:pt x="277030" y="1872"/>
                  <a:pt x="288991" y="104"/>
                  <a:pt x="300973" y="5"/>
                </a:cubicBezTo>
                <a:close/>
              </a:path>
            </a:pathLst>
          </a:custGeom>
          <a:solidFill>
            <a:schemeClr val="bg1"/>
          </a:solidFill>
          <a:ln w="31750">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30A081"/>
              </a:solidFill>
              <a:effectLst/>
              <a:uLnTx/>
              <a:uFillTx/>
              <a:latin typeface="微软雅黑" panose="020B0503020204020204" pitchFamily="34" charset="-122"/>
              <a:ea typeface="微软雅黑" panose="020B0503020204020204" pitchFamily="34" charset="-122"/>
              <a:sym typeface="思源黑体" panose="020B05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46175" y="1143001"/>
            <a:ext cx="4761904" cy="4761902"/>
          </a:xfrm>
          <a:prstGeom prst="rect">
            <a:avLst/>
          </a:prstGeom>
        </p:spPr>
      </p:pic>
      <p:sp>
        <p:nvSpPr>
          <p:cNvPr id="5" name="矩形 30"/>
          <p:cNvSpPr>
            <a:spLocks noChangeArrowheads="1"/>
          </p:cNvSpPr>
          <p:nvPr/>
        </p:nvSpPr>
        <p:spPr bwMode="auto">
          <a:xfrm>
            <a:off x="934588" y="322124"/>
            <a:ext cx="4065203"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457200">
              <a:spcBef>
                <a:spcPct val="0"/>
              </a:spcBef>
              <a:buNone/>
            </a:pPr>
            <a:r>
              <a:rPr lang="zh-CN" altLang="en-US" sz="2400">
                <a:solidFill>
                  <a:srgbClr val="325B7F"/>
                </a:solidFill>
                <a:cs typeface="+mn-ea"/>
                <a:sym typeface="思源黑体" panose="020B0500000000000000" pitchFamily="34" charset="-122"/>
              </a:rPr>
              <a:t>添加论文XX部分内容标题</a:t>
            </a:r>
            <a:endParaRPr lang="zh-CN" altLang="en-US" sz="2400">
              <a:solidFill>
                <a:srgbClr val="325B7F"/>
              </a:solidFill>
              <a:cs typeface="+mn-ea"/>
              <a:sym typeface="思源黑体" panose="020B0500000000000000" pitchFamily="34" charset="-122"/>
            </a:endParaRPr>
          </a:p>
        </p:txBody>
      </p:sp>
      <p:sp>
        <p:nvSpPr>
          <p:cNvPr id="10" name="椭圆 19"/>
          <p:cNvSpPr>
            <a:spLocks noChangeArrowheads="1"/>
          </p:cNvSpPr>
          <p:nvPr/>
        </p:nvSpPr>
        <p:spPr bwMode="auto">
          <a:xfrm>
            <a:off x="451503" y="346321"/>
            <a:ext cx="467216" cy="468245"/>
          </a:xfrm>
          <a:prstGeom prst="ellipse">
            <a:avLst/>
          </a:prstGeom>
          <a:solidFill>
            <a:srgbClr val="255580"/>
          </a:solidFill>
          <a:ln w="38100">
            <a:solidFill>
              <a:schemeClr val="bg1">
                <a:lumMod val="75000"/>
              </a:schemeClr>
            </a:solid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defTabSz="457200">
              <a:spcBef>
                <a:spcPct val="0"/>
              </a:spcBef>
              <a:buNone/>
            </a:pPr>
            <a:endParaRPr lang="zh-CN" altLang="zh-CN" sz="2400">
              <a:solidFill>
                <a:srgbClr val="FFFFFF"/>
              </a:solidFill>
              <a:cs typeface="+mn-ea"/>
              <a:sym typeface="思源黑体" panose="020B0500000000000000" pitchFamily="34" charset="-122"/>
            </a:endParaRPr>
          </a:p>
        </p:txBody>
      </p:sp>
      <p:sp>
        <p:nvSpPr>
          <p:cNvPr id="13" name="Rectangle 22"/>
          <p:cNvSpPr>
            <a:spLocks noChangeArrowheads="1"/>
          </p:cNvSpPr>
          <p:nvPr/>
        </p:nvSpPr>
        <p:spPr bwMode="auto">
          <a:xfrm>
            <a:off x="5168008" y="1764161"/>
            <a:ext cx="5805488" cy="1498600"/>
          </a:xfrm>
          <a:prstGeom prst="rect">
            <a:avLst/>
          </a:prstGeom>
          <a:solidFill>
            <a:srgbClr val="395E7F">
              <a:alpha val="67842"/>
            </a:srgbClr>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en-US" altLang="zh-CN">
              <a:solidFill>
                <a:srgbClr val="FFFFFF"/>
              </a:solidFill>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14" name="矩形 3"/>
          <p:cNvSpPr>
            <a:spLocks noChangeArrowheads="1"/>
          </p:cNvSpPr>
          <p:nvPr/>
        </p:nvSpPr>
        <p:spPr bwMode="auto">
          <a:xfrm>
            <a:off x="5377446" y="2221363"/>
            <a:ext cx="423386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r>
              <a:rPr lang="zh-CN" altLang="en-US" sz="1600" b="1">
                <a:solidFill>
                  <a:schemeClr val="bg1"/>
                </a:solidFill>
                <a:latin typeface="微软雅黑" panose="020B0503020204020204" pitchFamily="34" charset="-122"/>
                <a:ea typeface="微软雅黑" panose="020B0503020204020204" pitchFamily="34" charset="-122"/>
                <a:cs typeface="+mn-ea"/>
                <a:sym typeface="思源黑体" panose="020B0500000000000000" pitchFamily="34" charset="-122"/>
              </a:rPr>
              <a:t>请在这里添加相应的文字内容，请在这里添加相应的文字内容。</a:t>
            </a:r>
            <a:endParaRPr lang="en-US" altLang="zh-CN" sz="1600" b="1">
              <a:solidFill>
                <a:schemeClr val="bg1"/>
              </a:solidFill>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15" name="文本框 4"/>
          <p:cNvSpPr txBox="1">
            <a:spLocks noChangeArrowheads="1"/>
          </p:cNvSpPr>
          <p:nvPr/>
        </p:nvSpPr>
        <p:spPr bwMode="auto">
          <a:xfrm>
            <a:off x="5168009" y="4382746"/>
            <a:ext cx="46355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mn-ea"/>
                <a:sym typeface="思源黑体" panose="020B0500000000000000" pitchFamily="34" charset="-122"/>
              </a:rPr>
              <a:t>请在这里添加相应的文字内容，请在这里添加相应的文字内容。请在这里添加相应的文字内容，请在这里添加相应的文字内容。请在这里添加相应的文字内容，请在这里添加相应的文字内容。</a:t>
            </a:r>
            <a:endPar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12" name="medal-of-award_49824"/>
          <p:cNvSpPr>
            <a:spLocks noChangeAspect="1"/>
          </p:cNvSpPr>
          <p:nvPr/>
        </p:nvSpPr>
        <p:spPr bwMode="auto">
          <a:xfrm>
            <a:off x="510570" y="482600"/>
            <a:ext cx="340951" cy="219428"/>
          </a:xfrm>
          <a:custGeom>
            <a:avLst/>
            <a:gdLst>
              <a:gd name="connsiteX0" fmla="*/ 104550 w 604718"/>
              <a:gd name="connsiteY0" fmla="*/ 208330 h 382112"/>
              <a:gd name="connsiteX1" fmla="*/ 156180 w 604718"/>
              <a:gd name="connsiteY1" fmla="*/ 208330 h 382112"/>
              <a:gd name="connsiteX2" fmla="*/ 261642 w 604718"/>
              <a:gd name="connsiteY2" fmla="*/ 248878 h 382112"/>
              <a:gd name="connsiteX3" fmla="*/ 298947 w 604718"/>
              <a:gd name="connsiteY3" fmla="*/ 255007 h 382112"/>
              <a:gd name="connsiteX4" fmla="*/ 340187 w 604718"/>
              <a:gd name="connsiteY4" fmla="*/ 247621 h 382112"/>
              <a:gd name="connsiteX5" fmla="*/ 433687 w 604718"/>
              <a:gd name="connsiteY5" fmla="*/ 208330 h 382112"/>
              <a:gd name="connsiteX6" fmla="*/ 490825 w 604718"/>
              <a:gd name="connsiteY6" fmla="*/ 208330 h 382112"/>
              <a:gd name="connsiteX7" fmla="*/ 490825 w 604718"/>
              <a:gd name="connsiteY7" fmla="*/ 271509 h 382112"/>
              <a:gd name="connsiteX8" fmla="*/ 458400 w 604718"/>
              <a:gd name="connsiteY8" fmla="*/ 320701 h 382112"/>
              <a:gd name="connsiteX9" fmla="*/ 329326 w 604718"/>
              <a:gd name="connsiteY9" fmla="*/ 376337 h 382112"/>
              <a:gd name="connsiteX10" fmla="*/ 264632 w 604718"/>
              <a:gd name="connsiteY10" fmla="*/ 376337 h 382112"/>
              <a:gd name="connsiteX11" fmla="*/ 136819 w 604718"/>
              <a:gd name="connsiteY11" fmla="*/ 320701 h 382112"/>
              <a:gd name="connsiteX12" fmla="*/ 104550 w 604718"/>
              <a:gd name="connsiteY12" fmla="*/ 271509 h 382112"/>
              <a:gd name="connsiteX13" fmla="*/ 300973 w 604718"/>
              <a:gd name="connsiteY13" fmla="*/ 5 h 382112"/>
              <a:gd name="connsiteX14" fmla="*/ 334162 w 604718"/>
              <a:gd name="connsiteY14" fmla="*/ 4701 h 382112"/>
              <a:gd name="connsiteX15" fmla="*/ 581267 w 604718"/>
              <a:gd name="connsiteY15" fmla="*/ 92552 h 382112"/>
              <a:gd name="connsiteX16" fmla="*/ 588822 w 604718"/>
              <a:gd name="connsiteY16" fmla="*/ 114398 h 382112"/>
              <a:gd name="connsiteX17" fmla="*/ 589136 w 604718"/>
              <a:gd name="connsiteY17" fmla="*/ 114398 h 382112"/>
              <a:gd name="connsiteX18" fmla="*/ 589136 w 604718"/>
              <a:gd name="connsiteY18" fmla="*/ 270771 h 382112"/>
              <a:gd name="connsiteX19" fmla="*/ 604718 w 604718"/>
              <a:gd name="connsiteY19" fmla="*/ 321376 h 382112"/>
              <a:gd name="connsiteX20" fmla="*/ 561278 w 604718"/>
              <a:gd name="connsiteY20" fmla="*/ 321376 h 382112"/>
              <a:gd name="connsiteX21" fmla="*/ 576388 w 604718"/>
              <a:gd name="connsiteY21" fmla="*/ 271242 h 382112"/>
              <a:gd name="connsiteX22" fmla="*/ 576388 w 604718"/>
              <a:gd name="connsiteY22" fmla="*/ 120370 h 382112"/>
              <a:gd name="connsiteX23" fmla="*/ 333376 w 604718"/>
              <a:gd name="connsiteY23" fmla="*/ 222680 h 382112"/>
              <a:gd name="connsiteX24" fmla="*/ 268058 w 604718"/>
              <a:gd name="connsiteY24" fmla="*/ 223780 h 382112"/>
              <a:gd name="connsiteX25" fmla="*/ 13556 w 604718"/>
              <a:gd name="connsiteY25" fmla="*/ 125870 h 382112"/>
              <a:gd name="connsiteX26" fmla="*/ 13714 w 604718"/>
              <a:gd name="connsiteY26" fmla="*/ 100882 h 382112"/>
              <a:gd name="connsiteX27" fmla="*/ 267901 w 604718"/>
              <a:gd name="connsiteY27" fmla="*/ 5329 h 382112"/>
              <a:gd name="connsiteX28" fmla="*/ 300973 w 604718"/>
              <a:gd name="connsiteY28" fmla="*/ 5 h 38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4718" h="382112">
                <a:moveTo>
                  <a:pt x="104550" y="208330"/>
                </a:moveTo>
                <a:lnTo>
                  <a:pt x="156180" y="208330"/>
                </a:lnTo>
                <a:lnTo>
                  <a:pt x="261642" y="248878"/>
                </a:lnTo>
                <a:cubicBezTo>
                  <a:pt x="274864" y="253907"/>
                  <a:pt x="289188" y="255007"/>
                  <a:pt x="298947" y="255007"/>
                </a:cubicBezTo>
                <a:cubicBezTo>
                  <a:pt x="314373" y="255007"/>
                  <a:pt x="329012" y="252493"/>
                  <a:pt x="340187" y="247621"/>
                </a:cubicBezTo>
                <a:lnTo>
                  <a:pt x="433687" y="208330"/>
                </a:lnTo>
                <a:lnTo>
                  <a:pt x="490825" y="208330"/>
                </a:lnTo>
                <a:lnTo>
                  <a:pt x="490825" y="271509"/>
                </a:lnTo>
                <a:cubicBezTo>
                  <a:pt x="490825" y="290998"/>
                  <a:pt x="476344" y="313000"/>
                  <a:pt x="458400" y="320701"/>
                </a:cubicBezTo>
                <a:lnTo>
                  <a:pt x="329326" y="376337"/>
                </a:lnTo>
                <a:cubicBezTo>
                  <a:pt x="311382" y="384038"/>
                  <a:pt x="282419" y="384038"/>
                  <a:pt x="264632" y="376337"/>
                </a:cubicBezTo>
                <a:lnTo>
                  <a:pt x="136819" y="320701"/>
                </a:lnTo>
                <a:cubicBezTo>
                  <a:pt x="119032" y="313000"/>
                  <a:pt x="104550" y="290998"/>
                  <a:pt x="104550" y="271509"/>
                </a:cubicBezTo>
                <a:close/>
                <a:moveTo>
                  <a:pt x="300973" y="5"/>
                </a:moveTo>
                <a:cubicBezTo>
                  <a:pt x="312954" y="-93"/>
                  <a:pt x="324955" y="1479"/>
                  <a:pt x="334162" y="4701"/>
                </a:cubicBezTo>
                <a:lnTo>
                  <a:pt x="581267" y="92552"/>
                </a:lnTo>
                <a:cubicBezTo>
                  <a:pt x="596849" y="98053"/>
                  <a:pt x="599210" y="107168"/>
                  <a:pt x="588822" y="114398"/>
                </a:cubicBezTo>
                <a:lnTo>
                  <a:pt x="589136" y="114398"/>
                </a:lnTo>
                <a:lnTo>
                  <a:pt x="589136" y="270771"/>
                </a:lnTo>
                <a:lnTo>
                  <a:pt x="604718" y="321376"/>
                </a:lnTo>
                <a:lnTo>
                  <a:pt x="561278" y="321376"/>
                </a:lnTo>
                <a:lnTo>
                  <a:pt x="576388" y="271242"/>
                </a:lnTo>
                <a:lnTo>
                  <a:pt x="576388" y="120370"/>
                </a:lnTo>
                <a:lnTo>
                  <a:pt x="333376" y="222680"/>
                </a:lnTo>
                <a:cubicBezTo>
                  <a:pt x="315433" y="230224"/>
                  <a:pt x="286158" y="230695"/>
                  <a:pt x="268058" y="223780"/>
                </a:cubicBezTo>
                <a:lnTo>
                  <a:pt x="13556" y="125870"/>
                </a:lnTo>
                <a:cubicBezTo>
                  <a:pt x="-4544" y="118798"/>
                  <a:pt x="-4544" y="107640"/>
                  <a:pt x="13714" y="100882"/>
                </a:cubicBezTo>
                <a:lnTo>
                  <a:pt x="267901" y="5329"/>
                </a:lnTo>
                <a:cubicBezTo>
                  <a:pt x="277030" y="1872"/>
                  <a:pt x="288991" y="104"/>
                  <a:pt x="300973" y="5"/>
                </a:cubicBezTo>
                <a:close/>
              </a:path>
            </a:pathLst>
          </a:custGeom>
          <a:solidFill>
            <a:schemeClr val="bg1"/>
          </a:solidFill>
          <a:ln w="31750">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30A081"/>
              </a:solidFill>
              <a:effectLst/>
              <a:uLnTx/>
              <a:uFillTx/>
              <a:latin typeface="微软雅黑" panose="020B0503020204020204" pitchFamily="34" charset="-122"/>
              <a:ea typeface="微软雅黑" panose="020B0503020204020204" pitchFamily="34" charset="-122"/>
              <a:sym typeface="思源黑体" panose="020B05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randombar(horizontal)">
                                      <p:cBhvr>
                                        <p:cTn id="11" dur="500"/>
                                        <p:tgtEl>
                                          <p:spTgt spid="13"/>
                                        </p:tgtEl>
                                      </p:cBhvr>
                                    </p:animEffect>
                                  </p:childTnLst>
                                </p:cTn>
                              </p:par>
                            </p:childTnLst>
                          </p:cTn>
                        </p:par>
                        <p:par>
                          <p:cTn id="12" fill="hold">
                            <p:stCondLst>
                              <p:cond delay="1000"/>
                            </p:stCondLst>
                            <p:childTnLst>
                              <p:par>
                                <p:cTn id="13" presetID="14" presetClass="entr" presetSubtype="10"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randombar(horizontal)">
                                      <p:cBhvr>
                                        <p:cTn id="15" dur="500"/>
                                        <p:tgtEl>
                                          <p:spTgt spid="16"/>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3" grpId="0" animBg="1"/>
      <p:bldP spid="14"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30"/>
          <p:cNvSpPr>
            <a:spLocks noChangeArrowheads="1"/>
          </p:cNvSpPr>
          <p:nvPr/>
        </p:nvSpPr>
        <p:spPr bwMode="auto">
          <a:xfrm>
            <a:off x="934588" y="322124"/>
            <a:ext cx="4065203"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457200">
              <a:spcBef>
                <a:spcPct val="0"/>
              </a:spcBef>
              <a:buNone/>
            </a:pPr>
            <a:r>
              <a:rPr lang="zh-CN" altLang="en-US" sz="2400">
                <a:solidFill>
                  <a:srgbClr val="325B7F"/>
                </a:solidFill>
                <a:cs typeface="+mn-ea"/>
                <a:sym typeface="思源黑体" panose="020B0500000000000000" pitchFamily="34" charset="-122"/>
              </a:rPr>
              <a:t>添加论文XX部分内容标题</a:t>
            </a:r>
            <a:endParaRPr lang="zh-CN" altLang="en-US" sz="2400">
              <a:solidFill>
                <a:srgbClr val="325B7F"/>
              </a:solidFill>
              <a:cs typeface="+mn-ea"/>
              <a:sym typeface="思源黑体" panose="020B0500000000000000" pitchFamily="34" charset="-122"/>
            </a:endParaRPr>
          </a:p>
        </p:txBody>
      </p:sp>
      <p:grpSp>
        <p:nvGrpSpPr>
          <p:cNvPr id="19" name="组合 18"/>
          <p:cNvGrpSpPr/>
          <p:nvPr/>
        </p:nvGrpSpPr>
        <p:grpSpPr>
          <a:xfrm>
            <a:off x="0" y="1325517"/>
            <a:ext cx="12192000" cy="4756308"/>
            <a:chOff x="57150" y="1153307"/>
            <a:chExt cx="9070682" cy="3538628"/>
          </a:xfrm>
          <a:solidFill>
            <a:srgbClr val="335C80"/>
          </a:solidFill>
        </p:grpSpPr>
        <p:sp>
          <p:nvSpPr>
            <p:cNvPr id="20" name="Oval 5"/>
            <p:cNvSpPr/>
            <p:nvPr/>
          </p:nvSpPr>
          <p:spPr>
            <a:xfrm>
              <a:off x="6779895" y="1752600"/>
              <a:ext cx="1554480" cy="1554480"/>
            </a:xfrm>
            <a:prstGeom prst="ellipse">
              <a:avLst/>
            </a:prstGeom>
            <a:solidFill>
              <a:schemeClr val="bg1"/>
            </a:solidFill>
            <a:ln>
              <a:solidFill>
                <a:srgbClr val="335C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21" name="Oval 10"/>
            <p:cNvSpPr/>
            <p:nvPr/>
          </p:nvSpPr>
          <p:spPr>
            <a:xfrm>
              <a:off x="5273040" y="1179195"/>
              <a:ext cx="1554480" cy="1554480"/>
            </a:xfrm>
            <a:prstGeom prst="ellipse">
              <a:avLst/>
            </a:prstGeom>
            <a:solidFill>
              <a:schemeClr val="bg1"/>
            </a:solidFill>
            <a:ln>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33" name="Oval 15"/>
            <p:cNvSpPr/>
            <p:nvPr/>
          </p:nvSpPr>
          <p:spPr>
            <a:xfrm>
              <a:off x="3760470" y="1715819"/>
              <a:ext cx="1554480" cy="1554480"/>
            </a:xfrm>
            <a:prstGeom prst="ellipse">
              <a:avLst/>
            </a:prstGeom>
            <a:solidFill>
              <a:schemeClr val="bg1"/>
            </a:solidFill>
            <a:ln>
              <a:solidFill>
                <a:srgbClr val="335C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34" name="Oval 20"/>
            <p:cNvSpPr/>
            <p:nvPr/>
          </p:nvSpPr>
          <p:spPr>
            <a:xfrm>
              <a:off x="2255520" y="1153307"/>
              <a:ext cx="1554480" cy="1554480"/>
            </a:xfrm>
            <a:prstGeom prst="ellipse">
              <a:avLst/>
            </a:prstGeom>
            <a:solidFill>
              <a:schemeClr val="bg1"/>
            </a:solidFill>
            <a:ln>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36" name="Oval 25"/>
            <p:cNvSpPr/>
            <p:nvPr/>
          </p:nvSpPr>
          <p:spPr>
            <a:xfrm>
              <a:off x="845820" y="1941195"/>
              <a:ext cx="1554480" cy="1554480"/>
            </a:xfrm>
            <a:prstGeom prst="ellipse">
              <a:avLst/>
            </a:prstGeom>
            <a:solidFill>
              <a:schemeClr val="bg1"/>
            </a:solidFill>
            <a:ln>
              <a:solidFill>
                <a:srgbClr val="335C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cxnSp>
          <p:nvCxnSpPr>
            <p:cNvPr id="37" name="Straight Connector 30"/>
            <p:cNvCxnSpPr/>
            <p:nvPr/>
          </p:nvCxnSpPr>
          <p:spPr>
            <a:xfrm>
              <a:off x="57150" y="4590606"/>
              <a:ext cx="9070682" cy="1166"/>
            </a:xfrm>
            <a:prstGeom prst="line">
              <a:avLst/>
            </a:prstGeom>
            <a:grpFill/>
            <a:ln w="19050">
              <a:solidFill>
                <a:srgbClr val="335C80"/>
              </a:solidFill>
              <a:prstDash val="sysDot"/>
            </a:ln>
          </p:spPr>
          <p:style>
            <a:lnRef idx="1">
              <a:schemeClr val="accent1"/>
            </a:lnRef>
            <a:fillRef idx="0">
              <a:schemeClr val="accent1"/>
            </a:fillRef>
            <a:effectRef idx="0">
              <a:schemeClr val="accent1"/>
            </a:effectRef>
            <a:fontRef idx="minor">
              <a:schemeClr val="tx1"/>
            </a:fontRef>
          </p:style>
        </p:cxnSp>
        <p:sp>
          <p:nvSpPr>
            <p:cNvPr id="38" name="Oval 31"/>
            <p:cNvSpPr/>
            <p:nvPr/>
          </p:nvSpPr>
          <p:spPr>
            <a:xfrm>
              <a:off x="1513008" y="4490443"/>
              <a:ext cx="201492" cy="201492"/>
            </a:xfrm>
            <a:prstGeom prst="ellipse">
              <a:avLst/>
            </a:prstGeom>
            <a:grpFill/>
            <a:ln w="19050">
              <a:solidFill>
                <a:srgbClr val="335C8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39" name="Oval 35"/>
            <p:cNvSpPr/>
            <p:nvPr/>
          </p:nvSpPr>
          <p:spPr>
            <a:xfrm>
              <a:off x="2932233" y="4490443"/>
              <a:ext cx="201492" cy="201492"/>
            </a:xfrm>
            <a:prstGeom prst="ellipse">
              <a:avLst/>
            </a:prstGeom>
            <a:solidFill>
              <a:srgbClr val="7F7F7F"/>
            </a:solidFill>
            <a:ln w="19050">
              <a:solidFill>
                <a:srgbClr val="7F7F7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40" name="Oval 39"/>
            <p:cNvSpPr/>
            <p:nvPr/>
          </p:nvSpPr>
          <p:spPr>
            <a:xfrm>
              <a:off x="4437183" y="4490443"/>
              <a:ext cx="201492" cy="201492"/>
            </a:xfrm>
            <a:prstGeom prst="ellipse">
              <a:avLst/>
            </a:prstGeom>
            <a:grpFill/>
            <a:ln w="19050">
              <a:solidFill>
                <a:srgbClr val="335C8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41" name="Oval 43"/>
            <p:cNvSpPr/>
            <p:nvPr/>
          </p:nvSpPr>
          <p:spPr>
            <a:xfrm>
              <a:off x="5942133" y="4490443"/>
              <a:ext cx="201492" cy="201492"/>
            </a:xfrm>
            <a:prstGeom prst="ellipse">
              <a:avLst/>
            </a:prstGeom>
            <a:solidFill>
              <a:srgbClr val="7F7F7F"/>
            </a:solidFill>
            <a:ln w="19050">
              <a:solidFill>
                <a:srgbClr val="7F7F7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42" name="Oval 47"/>
            <p:cNvSpPr/>
            <p:nvPr/>
          </p:nvSpPr>
          <p:spPr>
            <a:xfrm>
              <a:off x="7466133" y="4490443"/>
              <a:ext cx="201492" cy="201492"/>
            </a:xfrm>
            <a:prstGeom prst="ellipse">
              <a:avLst/>
            </a:prstGeom>
            <a:grpFill/>
            <a:ln w="19050">
              <a:solidFill>
                <a:srgbClr val="335C8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grpSp>
          <p:nvGrpSpPr>
            <p:cNvPr id="43" name="Group 50"/>
            <p:cNvGrpSpPr/>
            <p:nvPr/>
          </p:nvGrpSpPr>
          <p:grpSpPr>
            <a:xfrm>
              <a:off x="2727960" y="2500421"/>
              <a:ext cx="609600" cy="1970584"/>
              <a:chOff x="1752600" y="2023794"/>
              <a:chExt cx="609600" cy="1970584"/>
            </a:xfrm>
            <a:grpFill/>
          </p:grpSpPr>
          <p:sp>
            <p:nvSpPr>
              <p:cNvPr id="62" name="Isosceles Triangle 51"/>
              <p:cNvSpPr/>
              <p:nvPr/>
            </p:nvSpPr>
            <p:spPr>
              <a:xfrm flipV="1">
                <a:off x="2019300" y="2622778"/>
                <a:ext cx="76200" cy="1371600"/>
              </a:xfrm>
              <a:prstGeom prst="triangle">
                <a:avLst/>
              </a:prstGeom>
              <a:solidFill>
                <a:srgbClr val="7F7F7F"/>
              </a:solidFill>
              <a:ln>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63" name="Oval 52"/>
              <p:cNvSpPr/>
              <p:nvPr/>
            </p:nvSpPr>
            <p:spPr>
              <a:xfrm>
                <a:off x="1752600" y="2023794"/>
                <a:ext cx="609600" cy="609600"/>
              </a:xfrm>
              <a:prstGeom prst="ellipse">
                <a:avLst/>
              </a:prstGeom>
              <a:solidFill>
                <a:srgbClr val="7F7F7F"/>
              </a:solidFill>
              <a:ln>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44" name="Group 53"/>
            <p:cNvGrpSpPr/>
            <p:nvPr/>
          </p:nvGrpSpPr>
          <p:grpSpPr>
            <a:xfrm>
              <a:off x="1318260" y="3302831"/>
              <a:ext cx="609600" cy="1183444"/>
              <a:chOff x="1752600" y="2023794"/>
              <a:chExt cx="609600" cy="1183444"/>
            </a:xfrm>
            <a:grpFill/>
          </p:grpSpPr>
          <p:sp>
            <p:nvSpPr>
              <p:cNvPr id="60" name="Isosceles Triangle 54"/>
              <p:cNvSpPr/>
              <p:nvPr/>
            </p:nvSpPr>
            <p:spPr>
              <a:xfrm flipV="1">
                <a:off x="2019300" y="2475718"/>
                <a:ext cx="76200" cy="731520"/>
              </a:xfrm>
              <a:prstGeom prst="triangle">
                <a:avLst/>
              </a:prstGeom>
              <a:grpFill/>
              <a:ln>
                <a:solidFill>
                  <a:srgbClr val="335C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61" name="Oval 55"/>
              <p:cNvSpPr/>
              <p:nvPr/>
            </p:nvSpPr>
            <p:spPr>
              <a:xfrm>
                <a:off x="1752600" y="2023794"/>
                <a:ext cx="609600" cy="609600"/>
              </a:xfrm>
              <a:prstGeom prst="ellipse">
                <a:avLst/>
              </a:prstGeom>
              <a:grpFill/>
              <a:ln>
                <a:solidFill>
                  <a:srgbClr val="335C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45" name="Group 56"/>
            <p:cNvGrpSpPr/>
            <p:nvPr/>
          </p:nvGrpSpPr>
          <p:grpSpPr>
            <a:xfrm>
              <a:off x="4232910" y="3119951"/>
              <a:ext cx="609600" cy="1330504"/>
              <a:chOff x="1752600" y="2023794"/>
              <a:chExt cx="609600" cy="1330504"/>
            </a:xfrm>
            <a:grpFill/>
          </p:grpSpPr>
          <p:sp>
            <p:nvSpPr>
              <p:cNvPr id="58" name="Isosceles Triangle 57"/>
              <p:cNvSpPr/>
              <p:nvPr/>
            </p:nvSpPr>
            <p:spPr>
              <a:xfrm flipV="1">
                <a:off x="2019300" y="2622778"/>
                <a:ext cx="76200" cy="731520"/>
              </a:xfrm>
              <a:prstGeom prst="triangle">
                <a:avLst/>
              </a:prstGeom>
              <a:grpFill/>
              <a:ln>
                <a:solidFill>
                  <a:srgbClr val="335C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9" name="Oval 58"/>
              <p:cNvSpPr/>
              <p:nvPr/>
            </p:nvSpPr>
            <p:spPr>
              <a:xfrm>
                <a:off x="1752600" y="2023794"/>
                <a:ext cx="609600" cy="609600"/>
              </a:xfrm>
              <a:prstGeom prst="ellipse">
                <a:avLst/>
              </a:prstGeom>
              <a:grpFill/>
              <a:ln>
                <a:solidFill>
                  <a:srgbClr val="335C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46" name="Group 59"/>
            <p:cNvGrpSpPr/>
            <p:nvPr/>
          </p:nvGrpSpPr>
          <p:grpSpPr>
            <a:xfrm>
              <a:off x="5745480" y="2500421"/>
              <a:ext cx="609600" cy="1970584"/>
              <a:chOff x="1752600" y="2023794"/>
              <a:chExt cx="609600" cy="1970584"/>
            </a:xfrm>
            <a:grpFill/>
          </p:grpSpPr>
          <p:sp>
            <p:nvSpPr>
              <p:cNvPr id="56" name="Isosceles Triangle 60"/>
              <p:cNvSpPr/>
              <p:nvPr/>
            </p:nvSpPr>
            <p:spPr>
              <a:xfrm flipV="1">
                <a:off x="2019300" y="2622778"/>
                <a:ext cx="76200" cy="1371600"/>
              </a:xfrm>
              <a:prstGeom prst="triangle">
                <a:avLst/>
              </a:prstGeom>
              <a:solidFill>
                <a:srgbClr val="7F7F7F"/>
              </a:solidFill>
              <a:ln>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7" name="Oval 61"/>
              <p:cNvSpPr/>
              <p:nvPr/>
            </p:nvSpPr>
            <p:spPr>
              <a:xfrm>
                <a:off x="1752600" y="2023794"/>
                <a:ext cx="609600" cy="609600"/>
              </a:xfrm>
              <a:prstGeom prst="ellipse">
                <a:avLst/>
              </a:prstGeom>
              <a:solidFill>
                <a:srgbClr val="7F7F7F"/>
              </a:solidFill>
              <a:ln>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47" name="Group 62"/>
            <p:cNvGrpSpPr/>
            <p:nvPr/>
          </p:nvGrpSpPr>
          <p:grpSpPr>
            <a:xfrm>
              <a:off x="7252335" y="3119951"/>
              <a:ext cx="609600" cy="1330504"/>
              <a:chOff x="1752600" y="2023794"/>
              <a:chExt cx="609600" cy="1330504"/>
            </a:xfrm>
            <a:grpFill/>
          </p:grpSpPr>
          <p:sp>
            <p:nvSpPr>
              <p:cNvPr id="54" name="Isosceles Triangle 63"/>
              <p:cNvSpPr/>
              <p:nvPr/>
            </p:nvSpPr>
            <p:spPr>
              <a:xfrm flipV="1">
                <a:off x="2019300" y="2622778"/>
                <a:ext cx="76200" cy="731520"/>
              </a:xfrm>
              <a:prstGeom prst="triangle">
                <a:avLst/>
              </a:prstGeom>
              <a:grpFill/>
              <a:ln>
                <a:solidFill>
                  <a:srgbClr val="335C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5" name="Oval 64"/>
              <p:cNvSpPr/>
              <p:nvPr/>
            </p:nvSpPr>
            <p:spPr>
              <a:xfrm>
                <a:off x="1752600" y="2023794"/>
                <a:ext cx="609600" cy="609600"/>
              </a:xfrm>
              <a:prstGeom prst="ellipse">
                <a:avLst/>
              </a:prstGeom>
              <a:grpFill/>
              <a:ln>
                <a:solidFill>
                  <a:srgbClr val="335C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grpSp>
        <p:sp>
          <p:nvSpPr>
            <p:cNvPr id="48" name="TextBox 65"/>
            <p:cNvSpPr txBox="1"/>
            <p:nvPr/>
          </p:nvSpPr>
          <p:spPr>
            <a:xfrm>
              <a:off x="1339237" y="3437459"/>
              <a:ext cx="495173" cy="251880"/>
            </a:xfrm>
            <a:prstGeom prst="rect">
              <a:avLst/>
            </a:prstGeom>
            <a:grpFill/>
            <a:ln>
              <a:solidFill>
                <a:srgbClr val="335C80"/>
              </a:solidFill>
            </a:ln>
          </p:spPr>
          <p:txBody>
            <a:bodyPr wrap="none" rtlCol="0">
              <a:spAutoFit/>
            </a:bodyPr>
            <a:lstStyle/>
            <a:p>
              <a:r>
                <a:rPr lang="en-US" sz="16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2002</a:t>
              </a:r>
              <a:endParaRPr lang="en-US" sz="16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49" name="TextBox 66"/>
            <p:cNvSpPr txBox="1"/>
            <p:nvPr/>
          </p:nvSpPr>
          <p:spPr>
            <a:xfrm>
              <a:off x="2738449" y="2657084"/>
              <a:ext cx="495173" cy="251880"/>
            </a:xfrm>
            <a:prstGeom prst="rect">
              <a:avLst/>
            </a:prstGeom>
            <a:solidFill>
              <a:srgbClr val="7F7F7F"/>
            </a:solidFill>
            <a:ln>
              <a:solidFill>
                <a:srgbClr val="7F7F7F"/>
              </a:solidFill>
            </a:ln>
          </p:spPr>
          <p:txBody>
            <a:bodyPr wrap="none" rtlCol="0">
              <a:spAutoFit/>
            </a:bodyPr>
            <a:lstStyle/>
            <a:p>
              <a:r>
                <a:rPr lang="en-US" sz="16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2006</a:t>
              </a:r>
              <a:endParaRPr lang="en-US" sz="16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1" name="TextBox 67"/>
            <p:cNvSpPr txBox="1"/>
            <p:nvPr/>
          </p:nvSpPr>
          <p:spPr>
            <a:xfrm>
              <a:off x="4243399" y="3276958"/>
              <a:ext cx="495173" cy="251880"/>
            </a:xfrm>
            <a:prstGeom prst="rect">
              <a:avLst/>
            </a:prstGeom>
            <a:grpFill/>
            <a:ln>
              <a:solidFill>
                <a:srgbClr val="335C80"/>
              </a:solidFill>
            </a:ln>
          </p:spPr>
          <p:txBody>
            <a:bodyPr wrap="none" rtlCol="0">
              <a:spAutoFit/>
            </a:bodyPr>
            <a:lstStyle/>
            <a:p>
              <a:r>
                <a:rPr lang="en-US" sz="16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2010</a:t>
              </a:r>
              <a:endParaRPr lang="en-US" sz="16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2" name="TextBox 68"/>
            <p:cNvSpPr txBox="1"/>
            <p:nvPr/>
          </p:nvSpPr>
          <p:spPr>
            <a:xfrm>
              <a:off x="5755969" y="2666609"/>
              <a:ext cx="495173" cy="251880"/>
            </a:xfrm>
            <a:prstGeom prst="rect">
              <a:avLst/>
            </a:prstGeom>
            <a:solidFill>
              <a:srgbClr val="7F7F7F"/>
            </a:solidFill>
            <a:ln>
              <a:solidFill>
                <a:srgbClr val="7F7F7F"/>
              </a:solidFill>
            </a:ln>
          </p:spPr>
          <p:txBody>
            <a:bodyPr wrap="none" rtlCol="0">
              <a:spAutoFit/>
            </a:bodyPr>
            <a:lstStyle/>
            <a:p>
              <a:r>
                <a:rPr lang="en-US" sz="16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2014</a:t>
              </a:r>
              <a:endParaRPr lang="en-US" sz="16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3" name="TextBox 69"/>
            <p:cNvSpPr txBox="1"/>
            <p:nvPr/>
          </p:nvSpPr>
          <p:spPr>
            <a:xfrm>
              <a:off x="7262824" y="3296757"/>
              <a:ext cx="495173" cy="251880"/>
            </a:xfrm>
            <a:prstGeom prst="rect">
              <a:avLst/>
            </a:prstGeom>
            <a:grpFill/>
            <a:ln>
              <a:solidFill>
                <a:srgbClr val="335C80"/>
              </a:solidFill>
            </a:ln>
          </p:spPr>
          <p:txBody>
            <a:bodyPr wrap="none" rtlCol="0">
              <a:spAutoFit/>
            </a:bodyPr>
            <a:lstStyle/>
            <a:p>
              <a:r>
                <a:rPr lang="en-US" sz="16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XXX</a:t>
              </a:r>
              <a:endParaRPr lang="en-US" sz="16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64" name="组合 63"/>
          <p:cNvGrpSpPr/>
          <p:nvPr/>
        </p:nvGrpSpPr>
        <p:grpSpPr>
          <a:xfrm>
            <a:off x="1121969" y="2772738"/>
            <a:ext cx="2028243" cy="1223412"/>
            <a:chOff x="2136360" y="3893492"/>
            <a:chExt cx="1886136" cy="1223412"/>
          </a:xfrm>
        </p:grpSpPr>
        <p:sp>
          <p:nvSpPr>
            <p:cNvPr id="65" name="文本框 64"/>
            <p:cNvSpPr txBox="1"/>
            <p:nvPr/>
          </p:nvSpPr>
          <p:spPr>
            <a:xfrm>
              <a:off x="2136360" y="4262824"/>
              <a:ext cx="1886136" cy="854080"/>
            </a:xfrm>
            <a:prstGeom prst="rect">
              <a:avLst/>
            </a:prstGeom>
            <a:noFill/>
          </p:spPr>
          <p:txBody>
            <a:bodyPr wrap="square" rtlCol="0">
              <a:spAutoFit/>
            </a:bodyPr>
            <a:lstStyle/>
            <a:p>
              <a:pPr algn="ctr">
                <a:lnSpc>
                  <a:spcPct val="150000"/>
                </a:lnSpc>
                <a:defRPr/>
              </a:pPr>
              <a:r>
                <a:rPr lang="zh-CN" altLang="en-US" sz="1100">
                  <a:solidFill>
                    <a:schemeClr val="tx1">
                      <a:lumMod val="75000"/>
                      <a:lumOff val="25000"/>
                    </a:schemeClr>
                  </a:solidFill>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100">
                <a:solidFill>
                  <a:schemeClr val="tx1">
                    <a:lumMod val="75000"/>
                    <a:lumOff val="25000"/>
                  </a:schemeClr>
                </a:solidFill>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66" name="矩形 65"/>
            <p:cNvSpPr/>
            <p:nvPr/>
          </p:nvSpPr>
          <p:spPr>
            <a:xfrm>
              <a:off x="2564247" y="3893492"/>
              <a:ext cx="1030365" cy="369332"/>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67" name="组合 66"/>
          <p:cNvGrpSpPr/>
          <p:nvPr/>
        </p:nvGrpSpPr>
        <p:grpSpPr>
          <a:xfrm>
            <a:off x="2949429" y="1839312"/>
            <a:ext cx="2028243" cy="1223412"/>
            <a:chOff x="2136360" y="3893492"/>
            <a:chExt cx="1886136" cy="1223412"/>
          </a:xfrm>
        </p:grpSpPr>
        <p:sp>
          <p:nvSpPr>
            <p:cNvPr id="68" name="文本框 67"/>
            <p:cNvSpPr txBox="1"/>
            <p:nvPr/>
          </p:nvSpPr>
          <p:spPr>
            <a:xfrm>
              <a:off x="2136360" y="4262824"/>
              <a:ext cx="1886136" cy="854080"/>
            </a:xfrm>
            <a:prstGeom prst="rect">
              <a:avLst/>
            </a:prstGeom>
            <a:noFill/>
          </p:spPr>
          <p:txBody>
            <a:bodyPr wrap="square" rtlCol="0">
              <a:spAutoFit/>
            </a:bodyPr>
            <a:lstStyle/>
            <a:p>
              <a:pPr algn="ctr">
                <a:lnSpc>
                  <a:spcPct val="150000"/>
                </a:lnSpc>
                <a:defRPr/>
              </a:pPr>
              <a:r>
                <a:rPr lang="zh-CN" altLang="en-US" sz="1100">
                  <a:solidFill>
                    <a:schemeClr val="tx1">
                      <a:lumMod val="75000"/>
                      <a:lumOff val="25000"/>
                    </a:schemeClr>
                  </a:solidFill>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100">
                <a:solidFill>
                  <a:schemeClr val="tx1">
                    <a:lumMod val="75000"/>
                    <a:lumOff val="25000"/>
                  </a:schemeClr>
                </a:solidFill>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69" name="矩形 68"/>
            <p:cNvSpPr/>
            <p:nvPr/>
          </p:nvSpPr>
          <p:spPr>
            <a:xfrm>
              <a:off x="2564247" y="3893492"/>
              <a:ext cx="1030365" cy="369332"/>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70" name="组合 69"/>
          <p:cNvGrpSpPr/>
          <p:nvPr/>
        </p:nvGrpSpPr>
        <p:grpSpPr>
          <a:xfrm>
            <a:off x="5008169" y="2580373"/>
            <a:ext cx="2028243" cy="1223412"/>
            <a:chOff x="2136360" y="3893492"/>
            <a:chExt cx="1886136" cy="1223412"/>
          </a:xfrm>
        </p:grpSpPr>
        <p:sp>
          <p:nvSpPr>
            <p:cNvPr id="71" name="文本框 70"/>
            <p:cNvSpPr txBox="1"/>
            <p:nvPr/>
          </p:nvSpPr>
          <p:spPr>
            <a:xfrm>
              <a:off x="2136360" y="4262824"/>
              <a:ext cx="1886136" cy="854080"/>
            </a:xfrm>
            <a:prstGeom prst="rect">
              <a:avLst/>
            </a:prstGeom>
            <a:noFill/>
          </p:spPr>
          <p:txBody>
            <a:bodyPr wrap="square" rtlCol="0">
              <a:spAutoFit/>
            </a:bodyPr>
            <a:lstStyle/>
            <a:p>
              <a:pPr algn="ctr">
                <a:lnSpc>
                  <a:spcPct val="150000"/>
                </a:lnSpc>
                <a:defRPr/>
              </a:pPr>
              <a:r>
                <a:rPr lang="zh-CN" altLang="en-US" sz="1100">
                  <a:solidFill>
                    <a:schemeClr val="tx1">
                      <a:lumMod val="75000"/>
                      <a:lumOff val="25000"/>
                    </a:schemeClr>
                  </a:solidFill>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100">
                <a:solidFill>
                  <a:schemeClr val="tx1">
                    <a:lumMod val="75000"/>
                    <a:lumOff val="25000"/>
                  </a:schemeClr>
                </a:solidFill>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72" name="矩形 71"/>
            <p:cNvSpPr/>
            <p:nvPr/>
          </p:nvSpPr>
          <p:spPr>
            <a:xfrm>
              <a:off x="2564247" y="3893492"/>
              <a:ext cx="1030365" cy="369332"/>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73" name="组合 72"/>
          <p:cNvGrpSpPr/>
          <p:nvPr/>
        </p:nvGrpSpPr>
        <p:grpSpPr>
          <a:xfrm>
            <a:off x="7031361" y="1780671"/>
            <a:ext cx="2028243" cy="1223412"/>
            <a:chOff x="2136360" y="3893492"/>
            <a:chExt cx="1886136" cy="1223412"/>
          </a:xfrm>
        </p:grpSpPr>
        <p:sp>
          <p:nvSpPr>
            <p:cNvPr id="74" name="文本框 73"/>
            <p:cNvSpPr txBox="1"/>
            <p:nvPr/>
          </p:nvSpPr>
          <p:spPr>
            <a:xfrm>
              <a:off x="2136360" y="4262824"/>
              <a:ext cx="1886136" cy="854080"/>
            </a:xfrm>
            <a:prstGeom prst="rect">
              <a:avLst/>
            </a:prstGeom>
            <a:noFill/>
          </p:spPr>
          <p:txBody>
            <a:bodyPr wrap="square" rtlCol="0">
              <a:spAutoFit/>
            </a:bodyPr>
            <a:lstStyle/>
            <a:p>
              <a:pPr algn="ctr">
                <a:lnSpc>
                  <a:spcPct val="150000"/>
                </a:lnSpc>
                <a:defRPr/>
              </a:pPr>
              <a:r>
                <a:rPr lang="zh-CN" altLang="en-US" sz="1100">
                  <a:solidFill>
                    <a:schemeClr val="tx1">
                      <a:lumMod val="75000"/>
                      <a:lumOff val="25000"/>
                    </a:schemeClr>
                  </a:solidFill>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100">
                <a:solidFill>
                  <a:schemeClr val="tx1">
                    <a:lumMod val="75000"/>
                    <a:lumOff val="25000"/>
                  </a:schemeClr>
                </a:solidFill>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75" name="矩形 74"/>
            <p:cNvSpPr/>
            <p:nvPr/>
          </p:nvSpPr>
          <p:spPr>
            <a:xfrm>
              <a:off x="2564247" y="3893492"/>
              <a:ext cx="1030365" cy="369332"/>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76" name="组合 75"/>
          <p:cNvGrpSpPr/>
          <p:nvPr/>
        </p:nvGrpSpPr>
        <p:grpSpPr>
          <a:xfrm>
            <a:off x="9093717" y="2485800"/>
            <a:ext cx="2028243" cy="1223412"/>
            <a:chOff x="2136360" y="3893492"/>
            <a:chExt cx="1886136" cy="1223412"/>
          </a:xfrm>
        </p:grpSpPr>
        <p:sp>
          <p:nvSpPr>
            <p:cNvPr id="77" name="文本框 76"/>
            <p:cNvSpPr txBox="1"/>
            <p:nvPr/>
          </p:nvSpPr>
          <p:spPr>
            <a:xfrm>
              <a:off x="2136360" y="4262824"/>
              <a:ext cx="1886136" cy="854080"/>
            </a:xfrm>
            <a:prstGeom prst="rect">
              <a:avLst/>
            </a:prstGeom>
            <a:noFill/>
          </p:spPr>
          <p:txBody>
            <a:bodyPr wrap="square" rtlCol="0">
              <a:spAutoFit/>
            </a:bodyPr>
            <a:lstStyle/>
            <a:p>
              <a:pPr algn="ctr">
                <a:lnSpc>
                  <a:spcPct val="150000"/>
                </a:lnSpc>
                <a:defRPr/>
              </a:pPr>
              <a:r>
                <a:rPr lang="zh-CN" altLang="en-US" sz="1100">
                  <a:solidFill>
                    <a:schemeClr val="tx1">
                      <a:lumMod val="75000"/>
                      <a:lumOff val="25000"/>
                    </a:schemeClr>
                  </a:solidFill>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100">
                <a:solidFill>
                  <a:schemeClr val="tx1">
                    <a:lumMod val="75000"/>
                    <a:lumOff val="25000"/>
                  </a:schemeClr>
                </a:solidFill>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78" name="矩形 77"/>
            <p:cNvSpPr/>
            <p:nvPr/>
          </p:nvSpPr>
          <p:spPr>
            <a:xfrm>
              <a:off x="2564247" y="3893492"/>
              <a:ext cx="1030365" cy="369332"/>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500" fill="hold"/>
                                        <p:tgtEl>
                                          <p:spTgt spid="19"/>
                                        </p:tgtEl>
                                        <p:attrNameLst>
                                          <p:attrName>ppt_w</p:attrName>
                                        </p:attrNameLst>
                                      </p:cBhvr>
                                      <p:tavLst>
                                        <p:tav tm="0">
                                          <p:val>
                                            <p:fltVal val="0"/>
                                          </p:val>
                                        </p:tav>
                                        <p:tav tm="100000">
                                          <p:val>
                                            <p:strVal val="#ppt_w"/>
                                          </p:val>
                                        </p:tav>
                                      </p:tavLst>
                                    </p:anim>
                                    <p:anim calcmode="lin" valueType="num">
                                      <p:cBhvr>
                                        <p:cTn id="13" dur="500" fill="hold"/>
                                        <p:tgtEl>
                                          <p:spTgt spid="19"/>
                                        </p:tgtEl>
                                        <p:attrNameLst>
                                          <p:attrName>ppt_h</p:attrName>
                                        </p:attrNameLst>
                                      </p:cBhvr>
                                      <p:tavLst>
                                        <p:tav tm="0">
                                          <p:val>
                                            <p:fltVal val="0"/>
                                          </p:val>
                                        </p:tav>
                                        <p:tav tm="100000">
                                          <p:val>
                                            <p:strVal val="#ppt_h"/>
                                          </p:val>
                                        </p:tav>
                                      </p:tavLst>
                                    </p:anim>
                                    <p:animEffect transition="in" filter="fade">
                                      <p:cBhvr>
                                        <p:cTn id="14" dur="500"/>
                                        <p:tgtEl>
                                          <p:spTgt spid="19"/>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4"/>
                                        </p:tgtEl>
                                        <p:attrNameLst>
                                          <p:attrName>style.visibility</p:attrName>
                                        </p:attrNameLst>
                                      </p:cBhvr>
                                      <p:to>
                                        <p:strVal val="visible"/>
                                      </p:to>
                                    </p:set>
                                    <p:animEffect transition="in" filter="fade">
                                      <p:cBhvr>
                                        <p:cTn id="19" dur="1000"/>
                                        <p:tgtEl>
                                          <p:spTgt spid="64"/>
                                        </p:tgtEl>
                                      </p:cBhvr>
                                    </p:animEffect>
                                    <p:anim calcmode="lin" valueType="num">
                                      <p:cBhvr>
                                        <p:cTn id="20" dur="1000" fill="hold"/>
                                        <p:tgtEl>
                                          <p:spTgt spid="64"/>
                                        </p:tgtEl>
                                        <p:attrNameLst>
                                          <p:attrName>ppt_x</p:attrName>
                                        </p:attrNameLst>
                                      </p:cBhvr>
                                      <p:tavLst>
                                        <p:tav tm="0">
                                          <p:val>
                                            <p:strVal val="#ppt_x"/>
                                          </p:val>
                                        </p:tav>
                                        <p:tav tm="100000">
                                          <p:val>
                                            <p:strVal val="#ppt_x"/>
                                          </p:val>
                                        </p:tav>
                                      </p:tavLst>
                                    </p:anim>
                                    <p:anim calcmode="lin" valueType="num">
                                      <p:cBhvr>
                                        <p:cTn id="21" dur="1000" fill="hold"/>
                                        <p:tgtEl>
                                          <p:spTgt spid="6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67"/>
                                        </p:tgtEl>
                                        <p:attrNameLst>
                                          <p:attrName>style.visibility</p:attrName>
                                        </p:attrNameLst>
                                      </p:cBhvr>
                                      <p:to>
                                        <p:strVal val="visible"/>
                                      </p:to>
                                    </p:set>
                                    <p:animEffect transition="in" filter="fade">
                                      <p:cBhvr>
                                        <p:cTn id="26" dur="1000"/>
                                        <p:tgtEl>
                                          <p:spTgt spid="67"/>
                                        </p:tgtEl>
                                      </p:cBhvr>
                                    </p:animEffect>
                                    <p:anim calcmode="lin" valueType="num">
                                      <p:cBhvr>
                                        <p:cTn id="27" dur="1000" fill="hold"/>
                                        <p:tgtEl>
                                          <p:spTgt spid="67"/>
                                        </p:tgtEl>
                                        <p:attrNameLst>
                                          <p:attrName>ppt_x</p:attrName>
                                        </p:attrNameLst>
                                      </p:cBhvr>
                                      <p:tavLst>
                                        <p:tav tm="0">
                                          <p:val>
                                            <p:strVal val="#ppt_x"/>
                                          </p:val>
                                        </p:tav>
                                        <p:tav tm="100000">
                                          <p:val>
                                            <p:strVal val="#ppt_x"/>
                                          </p:val>
                                        </p:tav>
                                      </p:tavLst>
                                    </p:anim>
                                    <p:anim calcmode="lin" valueType="num">
                                      <p:cBhvr>
                                        <p:cTn id="28" dur="1000" fill="hold"/>
                                        <p:tgtEl>
                                          <p:spTgt spid="6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70"/>
                                        </p:tgtEl>
                                        <p:attrNameLst>
                                          <p:attrName>style.visibility</p:attrName>
                                        </p:attrNameLst>
                                      </p:cBhvr>
                                      <p:to>
                                        <p:strVal val="visible"/>
                                      </p:to>
                                    </p:set>
                                    <p:animEffect transition="in" filter="fade">
                                      <p:cBhvr>
                                        <p:cTn id="33" dur="1000"/>
                                        <p:tgtEl>
                                          <p:spTgt spid="70"/>
                                        </p:tgtEl>
                                      </p:cBhvr>
                                    </p:animEffect>
                                    <p:anim calcmode="lin" valueType="num">
                                      <p:cBhvr>
                                        <p:cTn id="34" dur="1000" fill="hold"/>
                                        <p:tgtEl>
                                          <p:spTgt spid="70"/>
                                        </p:tgtEl>
                                        <p:attrNameLst>
                                          <p:attrName>ppt_x</p:attrName>
                                        </p:attrNameLst>
                                      </p:cBhvr>
                                      <p:tavLst>
                                        <p:tav tm="0">
                                          <p:val>
                                            <p:strVal val="#ppt_x"/>
                                          </p:val>
                                        </p:tav>
                                        <p:tav tm="100000">
                                          <p:val>
                                            <p:strVal val="#ppt_x"/>
                                          </p:val>
                                        </p:tav>
                                      </p:tavLst>
                                    </p:anim>
                                    <p:anim calcmode="lin" valueType="num">
                                      <p:cBhvr>
                                        <p:cTn id="35" dur="1000" fill="hold"/>
                                        <p:tgtEl>
                                          <p:spTgt spid="70"/>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73"/>
                                        </p:tgtEl>
                                        <p:attrNameLst>
                                          <p:attrName>style.visibility</p:attrName>
                                        </p:attrNameLst>
                                      </p:cBhvr>
                                      <p:to>
                                        <p:strVal val="visible"/>
                                      </p:to>
                                    </p:set>
                                    <p:animEffect transition="in" filter="fade">
                                      <p:cBhvr>
                                        <p:cTn id="40" dur="1000"/>
                                        <p:tgtEl>
                                          <p:spTgt spid="73"/>
                                        </p:tgtEl>
                                      </p:cBhvr>
                                    </p:animEffect>
                                    <p:anim calcmode="lin" valueType="num">
                                      <p:cBhvr>
                                        <p:cTn id="41" dur="1000" fill="hold"/>
                                        <p:tgtEl>
                                          <p:spTgt spid="73"/>
                                        </p:tgtEl>
                                        <p:attrNameLst>
                                          <p:attrName>ppt_x</p:attrName>
                                        </p:attrNameLst>
                                      </p:cBhvr>
                                      <p:tavLst>
                                        <p:tav tm="0">
                                          <p:val>
                                            <p:strVal val="#ppt_x"/>
                                          </p:val>
                                        </p:tav>
                                        <p:tav tm="100000">
                                          <p:val>
                                            <p:strVal val="#ppt_x"/>
                                          </p:val>
                                        </p:tav>
                                      </p:tavLst>
                                    </p:anim>
                                    <p:anim calcmode="lin" valueType="num">
                                      <p:cBhvr>
                                        <p:cTn id="42" dur="1000" fill="hold"/>
                                        <p:tgtEl>
                                          <p:spTgt spid="73"/>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76"/>
                                        </p:tgtEl>
                                        <p:attrNameLst>
                                          <p:attrName>style.visibility</p:attrName>
                                        </p:attrNameLst>
                                      </p:cBhvr>
                                      <p:to>
                                        <p:strVal val="visible"/>
                                      </p:to>
                                    </p:set>
                                    <p:animEffect transition="in" filter="fade">
                                      <p:cBhvr>
                                        <p:cTn id="47" dur="1000"/>
                                        <p:tgtEl>
                                          <p:spTgt spid="76"/>
                                        </p:tgtEl>
                                      </p:cBhvr>
                                    </p:animEffect>
                                    <p:anim calcmode="lin" valueType="num">
                                      <p:cBhvr>
                                        <p:cTn id="48" dur="1000" fill="hold"/>
                                        <p:tgtEl>
                                          <p:spTgt spid="76"/>
                                        </p:tgtEl>
                                        <p:attrNameLst>
                                          <p:attrName>ppt_x</p:attrName>
                                        </p:attrNameLst>
                                      </p:cBhvr>
                                      <p:tavLst>
                                        <p:tav tm="0">
                                          <p:val>
                                            <p:strVal val="#ppt_x"/>
                                          </p:val>
                                        </p:tav>
                                        <p:tav tm="100000">
                                          <p:val>
                                            <p:strVal val="#ppt_x"/>
                                          </p:val>
                                        </p:tav>
                                      </p:tavLst>
                                    </p:anim>
                                    <p:anim calcmode="lin" valueType="num">
                                      <p:cBhvr>
                                        <p:cTn id="49" dur="1000" fill="hold"/>
                                        <p:tgtEl>
                                          <p:spTgt spid="7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0"/>
          <p:cNvSpPr>
            <a:spLocks noChangeArrowheads="1"/>
          </p:cNvSpPr>
          <p:nvPr/>
        </p:nvSpPr>
        <p:spPr bwMode="auto">
          <a:xfrm>
            <a:off x="934588" y="322124"/>
            <a:ext cx="4065203"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457200">
              <a:spcBef>
                <a:spcPct val="0"/>
              </a:spcBef>
              <a:buNone/>
            </a:pPr>
            <a:r>
              <a:rPr lang="zh-CN" altLang="en-US" sz="2400">
                <a:solidFill>
                  <a:srgbClr val="325B7F"/>
                </a:solidFill>
                <a:cs typeface="+mn-ea"/>
                <a:sym typeface="思源黑体" panose="020B0500000000000000" pitchFamily="34" charset="-122"/>
              </a:rPr>
              <a:t>添加论文XX部分内容标题</a:t>
            </a:r>
            <a:endParaRPr lang="zh-CN" altLang="en-US" sz="2400">
              <a:solidFill>
                <a:srgbClr val="325B7F"/>
              </a:solidFill>
              <a:cs typeface="+mn-ea"/>
              <a:sym typeface="思源黑体" panose="020B0500000000000000" pitchFamily="34" charset="-122"/>
            </a:endParaRPr>
          </a:p>
        </p:txBody>
      </p:sp>
      <p:grpSp>
        <p:nvGrpSpPr>
          <p:cNvPr id="79" name="Group 1"/>
          <p:cNvGrpSpPr/>
          <p:nvPr/>
        </p:nvGrpSpPr>
        <p:grpSpPr>
          <a:xfrm>
            <a:off x="3475355" y="2006573"/>
            <a:ext cx="5241291" cy="3416354"/>
            <a:chOff x="4409440" y="2325113"/>
            <a:chExt cx="3914459" cy="2773362"/>
          </a:xfrm>
        </p:grpSpPr>
        <p:sp>
          <p:nvSpPr>
            <p:cNvPr id="80" name="Freeform 5"/>
            <p:cNvSpPr/>
            <p:nvPr/>
          </p:nvSpPr>
          <p:spPr bwMode="auto">
            <a:xfrm rot="5400000">
              <a:off x="6374111" y="3302488"/>
              <a:ext cx="555665" cy="2490568"/>
            </a:xfrm>
            <a:custGeom>
              <a:avLst/>
              <a:gdLst>
                <a:gd name="T0" fmla="*/ 0 w 224"/>
                <a:gd name="T1" fmla="*/ 0 h 1004"/>
                <a:gd name="T2" fmla="*/ 0 w 224"/>
                <a:gd name="T3" fmla="*/ 1004 h 1004"/>
                <a:gd name="T4" fmla="*/ 224 w 224"/>
                <a:gd name="T5" fmla="*/ 826 h 1004"/>
                <a:gd name="T6" fmla="*/ 224 w 224"/>
                <a:gd name="T7" fmla="*/ 0 h 1004"/>
                <a:gd name="T8" fmla="*/ 0 w 224"/>
                <a:gd name="T9" fmla="*/ 0 h 1004"/>
              </a:gdLst>
              <a:ahLst/>
              <a:cxnLst>
                <a:cxn ang="0">
                  <a:pos x="T0" y="T1"/>
                </a:cxn>
                <a:cxn ang="0">
                  <a:pos x="T2" y="T3"/>
                </a:cxn>
                <a:cxn ang="0">
                  <a:pos x="T4" y="T5"/>
                </a:cxn>
                <a:cxn ang="0">
                  <a:pos x="T6" y="T7"/>
                </a:cxn>
                <a:cxn ang="0">
                  <a:pos x="T8" y="T9"/>
                </a:cxn>
              </a:cxnLst>
              <a:rect l="0" t="0" r="r" b="b"/>
              <a:pathLst>
                <a:path w="224" h="1004">
                  <a:moveTo>
                    <a:pt x="0" y="0"/>
                  </a:moveTo>
                  <a:lnTo>
                    <a:pt x="0" y="1004"/>
                  </a:lnTo>
                  <a:lnTo>
                    <a:pt x="224" y="826"/>
                  </a:lnTo>
                  <a:lnTo>
                    <a:pt x="224" y="0"/>
                  </a:lnTo>
                  <a:lnTo>
                    <a:pt x="0" y="0"/>
                  </a:lnTo>
                  <a:close/>
                </a:path>
              </a:pathLst>
            </a:custGeom>
            <a:solidFill>
              <a:srgbClr val="7F7F7F"/>
            </a:solidFill>
            <a:ln>
              <a:noFill/>
            </a:ln>
          </p:spPr>
          <p:txBody>
            <a:bodyPr vert="horz" wrap="square" lIns="91440" tIns="45720" rIns="91440" bIns="45720" numCol="1" anchor="t" anchorCtr="0" compatLnSpc="1"/>
            <a:lstStyle/>
            <a:p>
              <a:endParaRPr lang="en-AU">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82" name="Freeform 6"/>
            <p:cNvSpPr/>
            <p:nvPr/>
          </p:nvSpPr>
          <p:spPr bwMode="auto">
            <a:xfrm rot="5400000">
              <a:off x="7535053" y="4309630"/>
              <a:ext cx="1101407" cy="476284"/>
            </a:xfrm>
            <a:custGeom>
              <a:avLst/>
              <a:gdLst>
                <a:gd name="T0" fmla="*/ 222 w 444"/>
                <a:gd name="T1" fmla="*/ 0 h 192"/>
                <a:gd name="T2" fmla="*/ 444 w 444"/>
                <a:gd name="T3" fmla="*/ 192 h 192"/>
                <a:gd name="T4" fmla="*/ 222 w 444"/>
                <a:gd name="T5" fmla="*/ 192 h 192"/>
                <a:gd name="T6" fmla="*/ 0 w 444"/>
                <a:gd name="T7" fmla="*/ 192 h 192"/>
                <a:gd name="T8" fmla="*/ 222 w 444"/>
                <a:gd name="T9" fmla="*/ 0 h 192"/>
              </a:gdLst>
              <a:ahLst/>
              <a:cxnLst>
                <a:cxn ang="0">
                  <a:pos x="T0" y="T1"/>
                </a:cxn>
                <a:cxn ang="0">
                  <a:pos x="T2" y="T3"/>
                </a:cxn>
                <a:cxn ang="0">
                  <a:pos x="T4" y="T5"/>
                </a:cxn>
                <a:cxn ang="0">
                  <a:pos x="T6" y="T7"/>
                </a:cxn>
                <a:cxn ang="0">
                  <a:pos x="T8" y="T9"/>
                </a:cxn>
              </a:cxnLst>
              <a:rect l="0" t="0" r="r" b="b"/>
              <a:pathLst>
                <a:path w="442" h="192">
                  <a:moveTo>
                    <a:pt x="222" y="0"/>
                  </a:moveTo>
                  <a:lnTo>
                    <a:pt x="444" y="192"/>
                  </a:lnTo>
                  <a:lnTo>
                    <a:pt x="222" y="192"/>
                  </a:lnTo>
                  <a:lnTo>
                    <a:pt x="0" y="192"/>
                  </a:lnTo>
                  <a:lnTo>
                    <a:pt x="222" y="0"/>
                  </a:lnTo>
                  <a:close/>
                </a:path>
              </a:pathLst>
            </a:custGeom>
            <a:solidFill>
              <a:srgbClr val="7F7F7F"/>
            </a:solidFill>
            <a:ln>
              <a:noFill/>
            </a:ln>
          </p:spPr>
          <p:txBody>
            <a:bodyPr vert="horz" wrap="square" lIns="91440" tIns="45720" rIns="91440" bIns="45720" numCol="1" anchor="t" anchorCtr="0" compatLnSpc="1"/>
            <a:lstStyle/>
            <a:p>
              <a:endParaRPr lang="en-AU">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83" name="Freeform 7"/>
            <p:cNvSpPr/>
            <p:nvPr/>
          </p:nvSpPr>
          <p:spPr bwMode="auto">
            <a:xfrm rot="5400000">
              <a:off x="5766353" y="3066827"/>
              <a:ext cx="560626" cy="1845600"/>
            </a:xfrm>
            <a:custGeom>
              <a:avLst/>
              <a:gdLst>
                <a:gd name="T0" fmla="*/ 0 w 226"/>
                <a:gd name="T1" fmla="*/ 744 h 744"/>
                <a:gd name="T2" fmla="*/ 0 w 226"/>
                <a:gd name="T3" fmla="*/ 0 h 744"/>
                <a:gd name="T4" fmla="*/ 226 w 226"/>
                <a:gd name="T5" fmla="*/ 178 h 744"/>
                <a:gd name="T6" fmla="*/ 226 w 226"/>
                <a:gd name="T7" fmla="*/ 744 h 744"/>
                <a:gd name="T8" fmla="*/ 0 w 226"/>
                <a:gd name="T9" fmla="*/ 744 h 744"/>
              </a:gdLst>
              <a:ahLst/>
              <a:cxnLst>
                <a:cxn ang="0">
                  <a:pos x="T0" y="T1"/>
                </a:cxn>
                <a:cxn ang="0">
                  <a:pos x="T2" y="T3"/>
                </a:cxn>
                <a:cxn ang="0">
                  <a:pos x="T4" y="T5"/>
                </a:cxn>
                <a:cxn ang="0">
                  <a:pos x="T6" y="T7"/>
                </a:cxn>
                <a:cxn ang="0">
                  <a:pos x="T8" y="T9"/>
                </a:cxn>
              </a:cxnLst>
              <a:rect l="0" t="0" r="r" b="b"/>
              <a:pathLst>
                <a:path w="226" h="744">
                  <a:moveTo>
                    <a:pt x="0" y="744"/>
                  </a:moveTo>
                  <a:lnTo>
                    <a:pt x="0" y="0"/>
                  </a:lnTo>
                  <a:lnTo>
                    <a:pt x="226" y="178"/>
                  </a:lnTo>
                  <a:lnTo>
                    <a:pt x="226" y="744"/>
                  </a:lnTo>
                  <a:lnTo>
                    <a:pt x="0" y="744"/>
                  </a:lnTo>
                  <a:close/>
                </a:path>
              </a:pathLst>
            </a:custGeom>
            <a:solidFill>
              <a:srgbClr val="335C80"/>
            </a:solidFill>
            <a:ln>
              <a:noFill/>
            </a:ln>
          </p:spPr>
          <p:txBody>
            <a:bodyPr vert="horz" wrap="square" lIns="91440" tIns="45720" rIns="91440" bIns="45720" numCol="1" anchor="t" anchorCtr="0" compatLnSpc="1"/>
            <a:lstStyle/>
            <a:p>
              <a:endParaRPr lang="en-AU">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84" name="Freeform 8"/>
            <p:cNvSpPr/>
            <p:nvPr/>
          </p:nvSpPr>
          <p:spPr bwMode="auto">
            <a:xfrm rot="5400000">
              <a:off x="4384633" y="3749004"/>
              <a:ext cx="1101407" cy="476284"/>
            </a:xfrm>
            <a:custGeom>
              <a:avLst/>
              <a:gdLst>
                <a:gd name="T0" fmla="*/ 222 w 444"/>
                <a:gd name="T1" fmla="*/ 192 h 192"/>
                <a:gd name="T2" fmla="*/ 444 w 444"/>
                <a:gd name="T3" fmla="*/ 0 h 192"/>
                <a:gd name="T4" fmla="*/ 222 w 444"/>
                <a:gd name="T5" fmla="*/ 0 h 192"/>
                <a:gd name="T6" fmla="*/ 0 w 444"/>
                <a:gd name="T7" fmla="*/ 0 h 192"/>
                <a:gd name="T8" fmla="*/ 222 w 444"/>
                <a:gd name="T9" fmla="*/ 192 h 192"/>
              </a:gdLst>
              <a:ahLst/>
              <a:cxnLst>
                <a:cxn ang="0">
                  <a:pos x="T0" y="T1"/>
                </a:cxn>
                <a:cxn ang="0">
                  <a:pos x="T2" y="T3"/>
                </a:cxn>
                <a:cxn ang="0">
                  <a:pos x="T4" y="T5"/>
                </a:cxn>
                <a:cxn ang="0">
                  <a:pos x="T6" y="T7"/>
                </a:cxn>
                <a:cxn ang="0">
                  <a:pos x="T8" y="T9"/>
                </a:cxn>
              </a:cxnLst>
              <a:rect l="0" t="0" r="r" b="b"/>
              <a:pathLst>
                <a:path w="442" h="192">
                  <a:moveTo>
                    <a:pt x="222" y="192"/>
                  </a:moveTo>
                  <a:lnTo>
                    <a:pt x="444" y="0"/>
                  </a:lnTo>
                  <a:lnTo>
                    <a:pt x="222" y="0"/>
                  </a:lnTo>
                  <a:lnTo>
                    <a:pt x="0" y="0"/>
                  </a:lnTo>
                  <a:lnTo>
                    <a:pt x="222" y="192"/>
                  </a:lnTo>
                  <a:close/>
                </a:path>
              </a:pathLst>
            </a:custGeom>
            <a:solidFill>
              <a:srgbClr val="335C80"/>
            </a:solidFill>
            <a:ln>
              <a:noFill/>
            </a:ln>
          </p:spPr>
          <p:txBody>
            <a:bodyPr vert="horz" wrap="square" lIns="91440" tIns="45720" rIns="91440" bIns="45720" numCol="1" anchor="t" anchorCtr="0" compatLnSpc="1"/>
            <a:lstStyle/>
            <a:p>
              <a:endParaRPr lang="en-AU">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85" name="Freeform 9"/>
            <p:cNvSpPr/>
            <p:nvPr/>
          </p:nvSpPr>
          <p:spPr bwMode="auto">
            <a:xfrm rot="5400000">
              <a:off x="6361707" y="2471471"/>
              <a:ext cx="560626" cy="1915059"/>
            </a:xfrm>
            <a:custGeom>
              <a:avLst/>
              <a:gdLst>
                <a:gd name="T0" fmla="*/ 226 w 226"/>
                <a:gd name="T1" fmla="*/ 0 h 772"/>
                <a:gd name="T2" fmla="*/ 226 w 226"/>
                <a:gd name="T3" fmla="*/ 772 h 772"/>
                <a:gd name="T4" fmla="*/ 0 w 226"/>
                <a:gd name="T5" fmla="*/ 594 h 772"/>
                <a:gd name="T6" fmla="*/ 0 w 226"/>
                <a:gd name="T7" fmla="*/ 0 h 772"/>
                <a:gd name="T8" fmla="*/ 226 w 226"/>
                <a:gd name="T9" fmla="*/ 0 h 772"/>
              </a:gdLst>
              <a:ahLst/>
              <a:cxnLst>
                <a:cxn ang="0">
                  <a:pos x="T0" y="T1"/>
                </a:cxn>
                <a:cxn ang="0">
                  <a:pos x="T2" y="T3"/>
                </a:cxn>
                <a:cxn ang="0">
                  <a:pos x="T4" y="T5"/>
                </a:cxn>
                <a:cxn ang="0">
                  <a:pos x="T6" y="T7"/>
                </a:cxn>
                <a:cxn ang="0">
                  <a:pos x="T8" y="T9"/>
                </a:cxn>
              </a:cxnLst>
              <a:rect l="0" t="0" r="r" b="b"/>
              <a:pathLst>
                <a:path w="226" h="772">
                  <a:moveTo>
                    <a:pt x="226" y="0"/>
                  </a:moveTo>
                  <a:lnTo>
                    <a:pt x="226" y="772"/>
                  </a:lnTo>
                  <a:lnTo>
                    <a:pt x="0" y="594"/>
                  </a:lnTo>
                  <a:lnTo>
                    <a:pt x="0" y="0"/>
                  </a:lnTo>
                  <a:lnTo>
                    <a:pt x="226" y="0"/>
                  </a:lnTo>
                  <a:close/>
                </a:path>
              </a:pathLst>
            </a:custGeom>
            <a:solidFill>
              <a:srgbClr val="7F7F7F"/>
            </a:solidFill>
            <a:ln>
              <a:noFill/>
            </a:ln>
          </p:spPr>
          <p:txBody>
            <a:bodyPr vert="horz" wrap="square" lIns="91440" tIns="45720" rIns="91440" bIns="45720" numCol="1" anchor="t" anchorCtr="0" compatLnSpc="1"/>
            <a:lstStyle/>
            <a:p>
              <a:endParaRPr lang="en-AU">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86" name="Freeform 10"/>
            <p:cNvSpPr/>
            <p:nvPr/>
          </p:nvSpPr>
          <p:spPr bwMode="auto">
            <a:xfrm rot="5400000">
              <a:off x="7237376" y="3188378"/>
              <a:ext cx="1101407" cy="476284"/>
            </a:xfrm>
            <a:custGeom>
              <a:avLst/>
              <a:gdLst>
                <a:gd name="T0" fmla="*/ 222 w 444"/>
                <a:gd name="T1" fmla="*/ 0 h 192"/>
                <a:gd name="T2" fmla="*/ 0 w 444"/>
                <a:gd name="T3" fmla="*/ 192 h 192"/>
                <a:gd name="T4" fmla="*/ 222 w 444"/>
                <a:gd name="T5" fmla="*/ 192 h 192"/>
                <a:gd name="T6" fmla="*/ 444 w 444"/>
                <a:gd name="T7" fmla="*/ 192 h 192"/>
                <a:gd name="T8" fmla="*/ 222 w 444"/>
                <a:gd name="T9" fmla="*/ 0 h 192"/>
              </a:gdLst>
              <a:ahLst/>
              <a:cxnLst>
                <a:cxn ang="0">
                  <a:pos x="T0" y="T1"/>
                </a:cxn>
                <a:cxn ang="0">
                  <a:pos x="T2" y="T3"/>
                </a:cxn>
                <a:cxn ang="0">
                  <a:pos x="T4" y="T5"/>
                </a:cxn>
                <a:cxn ang="0">
                  <a:pos x="T6" y="T7"/>
                </a:cxn>
                <a:cxn ang="0">
                  <a:pos x="T8" y="T9"/>
                </a:cxn>
              </a:cxnLst>
              <a:rect l="0" t="0" r="r" b="b"/>
              <a:pathLst>
                <a:path w="442" h="192">
                  <a:moveTo>
                    <a:pt x="222" y="0"/>
                  </a:moveTo>
                  <a:lnTo>
                    <a:pt x="0" y="192"/>
                  </a:lnTo>
                  <a:lnTo>
                    <a:pt x="222" y="192"/>
                  </a:lnTo>
                  <a:lnTo>
                    <a:pt x="444" y="192"/>
                  </a:lnTo>
                  <a:lnTo>
                    <a:pt x="222" y="0"/>
                  </a:lnTo>
                  <a:close/>
                </a:path>
              </a:pathLst>
            </a:custGeom>
            <a:solidFill>
              <a:srgbClr val="7F7F7F"/>
            </a:solidFill>
            <a:ln>
              <a:noFill/>
            </a:ln>
          </p:spPr>
          <p:txBody>
            <a:bodyPr vert="horz" wrap="square" lIns="91440" tIns="45720" rIns="91440" bIns="45720" numCol="1" anchor="t" anchorCtr="0" compatLnSpc="1"/>
            <a:lstStyle/>
            <a:p>
              <a:endParaRPr lang="en-AU">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87" name="Freeform 11"/>
            <p:cNvSpPr/>
            <p:nvPr/>
          </p:nvSpPr>
          <p:spPr bwMode="auto">
            <a:xfrm rot="5400000">
              <a:off x="5617514" y="1816581"/>
              <a:ext cx="560626" cy="2123433"/>
            </a:xfrm>
            <a:custGeom>
              <a:avLst/>
              <a:gdLst>
                <a:gd name="T0" fmla="*/ 226 w 226"/>
                <a:gd name="T1" fmla="*/ 856 h 856"/>
                <a:gd name="T2" fmla="*/ 226 w 226"/>
                <a:gd name="T3" fmla="*/ 0 h 856"/>
                <a:gd name="T4" fmla="*/ 0 w 226"/>
                <a:gd name="T5" fmla="*/ 178 h 856"/>
                <a:gd name="T6" fmla="*/ 0 w 226"/>
                <a:gd name="T7" fmla="*/ 856 h 856"/>
                <a:gd name="T8" fmla="*/ 226 w 226"/>
                <a:gd name="T9" fmla="*/ 856 h 856"/>
              </a:gdLst>
              <a:ahLst/>
              <a:cxnLst>
                <a:cxn ang="0">
                  <a:pos x="T0" y="T1"/>
                </a:cxn>
                <a:cxn ang="0">
                  <a:pos x="T2" y="T3"/>
                </a:cxn>
                <a:cxn ang="0">
                  <a:pos x="T4" y="T5"/>
                </a:cxn>
                <a:cxn ang="0">
                  <a:pos x="T6" y="T7"/>
                </a:cxn>
                <a:cxn ang="0">
                  <a:pos x="T8" y="T9"/>
                </a:cxn>
              </a:cxnLst>
              <a:rect l="0" t="0" r="r" b="b"/>
              <a:pathLst>
                <a:path w="226" h="856">
                  <a:moveTo>
                    <a:pt x="226" y="856"/>
                  </a:moveTo>
                  <a:lnTo>
                    <a:pt x="226" y="0"/>
                  </a:lnTo>
                  <a:lnTo>
                    <a:pt x="0" y="178"/>
                  </a:lnTo>
                  <a:lnTo>
                    <a:pt x="0" y="856"/>
                  </a:lnTo>
                  <a:lnTo>
                    <a:pt x="226" y="856"/>
                  </a:lnTo>
                  <a:close/>
                </a:path>
              </a:pathLst>
            </a:custGeom>
            <a:solidFill>
              <a:srgbClr val="335C80"/>
            </a:solidFill>
            <a:ln>
              <a:noFill/>
            </a:ln>
          </p:spPr>
          <p:txBody>
            <a:bodyPr vert="horz" wrap="square" lIns="91440" tIns="45720" rIns="91440" bIns="45720" numCol="1" anchor="t" anchorCtr="0" compatLnSpc="1"/>
            <a:lstStyle/>
            <a:p>
              <a:endParaRPr lang="en-AU">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88" name="Freeform 12"/>
            <p:cNvSpPr/>
            <p:nvPr/>
          </p:nvSpPr>
          <p:spPr bwMode="auto">
            <a:xfrm rot="5400000">
              <a:off x="4096878" y="2637675"/>
              <a:ext cx="1101407" cy="476284"/>
            </a:xfrm>
            <a:custGeom>
              <a:avLst/>
              <a:gdLst>
                <a:gd name="T0" fmla="*/ 222 w 444"/>
                <a:gd name="T1" fmla="*/ 192 h 192"/>
                <a:gd name="T2" fmla="*/ 0 w 444"/>
                <a:gd name="T3" fmla="*/ 0 h 192"/>
                <a:gd name="T4" fmla="*/ 222 w 444"/>
                <a:gd name="T5" fmla="*/ 0 h 192"/>
                <a:gd name="T6" fmla="*/ 444 w 444"/>
                <a:gd name="T7" fmla="*/ 0 h 192"/>
                <a:gd name="T8" fmla="*/ 222 w 444"/>
                <a:gd name="T9" fmla="*/ 192 h 192"/>
              </a:gdLst>
              <a:ahLst/>
              <a:cxnLst>
                <a:cxn ang="0">
                  <a:pos x="T0" y="T1"/>
                </a:cxn>
                <a:cxn ang="0">
                  <a:pos x="T2" y="T3"/>
                </a:cxn>
                <a:cxn ang="0">
                  <a:pos x="T4" y="T5"/>
                </a:cxn>
                <a:cxn ang="0">
                  <a:pos x="T6" y="T7"/>
                </a:cxn>
                <a:cxn ang="0">
                  <a:pos x="T8" y="T9"/>
                </a:cxn>
              </a:cxnLst>
              <a:rect l="0" t="0" r="r" b="b"/>
              <a:pathLst>
                <a:path w="442" h="192">
                  <a:moveTo>
                    <a:pt x="222" y="192"/>
                  </a:moveTo>
                  <a:lnTo>
                    <a:pt x="0" y="0"/>
                  </a:lnTo>
                  <a:lnTo>
                    <a:pt x="222" y="0"/>
                  </a:lnTo>
                  <a:lnTo>
                    <a:pt x="444" y="0"/>
                  </a:lnTo>
                  <a:lnTo>
                    <a:pt x="222" y="192"/>
                  </a:lnTo>
                  <a:close/>
                </a:path>
              </a:pathLst>
            </a:custGeom>
            <a:solidFill>
              <a:srgbClr val="335C80"/>
            </a:solidFill>
            <a:ln>
              <a:noFill/>
            </a:ln>
          </p:spPr>
          <p:txBody>
            <a:bodyPr vert="horz" wrap="square" lIns="91440" tIns="45720" rIns="91440" bIns="45720" numCol="1" anchor="t" anchorCtr="0" compatLnSpc="1"/>
            <a:lstStyle/>
            <a:p>
              <a:endParaRPr lang="en-AU">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89" name="组合 88"/>
          <p:cNvGrpSpPr/>
          <p:nvPr/>
        </p:nvGrpSpPr>
        <p:grpSpPr>
          <a:xfrm>
            <a:off x="897407" y="1995456"/>
            <a:ext cx="2428480" cy="1431161"/>
            <a:chOff x="2136360" y="3893492"/>
            <a:chExt cx="1886136" cy="1431161"/>
          </a:xfrm>
        </p:grpSpPr>
        <p:sp>
          <p:nvSpPr>
            <p:cNvPr id="90" name="文本框 89"/>
            <p:cNvSpPr txBox="1"/>
            <p:nvPr/>
          </p:nvSpPr>
          <p:spPr>
            <a:xfrm>
              <a:off x="2136360" y="4262824"/>
              <a:ext cx="1886136" cy="1061829"/>
            </a:xfrm>
            <a:prstGeom prst="rect">
              <a:avLst/>
            </a:prstGeom>
            <a:noFill/>
          </p:spPr>
          <p:txBody>
            <a:bodyPr wrap="square" rtlCol="0">
              <a:spAutoFit/>
            </a:bodyPr>
            <a:lstStyle/>
            <a:p>
              <a:pPr algn="ctr">
                <a:lnSpc>
                  <a:spcPct val="150000"/>
                </a:lnSpc>
                <a:defRPr/>
              </a:pPr>
              <a:r>
                <a:rPr lang="zh-CN" altLang="en-US" sz="1400">
                  <a:solidFill>
                    <a:schemeClr val="tx1">
                      <a:lumMod val="75000"/>
                      <a:lumOff val="25000"/>
                    </a:schemeClr>
                  </a:solidFill>
                  <a:latin typeface="思源宋体 CN" panose="02020700000000000000" pitchFamily="18" charset="-122"/>
                  <a:ea typeface="思源宋体 CN" panose="02020700000000000000" pitchFamily="18"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400">
                <a:solidFill>
                  <a:schemeClr val="tx1">
                    <a:lumMod val="75000"/>
                    <a:lumOff val="25000"/>
                  </a:schemeClr>
                </a:solidFill>
                <a:latin typeface="思源宋体 CN" panose="02020700000000000000" pitchFamily="18" charset="-122"/>
                <a:ea typeface="思源宋体 CN" panose="02020700000000000000" pitchFamily="18" charset="-122"/>
                <a:sym typeface="思源黑体 Medium" panose="020B0600000000000000" pitchFamily="34" charset="-122"/>
              </a:endParaRPr>
            </a:p>
          </p:txBody>
        </p:sp>
        <p:sp>
          <p:nvSpPr>
            <p:cNvPr id="91" name="矩形 90"/>
            <p:cNvSpPr/>
            <p:nvPr/>
          </p:nvSpPr>
          <p:spPr>
            <a:xfrm>
              <a:off x="2529631" y="3893492"/>
              <a:ext cx="1099593" cy="461665"/>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92" name="组合 91"/>
          <p:cNvGrpSpPr/>
          <p:nvPr/>
        </p:nvGrpSpPr>
        <p:grpSpPr>
          <a:xfrm>
            <a:off x="897407" y="3874204"/>
            <a:ext cx="2428480" cy="1431161"/>
            <a:chOff x="2136360" y="3893492"/>
            <a:chExt cx="1886136" cy="1431161"/>
          </a:xfrm>
        </p:grpSpPr>
        <p:sp>
          <p:nvSpPr>
            <p:cNvPr id="93" name="文本框 92"/>
            <p:cNvSpPr txBox="1"/>
            <p:nvPr/>
          </p:nvSpPr>
          <p:spPr>
            <a:xfrm>
              <a:off x="2136360" y="4262824"/>
              <a:ext cx="1886136" cy="1061829"/>
            </a:xfrm>
            <a:prstGeom prst="rect">
              <a:avLst/>
            </a:prstGeom>
            <a:noFill/>
          </p:spPr>
          <p:txBody>
            <a:bodyPr wrap="square" rtlCol="0">
              <a:spAutoFit/>
            </a:bodyPr>
            <a:lstStyle/>
            <a:p>
              <a:pPr algn="ctr">
                <a:lnSpc>
                  <a:spcPct val="150000"/>
                </a:lnSpc>
                <a:defRPr/>
              </a:pPr>
              <a:r>
                <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94" name="矩形 93"/>
            <p:cNvSpPr/>
            <p:nvPr/>
          </p:nvSpPr>
          <p:spPr>
            <a:xfrm>
              <a:off x="2529631" y="3893492"/>
              <a:ext cx="1099593" cy="461665"/>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95" name="组合 94"/>
          <p:cNvGrpSpPr/>
          <p:nvPr/>
        </p:nvGrpSpPr>
        <p:grpSpPr>
          <a:xfrm>
            <a:off x="8995291" y="1995456"/>
            <a:ext cx="2428480" cy="1431161"/>
            <a:chOff x="2136360" y="3893492"/>
            <a:chExt cx="1886136" cy="1431161"/>
          </a:xfrm>
        </p:grpSpPr>
        <p:sp>
          <p:nvSpPr>
            <p:cNvPr id="96" name="文本框 95"/>
            <p:cNvSpPr txBox="1"/>
            <p:nvPr/>
          </p:nvSpPr>
          <p:spPr>
            <a:xfrm>
              <a:off x="2136360" y="4262824"/>
              <a:ext cx="1886136" cy="1061829"/>
            </a:xfrm>
            <a:prstGeom prst="rect">
              <a:avLst/>
            </a:prstGeom>
            <a:noFill/>
          </p:spPr>
          <p:txBody>
            <a:bodyPr wrap="square" rtlCol="0">
              <a:spAutoFit/>
            </a:bodyPr>
            <a:lstStyle/>
            <a:p>
              <a:pPr algn="ctr">
                <a:lnSpc>
                  <a:spcPct val="150000"/>
                </a:lnSpc>
                <a:defRPr/>
              </a:pPr>
              <a:r>
                <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97" name="矩形 96"/>
            <p:cNvSpPr/>
            <p:nvPr/>
          </p:nvSpPr>
          <p:spPr>
            <a:xfrm>
              <a:off x="2529631" y="3893492"/>
              <a:ext cx="1099593" cy="461665"/>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98" name="组合 97"/>
          <p:cNvGrpSpPr/>
          <p:nvPr/>
        </p:nvGrpSpPr>
        <p:grpSpPr>
          <a:xfrm>
            <a:off x="8995291" y="3874204"/>
            <a:ext cx="2428480" cy="1431161"/>
            <a:chOff x="2136360" y="3893492"/>
            <a:chExt cx="1886136" cy="1431161"/>
          </a:xfrm>
        </p:grpSpPr>
        <p:sp>
          <p:nvSpPr>
            <p:cNvPr id="99" name="文本框 98"/>
            <p:cNvSpPr txBox="1"/>
            <p:nvPr/>
          </p:nvSpPr>
          <p:spPr>
            <a:xfrm>
              <a:off x="2136360" y="4262824"/>
              <a:ext cx="1886136" cy="1061829"/>
            </a:xfrm>
            <a:prstGeom prst="rect">
              <a:avLst/>
            </a:prstGeom>
            <a:noFill/>
          </p:spPr>
          <p:txBody>
            <a:bodyPr wrap="square" rtlCol="0">
              <a:spAutoFit/>
            </a:bodyPr>
            <a:lstStyle/>
            <a:p>
              <a:pPr algn="ctr">
                <a:lnSpc>
                  <a:spcPct val="150000"/>
                </a:lnSpc>
                <a:defRPr/>
              </a:pPr>
              <a:r>
                <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100" name="矩形 99"/>
            <p:cNvSpPr/>
            <p:nvPr/>
          </p:nvSpPr>
          <p:spPr>
            <a:xfrm>
              <a:off x="2529631" y="3893492"/>
              <a:ext cx="1099593" cy="461665"/>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6" presetClass="entr" presetSubtype="32" fill="hold" nodeType="afterEffect">
                                  <p:stCondLst>
                                    <p:cond delay="0"/>
                                  </p:stCondLst>
                                  <p:childTnLst>
                                    <p:set>
                                      <p:cBhvr>
                                        <p:cTn id="10" dur="1" fill="hold">
                                          <p:stCondLst>
                                            <p:cond delay="0"/>
                                          </p:stCondLst>
                                        </p:cTn>
                                        <p:tgtEl>
                                          <p:spTgt spid="79"/>
                                        </p:tgtEl>
                                        <p:attrNameLst>
                                          <p:attrName>style.visibility</p:attrName>
                                        </p:attrNameLst>
                                      </p:cBhvr>
                                      <p:to>
                                        <p:strVal val="visible"/>
                                      </p:to>
                                    </p:set>
                                    <p:animEffect transition="in" filter="circle(out)">
                                      <p:cBhvr>
                                        <p:cTn id="11" dur="500"/>
                                        <p:tgtEl>
                                          <p:spTgt spid="79"/>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nodeType="clickEffect">
                                  <p:stCondLst>
                                    <p:cond delay="0"/>
                                  </p:stCondLst>
                                  <p:childTnLst>
                                    <p:set>
                                      <p:cBhvr>
                                        <p:cTn id="15" dur="1" fill="hold">
                                          <p:stCondLst>
                                            <p:cond delay="0"/>
                                          </p:stCondLst>
                                        </p:cTn>
                                        <p:tgtEl>
                                          <p:spTgt spid="89"/>
                                        </p:tgtEl>
                                        <p:attrNameLst>
                                          <p:attrName>style.visibility</p:attrName>
                                        </p:attrNameLst>
                                      </p:cBhvr>
                                      <p:to>
                                        <p:strVal val="visible"/>
                                      </p:to>
                                    </p:set>
                                    <p:animEffect transition="in" filter="fade">
                                      <p:cBhvr>
                                        <p:cTn id="16" dur="1000"/>
                                        <p:tgtEl>
                                          <p:spTgt spid="89"/>
                                        </p:tgtEl>
                                      </p:cBhvr>
                                    </p:animEffect>
                                    <p:anim calcmode="lin" valueType="num">
                                      <p:cBhvr>
                                        <p:cTn id="17" dur="1000" fill="hold"/>
                                        <p:tgtEl>
                                          <p:spTgt spid="89"/>
                                        </p:tgtEl>
                                        <p:attrNameLst>
                                          <p:attrName>ppt_x</p:attrName>
                                        </p:attrNameLst>
                                      </p:cBhvr>
                                      <p:tavLst>
                                        <p:tav tm="0">
                                          <p:val>
                                            <p:strVal val="#ppt_x"/>
                                          </p:val>
                                        </p:tav>
                                        <p:tav tm="100000">
                                          <p:val>
                                            <p:strVal val="#ppt_x"/>
                                          </p:val>
                                        </p:tav>
                                      </p:tavLst>
                                    </p:anim>
                                    <p:anim calcmode="lin" valueType="num">
                                      <p:cBhvr>
                                        <p:cTn id="18" dur="1000" fill="hold"/>
                                        <p:tgtEl>
                                          <p:spTgt spid="89"/>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92"/>
                                        </p:tgtEl>
                                        <p:attrNameLst>
                                          <p:attrName>style.visibility</p:attrName>
                                        </p:attrNameLst>
                                      </p:cBhvr>
                                      <p:to>
                                        <p:strVal val="visible"/>
                                      </p:to>
                                    </p:set>
                                    <p:animEffect transition="in" filter="fade">
                                      <p:cBhvr>
                                        <p:cTn id="23" dur="1000"/>
                                        <p:tgtEl>
                                          <p:spTgt spid="92"/>
                                        </p:tgtEl>
                                      </p:cBhvr>
                                    </p:animEffect>
                                    <p:anim calcmode="lin" valueType="num">
                                      <p:cBhvr>
                                        <p:cTn id="24" dur="1000" fill="hold"/>
                                        <p:tgtEl>
                                          <p:spTgt spid="92"/>
                                        </p:tgtEl>
                                        <p:attrNameLst>
                                          <p:attrName>ppt_x</p:attrName>
                                        </p:attrNameLst>
                                      </p:cBhvr>
                                      <p:tavLst>
                                        <p:tav tm="0">
                                          <p:val>
                                            <p:strVal val="#ppt_x"/>
                                          </p:val>
                                        </p:tav>
                                        <p:tav tm="100000">
                                          <p:val>
                                            <p:strVal val="#ppt_x"/>
                                          </p:val>
                                        </p:tav>
                                      </p:tavLst>
                                    </p:anim>
                                    <p:anim calcmode="lin" valueType="num">
                                      <p:cBhvr>
                                        <p:cTn id="25" dur="1000" fill="hold"/>
                                        <p:tgtEl>
                                          <p:spTgt spid="92"/>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95"/>
                                        </p:tgtEl>
                                        <p:attrNameLst>
                                          <p:attrName>style.visibility</p:attrName>
                                        </p:attrNameLst>
                                      </p:cBhvr>
                                      <p:to>
                                        <p:strVal val="visible"/>
                                      </p:to>
                                    </p:set>
                                    <p:animEffect transition="in" filter="fade">
                                      <p:cBhvr>
                                        <p:cTn id="30" dur="1000"/>
                                        <p:tgtEl>
                                          <p:spTgt spid="95"/>
                                        </p:tgtEl>
                                      </p:cBhvr>
                                    </p:animEffect>
                                    <p:anim calcmode="lin" valueType="num">
                                      <p:cBhvr>
                                        <p:cTn id="31" dur="1000" fill="hold"/>
                                        <p:tgtEl>
                                          <p:spTgt spid="95"/>
                                        </p:tgtEl>
                                        <p:attrNameLst>
                                          <p:attrName>ppt_x</p:attrName>
                                        </p:attrNameLst>
                                      </p:cBhvr>
                                      <p:tavLst>
                                        <p:tav tm="0">
                                          <p:val>
                                            <p:strVal val="#ppt_x"/>
                                          </p:val>
                                        </p:tav>
                                        <p:tav tm="100000">
                                          <p:val>
                                            <p:strVal val="#ppt_x"/>
                                          </p:val>
                                        </p:tav>
                                      </p:tavLst>
                                    </p:anim>
                                    <p:anim calcmode="lin" valueType="num">
                                      <p:cBhvr>
                                        <p:cTn id="32" dur="1000" fill="hold"/>
                                        <p:tgtEl>
                                          <p:spTgt spid="95"/>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98"/>
                                        </p:tgtEl>
                                        <p:attrNameLst>
                                          <p:attrName>style.visibility</p:attrName>
                                        </p:attrNameLst>
                                      </p:cBhvr>
                                      <p:to>
                                        <p:strVal val="visible"/>
                                      </p:to>
                                    </p:set>
                                    <p:animEffect transition="in" filter="fade">
                                      <p:cBhvr>
                                        <p:cTn id="37" dur="1000"/>
                                        <p:tgtEl>
                                          <p:spTgt spid="98"/>
                                        </p:tgtEl>
                                      </p:cBhvr>
                                    </p:animEffect>
                                    <p:anim calcmode="lin" valueType="num">
                                      <p:cBhvr>
                                        <p:cTn id="38" dur="1000" fill="hold"/>
                                        <p:tgtEl>
                                          <p:spTgt spid="98"/>
                                        </p:tgtEl>
                                        <p:attrNameLst>
                                          <p:attrName>ppt_x</p:attrName>
                                        </p:attrNameLst>
                                      </p:cBhvr>
                                      <p:tavLst>
                                        <p:tav tm="0">
                                          <p:val>
                                            <p:strVal val="#ppt_x"/>
                                          </p:val>
                                        </p:tav>
                                        <p:tav tm="100000">
                                          <p:val>
                                            <p:strVal val="#ppt_x"/>
                                          </p:val>
                                        </p:tav>
                                      </p:tavLst>
                                    </p:anim>
                                    <p:anim calcmode="lin" valueType="num">
                                      <p:cBhvr>
                                        <p:cTn id="39" dur="1000" fill="hold"/>
                                        <p:tgtEl>
                                          <p:spTgt spid="9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71451" y="184719"/>
            <a:ext cx="11849100" cy="1432832"/>
          </a:xfrm>
          <a:prstGeom prst="rect">
            <a:avLst/>
          </a:prstGeom>
          <a:solidFill>
            <a:srgbClr val="395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9" name="文本框 8"/>
          <p:cNvSpPr txBox="1"/>
          <p:nvPr/>
        </p:nvSpPr>
        <p:spPr>
          <a:xfrm>
            <a:off x="1496195" y="3545741"/>
            <a:ext cx="9152756" cy="1172629"/>
          </a:xfrm>
          <a:prstGeom prst="rect">
            <a:avLst/>
          </a:prstGeom>
          <a:noFill/>
        </p:spPr>
        <p:txBody>
          <a:bodyPr wrap="square" rtlCol="0">
            <a:spAutoFit/>
          </a:bodyPr>
          <a:lstStyle/>
          <a:p>
            <a:pPr algn="ctr">
              <a:lnSpc>
                <a:spcPct val="130000"/>
              </a:lnSpc>
            </a:pPr>
            <a:r>
              <a:rPr lang="zh-CN" altLang="en-US" sz="5400" b="1">
                <a:solidFill>
                  <a:srgbClr val="255580"/>
                </a:solidFill>
                <a:latin typeface="微软雅黑" panose="020B0503020204020204" pitchFamily="34" charset="-122"/>
                <a:ea typeface="微软雅黑" panose="020B0503020204020204" pitchFamily="34" charset="-122"/>
                <a:cs typeface="+mn-ea"/>
                <a:sym typeface="思源黑体" panose="020B0500000000000000" pitchFamily="34" charset="-122"/>
              </a:rPr>
              <a:t>第二部分</a:t>
            </a:r>
            <a:r>
              <a:rPr lang="en-US" altLang="zh-CN" sz="5400" b="1">
                <a:solidFill>
                  <a:srgbClr val="255580"/>
                </a:solidFill>
                <a:latin typeface="微软雅黑" panose="020B0503020204020204" pitchFamily="34" charset="-122"/>
                <a:ea typeface="微软雅黑" panose="020B0503020204020204" pitchFamily="34" charset="-122"/>
                <a:cs typeface="+mn-ea"/>
                <a:sym typeface="思源黑体" panose="020B0500000000000000" pitchFamily="34" charset="-122"/>
              </a:rPr>
              <a:t>  </a:t>
            </a:r>
            <a:r>
              <a:rPr lang="zh-CN" altLang="en-US" sz="5400" b="1">
                <a:solidFill>
                  <a:srgbClr val="255580"/>
                </a:solidFill>
                <a:latin typeface="微软雅黑" panose="020B0503020204020204" pitchFamily="34" charset="-122"/>
                <a:ea typeface="微软雅黑" panose="020B0503020204020204" pitchFamily="34" charset="-122"/>
                <a:cs typeface="+mn-ea"/>
                <a:sym typeface="思源黑体" panose="020B0500000000000000" pitchFamily="34" charset="-122"/>
              </a:rPr>
              <a:t>研究方法与思路</a:t>
            </a:r>
            <a:endParaRPr lang="zh-CN" altLang="en-US" sz="5400" b="1">
              <a:solidFill>
                <a:srgbClr val="255580"/>
              </a:solidFill>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10" name="矩形 9"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2215149" y="4607661"/>
            <a:ext cx="7767052" cy="535531"/>
          </a:xfrm>
          <a:prstGeom prst="rect">
            <a:avLst/>
          </a:prstGeom>
        </p:spPr>
        <p:txBody>
          <a:bodyPr wrap="square">
            <a:spAutoFit/>
          </a:bodyPr>
          <a:lstStyle/>
          <a:p>
            <a:pPr algn="ctr">
              <a:lnSpc>
                <a:spcPct val="120000"/>
              </a:lnSpc>
            </a:pPr>
            <a:r>
              <a:rPr lang="zh-CN" altLang="en-US" sz="1200" spc="300">
                <a:solidFill>
                  <a:schemeClr val="bg1">
                    <a:lumMod val="50000"/>
                  </a:schemeClr>
                </a:solidFill>
                <a:latin typeface="微软雅黑" panose="020B0503020204020204" pitchFamily="34" charset="-122"/>
                <a:ea typeface="微软雅黑" panose="020B0503020204020204" pitchFamily="34" charset="-122"/>
                <a:sym typeface="思源黑体" panose="020B0500000000000000" pitchFamily="34" charset="-122"/>
              </a:rPr>
              <a:t>在此录入上述图表的描述说明，在此录入上述图表的描述说明。在此录入上述图表的描述说明，在此录入上述图表的描述说明。</a:t>
            </a:r>
            <a:endParaRPr lang="zh-CN" altLang="en-US" sz="1200" spc="300">
              <a:solidFill>
                <a:schemeClr val="bg1">
                  <a:lumMod val="50000"/>
                </a:schemeClr>
              </a:solidFill>
              <a:latin typeface="微软雅黑" panose="020B0503020204020204" pitchFamily="34" charset="-122"/>
              <a:ea typeface="微软雅黑" panose="020B0503020204020204" pitchFamily="34" charset="-122"/>
              <a:sym typeface="思源黑体" panose="020B0500000000000000" pitchFamily="34" charset="-122"/>
            </a:endParaRPr>
          </a:p>
        </p:txBody>
      </p:sp>
      <p:sp>
        <p:nvSpPr>
          <p:cNvPr id="14" name="椭圆 18"/>
          <p:cNvSpPr>
            <a:spLocks noChangeArrowheads="1"/>
          </p:cNvSpPr>
          <p:nvPr/>
        </p:nvSpPr>
        <p:spPr bwMode="auto">
          <a:xfrm>
            <a:off x="4848995" y="763468"/>
            <a:ext cx="2447156" cy="2452540"/>
          </a:xfrm>
          <a:prstGeom prst="ellipse">
            <a:avLst/>
          </a:prstGeom>
          <a:solidFill>
            <a:srgbClr val="395E7F"/>
          </a:solidFill>
          <a:ln w="38100">
            <a:solidFill>
              <a:schemeClr val="bg1">
                <a:lumMod val="75000"/>
              </a:schemeClr>
            </a:solid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defTabSz="457200">
              <a:spcBef>
                <a:spcPct val="0"/>
              </a:spcBef>
              <a:buNone/>
            </a:pPr>
            <a:endParaRPr lang="zh-CN" altLang="zh-CN" sz="2400">
              <a:solidFill>
                <a:srgbClr val="FFFFFF"/>
              </a:solidFill>
              <a:cs typeface="+mn-ea"/>
              <a:sym typeface="思源黑体" panose="020B0500000000000000" pitchFamily="34" charset="-122"/>
            </a:endParaRPr>
          </a:p>
        </p:txBody>
      </p:sp>
      <p:sp>
        <p:nvSpPr>
          <p:cNvPr id="15" name="medal-of-award_49824"/>
          <p:cNvSpPr>
            <a:spLocks noChangeAspect="1"/>
          </p:cNvSpPr>
          <p:nvPr/>
        </p:nvSpPr>
        <p:spPr bwMode="auto">
          <a:xfrm>
            <a:off x="5214931" y="1415111"/>
            <a:ext cx="1762140" cy="1134076"/>
          </a:xfrm>
          <a:custGeom>
            <a:avLst/>
            <a:gdLst>
              <a:gd name="connsiteX0" fmla="*/ 104550 w 604718"/>
              <a:gd name="connsiteY0" fmla="*/ 208330 h 382112"/>
              <a:gd name="connsiteX1" fmla="*/ 156180 w 604718"/>
              <a:gd name="connsiteY1" fmla="*/ 208330 h 382112"/>
              <a:gd name="connsiteX2" fmla="*/ 261642 w 604718"/>
              <a:gd name="connsiteY2" fmla="*/ 248878 h 382112"/>
              <a:gd name="connsiteX3" fmla="*/ 298947 w 604718"/>
              <a:gd name="connsiteY3" fmla="*/ 255007 h 382112"/>
              <a:gd name="connsiteX4" fmla="*/ 340187 w 604718"/>
              <a:gd name="connsiteY4" fmla="*/ 247621 h 382112"/>
              <a:gd name="connsiteX5" fmla="*/ 433687 w 604718"/>
              <a:gd name="connsiteY5" fmla="*/ 208330 h 382112"/>
              <a:gd name="connsiteX6" fmla="*/ 490825 w 604718"/>
              <a:gd name="connsiteY6" fmla="*/ 208330 h 382112"/>
              <a:gd name="connsiteX7" fmla="*/ 490825 w 604718"/>
              <a:gd name="connsiteY7" fmla="*/ 271509 h 382112"/>
              <a:gd name="connsiteX8" fmla="*/ 458400 w 604718"/>
              <a:gd name="connsiteY8" fmla="*/ 320701 h 382112"/>
              <a:gd name="connsiteX9" fmla="*/ 329326 w 604718"/>
              <a:gd name="connsiteY9" fmla="*/ 376337 h 382112"/>
              <a:gd name="connsiteX10" fmla="*/ 264632 w 604718"/>
              <a:gd name="connsiteY10" fmla="*/ 376337 h 382112"/>
              <a:gd name="connsiteX11" fmla="*/ 136819 w 604718"/>
              <a:gd name="connsiteY11" fmla="*/ 320701 h 382112"/>
              <a:gd name="connsiteX12" fmla="*/ 104550 w 604718"/>
              <a:gd name="connsiteY12" fmla="*/ 271509 h 382112"/>
              <a:gd name="connsiteX13" fmla="*/ 300973 w 604718"/>
              <a:gd name="connsiteY13" fmla="*/ 5 h 382112"/>
              <a:gd name="connsiteX14" fmla="*/ 334162 w 604718"/>
              <a:gd name="connsiteY14" fmla="*/ 4701 h 382112"/>
              <a:gd name="connsiteX15" fmla="*/ 581267 w 604718"/>
              <a:gd name="connsiteY15" fmla="*/ 92552 h 382112"/>
              <a:gd name="connsiteX16" fmla="*/ 588822 w 604718"/>
              <a:gd name="connsiteY16" fmla="*/ 114398 h 382112"/>
              <a:gd name="connsiteX17" fmla="*/ 589136 w 604718"/>
              <a:gd name="connsiteY17" fmla="*/ 114398 h 382112"/>
              <a:gd name="connsiteX18" fmla="*/ 589136 w 604718"/>
              <a:gd name="connsiteY18" fmla="*/ 270771 h 382112"/>
              <a:gd name="connsiteX19" fmla="*/ 604718 w 604718"/>
              <a:gd name="connsiteY19" fmla="*/ 321376 h 382112"/>
              <a:gd name="connsiteX20" fmla="*/ 561278 w 604718"/>
              <a:gd name="connsiteY20" fmla="*/ 321376 h 382112"/>
              <a:gd name="connsiteX21" fmla="*/ 576388 w 604718"/>
              <a:gd name="connsiteY21" fmla="*/ 271242 h 382112"/>
              <a:gd name="connsiteX22" fmla="*/ 576388 w 604718"/>
              <a:gd name="connsiteY22" fmla="*/ 120370 h 382112"/>
              <a:gd name="connsiteX23" fmla="*/ 333376 w 604718"/>
              <a:gd name="connsiteY23" fmla="*/ 222680 h 382112"/>
              <a:gd name="connsiteX24" fmla="*/ 268058 w 604718"/>
              <a:gd name="connsiteY24" fmla="*/ 223780 h 382112"/>
              <a:gd name="connsiteX25" fmla="*/ 13556 w 604718"/>
              <a:gd name="connsiteY25" fmla="*/ 125870 h 382112"/>
              <a:gd name="connsiteX26" fmla="*/ 13714 w 604718"/>
              <a:gd name="connsiteY26" fmla="*/ 100882 h 382112"/>
              <a:gd name="connsiteX27" fmla="*/ 267901 w 604718"/>
              <a:gd name="connsiteY27" fmla="*/ 5329 h 382112"/>
              <a:gd name="connsiteX28" fmla="*/ 300973 w 604718"/>
              <a:gd name="connsiteY28" fmla="*/ 5 h 38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4718" h="382112">
                <a:moveTo>
                  <a:pt x="104550" y="208330"/>
                </a:moveTo>
                <a:lnTo>
                  <a:pt x="156180" y="208330"/>
                </a:lnTo>
                <a:lnTo>
                  <a:pt x="261642" y="248878"/>
                </a:lnTo>
                <a:cubicBezTo>
                  <a:pt x="274864" y="253907"/>
                  <a:pt x="289188" y="255007"/>
                  <a:pt x="298947" y="255007"/>
                </a:cubicBezTo>
                <a:cubicBezTo>
                  <a:pt x="314373" y="255007"/>
                  <a:pt x="329012" y="252493"/>
                  <a:pt x="340187" y="247621"/>
                </a:cubicBezTo>
                <a:lnTo>
                  <a:pt x="433687" y="208330"/>
                </a:lnTo>
                <a:lnTo>
                  <a:pt x="490825" y="208330"/>
                </a:lnTo>
                <a:lnTo>
                  <a:pt x="490825" y="271509"/>
                </a:lnTo>
                <a:cubicBezTo>
                  <a:pt x="490825" y="290998"/>
                  <a:pt x="476344" y="313000"/>
                  <a:pt x="458400" y="320701"/>
                </a:cubicBezTo>
                <a:lnTo>
                  <a:pt x="329326" y="376337"/>
                </a:lnTo>
                <a:cubicBezTo>
                  <a:pt x="311382" y="384038"/>
                  <a:pt x="282419" y="384038"/>
                  <a:pt x="264632" y="376337"/>
                </a:cubicBezTo>
                <a:lnTo>
                  <a:pt x="136819" y="320701"/>
                </a:lnTo>
                <a:cubicBezTo>
                  <a:pt x="119032" y="313000"/>
                  <a:pt x="104550" y="290998"/>
                  <a:pt x="104550" y="271509"/>
                </a:cubicBezTo>
                <a:close/>
                <a:moveTo>
                  <a:pt x="300973" y="5"/>
                </a:moveTo>
                <a:cubicBezTo>
                  <a:pt x="312954" y="-93"/>
                  <a:pt x="324955" y="1479"/>
                  <a:pt x="334162" y="4701"/>
                </a:cubicBezTo>
                <a:lnTo>
                  <a:pt x="581267" y="92552"/>
                </a:lnTo>
                <a:cubicBezTo>
                  <a:pt x="596849" y="98053"/>
                  <a:pt x="599210" y="107168"/>
                  <a:pt x="588822" y="114398"/>
                </a:cubicBezTo>
                <a:lnTo>
                  <a:pt x="589136" y="114398"/>
                </a:lnTo>
                <a:lnTo>
                  <a:pt x="589136" y="270771"/>
                </a:lnTo>
                <a:lnTo>
                  <a:pt x="604718" y="321376"/>
                </a:lnTo>
                <a:lnTo>
                  <a:pt x="561278" y="321376"/>
                </a:lnTo>
                <a:lnTo>
                  <a:pt x="576388" y="271242"/>
                </a:lnTo>
                <a:lnTo>
                  <a:pt x="576388" y="120370"/>
                </a:lnTo>
                <a:lnTo>
                  <a:pt x="333376" y="222680"/>
                </a:lnTo>
                <a:cubicBezTo>
                  <a:pt x="315433" y="230224"/>
                  <a:pt x="286158" y="230695"/>
                  <a:pt x="268058" y="223780"/>
                </a:cubicBezTo>
                <a:lnTo>
                  <a:pt x="13556" y="125870"/>
                </a:lnTo>
                <a:cubicBezTo>
                  <a:pt x="-4544" y="118798"/>
                  <a:pt x="-4544" y="107640"/>
                  <a:pt x="13714" y="100882"/>
                </a:cubicBezTo>
                <a:lnTo>
                  <a:pt x="267901" y="5329"/>
                </a:lnTo>
                <a:cubicBezTo>
                  <a:pt x="277030" y="1872"/>
                  <a:pt x="288991" y="104"/>
                  <a:pt x="300973" y="5"/>
                </a:cubicBezTo>
                <a:close/>
              </a:path>
            </a:pathLst>
          </a:custGeom>
          <a:solidFill>
            <a:schemeClr val="bg1"/>
          </a:solidFill>
          <a:ln w="31750">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30A081"/>
              </a:solidFill>
              <a:effectLst/>
              <a:uLnTx/>
              <a:uFillTx/>
              <a:latin typeface="微软雅黑" panose="020B0503020204020204" pitchFamily="34" charset="-122"/>
              <a:ea typeface="微软雅黑" panose="020B0503020204020204" pitchFamily="34" charset="-122"/>
              <a:sym typeface="思源黑体" panose="020B05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10"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30"/>
          <p:cNvSpPr>
            <a:spLocks noChangeArrowheads="1"/>
          </p:cNvSpPr>
          <p:nvPr/>
        </p:nvSpPr>
        <p:spPr bwMode="auto">
          <a:xfrm>
            <a:off x="934588" y="322124"/>
            <a:ext cx="4065203"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457200">
              <a:spcBef>
                <a:spcPct val="0"/>
              </a:spcBef>
              <a:buNone/>
            </a:pPr>
            <a:r>
              <a:rPr lang="zh-CN" altLang="en-US" sz="2400">
                <a:solidFill>
                  <a:srgbClr val="325B7F"/>
                </a:solidFill>
                <a:cs typeface="+mn-ea"/>
                <a:sym typeface="思源黑体" panose="020B0500000000000000" pitchFamily="34" charset="-122"/>
              </a:rPr>
              <a:t>添加论文第二部分内容标题</a:t>
            </a:r>
            <a:endParaRPr lang="zh-CN" altLang="en-US" sz="2400">
              <a:solidFill>
                <a:srgbClr val="325B7F"/>
              </a:solidFill>
              <a:cs typeface="+mn-ea"/>
              <a:sym typeface="思源黑体" panose="020B0500000000000000" pitchFamily="34" charset="-122"/>
            </a:endParaRPr>
          </a:p>
        </p:txBody>
      </p:sp>
      <p:cxnSp>
        <p:nvCxnSpPr>
          <p:cNvPr id="42" name="Straight Connector 36"/>
          <p:cNvCxnSpPr/>
          <p:nvPr/>
        </p:nvCxnSpPr>
        <p:spPr>
          <a:xfrm rot="10800000">
            <a:off x="5508943" y="2690250"/>
            <a:ext cx="1187147" cy="1672"/>
          </a:xfrm>
          <a:prstGeom prst="line">
            <a:avLst/>
          </a:prstGeom>
          <a:ln w="19050">
            <a:solidFill>
              <a:schemeClr val="bg1">
                <a:lumMod val="75000"/>
              </a:schemeClr>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43" name="Straight Connector 31"/>
          <p:cNvCxnSpPr/>
          <p:nvPr/>
        </p:nvCxnSpPr>
        <p:spPr>
          <a:xfrm rot="10800000">
            <a:off x="5508943" y="4824396"/>
            <a:ext cx="1187147" cy="1672"/>
          </a:xfrm>
          <a:prstGeom prst="line">
            <a:avLst/>
          </a:prstGeom>
          <a:ln w="19050">
            <a:solidFill>
              <a:schemeClr val="bg1">
                <a:lumMod val="75000"/>
              </a:schemeClr>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44" name="Group 22"/>
          <p:cNvGrpSpPr/>
          <p:nvPr/>
        </p:nvGrpSpPr>
        <p:grpSpPr>
          <a:xfrm>
            <a:off x="4152902" y="2143233"/>
            <a:ext cx="1004423" cy="1074328"/>
            <a:chOff x="947582" y="1574028"/>
            <a:chExt cx="1209747" cy="1293941"/>
          </a:xfrm>
          <a:solidFill>
            <a:srgbClr val="335C80"/>
          </a:solidFill>
        </p:grpSpPr>
        <p:sp>
          <p:nvSpPr>
            <p:cNvPr id="61" name="Sev01"/>
            <p:cNvSpPr/>
            <p:nvPr/>
          </p:nvSpPr>
          <p:spPr>
            <a:xfrm rot="18900000">
              <a:off x="947582" y="1658222"/>
              <a:ext cx="1209747" cy="120974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solidFill>
                  <a:schemeClr val="accent1">
                    <a:lumMod val="50000"/>
                  </a:schemeClr>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62" name="Sev01"/>
            <p:cNvSpPr/>
            <p:nvPr/>
          </p:nvSpPr>
          <p:spPr>
            <a:xfrm rot="18900000">
              <a:off x="947582" y="1574028"/>
              <a:ext cx="1209747" cy="120974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solidFill>
                  <a:schemeClr val="accent1">
                    <a:lumMod val="50000"/>
                  </a:schemeClr>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45" name="Group 23"/>
          <p:cNvGrpSpPr/>
          <p:nvPr/>
        </p:nvGrpSpPr>
        <p:grpSpPr>
          <a:xfrm>
            <a:off x="7034673" y="2139948"/>
            <a:ext cx="1004427" cy="1061479"/>
            <a:chOff x="2971937" y="1574028"/>
            <a:chExt cx="1209747" cy="1278466"/>
          </a:xfrm>
          <a:solidFill>
            <a:srgbClr val="7F7F7F"/>
          </a:solidFill>
        </p:grpSpPr>
        <p:sp>
          <p:nvSpPr>
            <p:cNvPr id="59" name="Sev02"/>
            <p:cNvSpPr/>
            <p:nvPr/>
          </p:nvSpPr>
          <p:spPr>
            <a:xfrm rot="18900000">
              <a:off x="2971937" y="1642747"/>
              <a:ext cx="1209747" cy="120974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solidFill>
                  <a:schemeClr val="accent2">
                    <a:lumMod val="50000"/>
                  </a:schemeClr>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60" name="Sev02"/>
            <p:cNvSpPr/>
            <p:nvPr/>
          </p:nvSpPr>
          <p:spPr>
            <a:xfrm rot="18900000">
              <a:off x="2971937" y="1574028"/>
              <a:ext cx="1209747" cy="120974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solidFill>
                  <a:schemeClr val="accent2">
                    <a:lumMod val="50000"/>
                  </a:schemeClr>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46" name="Group 24"/>
          <p:cNvGrpSpPr/>
          <p:nvPr/>
        </p:nvGrpSpPr>
        <p:grpSpPr>
          <a:xfrm>
            <a:off x="4181088" y="4353530"/>
            <a:ext cx="1004427" cy="1058346"/>
            <a:chOff x="5008643" y="1574028"/>
            <a:chExt cx="1209747" cy="1274691"/>
          </a:xfrm>
          <a:solidFill>
            <a:srgbClr val="7F7F7F"/>
          </a:solidFill>
        </p:grpSpPr>
        <p:sp>
          <p:nvSpPr>
            <p:cNvPr id="57" name="Sev03"/>
            <p:cNvSpPr/>
            <p:nvPr/>
          </p:nvSpPr>
          <p:spPr>
            <a:xfrm rot="18900000">
              <a:off x="5008643" y="1638972"/>
              <a:ext cx="1209747" cy="120974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solidFill>
                  <a:schemeClr val="accent3">
                    <a:lumMod val="50000"/>
                  </a:schemeClr>
                </a:solidFill>
                <a:latin typeface="微软雅黑" panose="020B0503020204020204" pitchFamily="34" charset="-122"/>
                <a:ea typeface="微软雅黑" panose="020B0503020204020204" pitchFamily="34" charset="-122"/>
                <a:cs typeface="+mj-cs"/>
                <a:sym typeface="思源黑体 Medium" panose="020B0600000000000000" pitchFamily="34" charset="-122"/>
              </a:endParaRPr>
            </a:p>
          </p:txBody>
        </p:sp>
        <p:sp>
          <p:nvSpPr>
            <p:cNvPr id="58" name="Sev03"/>
            <p:cNvSpPr/>
            <p:nvPr/>
          </p:nvSpPr>
          <p:spPr>
            <a:xfrm rot="18900000">
              <a:off x="5008643" y="1574028"/>
              <a:ext cx="1209747" cy="120974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solidFill>
                  <a:schemeClr val="accent3">
                    <a:lumMod val="50000"/>
                  </a:schemeClr>
                </a:solidFill>
                <a:latin typeface="微软雅黑" panose="020B0503020204020204" pitchFamily="34" charset="-122"/>
                <a:ea typeface="微软雅黑" panose="020B0503020204020204" pitchFamily="34" charset="-122"/>
                <a:cs typeface="+mj-cs"/>
                <a:sym typeface="思源黑体 Medium" panose="020B0600000000000000" pitchFamily="34" charset="-122"/>
              </a:endParaRPr>
            </a:p>
          </p:txBody>
        </p:sp>
      </p:grpSp>
      <p:grpSp>
        <p:nvGrpSpPr>
          <p:cNvPr id="47" name="Group 26"/>
          <p:cNvGrpSpPr/>
          <p:nvPr/>
        </p:nvGrpSpPr>
        <p:grpSpPr>
          <a:xfrm>
            <a:off x="7016389" y="4354334"/>
            <a:ext cx="1004427" cy="1061479"/>
            <a:chOff x="6995968" y="1574028"/>
            <a:chExt cx="1209747" cy="1278466"/>
          </a:xfrm>
          <a:solidFill>
            <a:srgbClr val="335C80"/>
          </a:solidFill>
        </p:grpSpPr>
        <p:sp>
          <p:nvSpPr>
            <p:cNvPr id="55" name="Sev04"/>
            <p:cNvSpPr/>
            <p:nvPr/>
          </p:nvSpPr>
          <p:spPr>
            <a:xfrm rot="18900000">
              <a:off x="6995968" y="1642747"/>
              <a:ext cx="1209747" cy="120974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solidFill>
                  <a:schemeClr val="accent4">
                    <a:lumMod val="50000"/>
                  </a:schemeClr>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6" name="Sev04"/>
            <p:cNvSpPr/>
            <p:nvPr/>
          </p:nvSpPr>
          <p:spPr>
            <a:xfrm rot="18900000">
              <a:off x="6995968" y="1574028"/>
              <a:ext cx="1209747" cy="120974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solidFill>
                  <a:schemeClr val="accent4">
                    <a:lumMod val="50000"/>
                  </a:schemeClr>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sp>
        <p:nvSpPr>
          <p:cNvPr id="48" name="Freeform 52"/>
          <p:cNvSpPr>
            <a:spLocks noEditPoints="1"/>
          </p:cNvSpPr>
          <p:nvPr/>
        </p:nvSpPr>
        <p:spPr bwMode="auto">
          <a:xfrm>
            <a:off x="7326313" y="4635075"/>
            <a:ext cx="384579" cy="413753"/>
          </a:xfrm>
          <a:custGeom>
            <a:avLst/>
            <a:gdLst/>
            <a:ahLst/>
            <a:cxnLst>
              <a:cxn ang="0">
                <a:pos x="67" y="67"/>
              </a:cxn>
              <a:cxn ang="0">
                <a:pos x="61" y="72"/>
              </a:cxn>
              <a:cxn ang="0">
                <a:pos x="5" y="72"/>
              </a:cxn>
              <a:cxn ang="0">
                <a:pos x="0" y="67"/>
              </a:cxn>
              <a:cxn ang="0">
                <a:pos x="0" y="16"/>
              </a:cxn>
              <a:cxn ang="0">
                <a:pos x="5" y="11"/>
              </a:cxn>
              <a:cxn ang="0">
                <a:pos x="10" y="11"/>
              </a:cxn>
              <a:cxn ang="0">
                <a:pos x="10" y="7"/>
              </a:cxn>
              <a:cxn ang="0">
                <a:pos x="16" y="0"/>
              </a:cxn>
              <a:cxn ang="0">
                <a:pos x="19" y="0"/>
              </a:cxn>
              <a:cxn ang="0">
                <a:pos x="25" y="7"/>
              </a:cxn>
              <a:cxn ang="0">
                <a:pos x="25" y="11"/>
              </a:cxn>
              <a:cxn ang="0">
                <a:pos x="41" y="11"/>
              </a:cxn>
              <a:cxn ang="0">
                <a:pos x="41" y="7"/>
              </a:cxn>
              <a:cxn ang="0">
                <a:pos x="47" y="0"/>
              </a:cxn>
              <a:cxn ang="0">
                <a:pos x="50" y="0"/>
              </a:cxn>
              <a:cxn ang="0">
                <a:pos x="56" y="7"/>
              </a:cxn>
              <a:cxn ang="0">
                <a:pos x="56" y="11"/>
              </a:cxn>
              <a:cxn ang="0">
                <a:pos x="61" y="11"/>
              </a:cxn>
              <a:cxn ang="0">
                <a:pos x="67" y="16"/>
              </a:cxn>
              <a:cxn ang="0">
                <a:pos x="67" y="67"/>
              </a:cxn>
              <a:cxn ang="0">
                <a:pos x="61" y="67"/>
              </a:cxn>
              <a:cxn ang="0">
                <a:pos x="61" y="26"/>
              </a:cxn>
              <a:cxn ang="0">
                <a:pos x="5" y="26"/>
              </a:cxn>
              <a:cxn ang="0">
                <a:pos x="5" y="67"/>
              </a:cxn>
              <a:cxn ang="0">
                <a:pos x="61" y="67"/>
              </a:cxn>
              <a:cxn ang="0">
                <a:pos x="20" y="7"/>
              </a:cxn>
              <a:cxn ang="0">
                <a:pos x="19" y="5"/>
              </a:cxn>
              <a:cxn ang="0">
                <a:pos x="16" y="5"/>
              </a:cxn>
              <a:cxn ang="0">
                <a:pos x="15" y="7"/>
              </a:cxn>
              <a:cxn ang="0">
                <a:pos x="15" y="18"/>
              </a:cxn>
              <a:cxn ang="0">
                <a:pos x="16" y="20"/>
              </a:cxn>
              <a:cxn ang="0">
                <a:pos x="19" y="20"/>
              </a:cxn>
              <a:cxn ang="0">
                <a:pos x="20" y="18"/>
              </a:cxn>
              <a:cxn ang="0">
                <a:pos x="20" y="7"/>
              </a:cxn>
              <a:cxn ang="0">
                <a:pos x="51" y="7"/>
              </a:cxn>
              <a:cxn ang="0">
                <a:pos x="50" y="5"/>
              </a:cxn>
              <a:cxn ang="0">
                <a:pos x="47" y="5"/>
              </a:cxn>
              <a:cxn ang="0">
                <a:pos x="46" y="7"/>
              </a:cxn>
              <a:cxn ang="0">
                <a:pos x="46" y="18"/>
              </a:cxn>
              <a:cxn ang="0">
                <a:pos x="47" y="20"/>
              </a:cxn>
              <a:cxn ang="0">
                <a:pos x="50" y="20"/>
              </a:cxn>
              <a:cxn ang="0">
                <a:pos x="51" y="18"/>
              </a:cxn>
              <a:cxn ang="0">
                <a:pos x="51" y="7"/>
              </a:cxn>
            </a:cxnLst>
            <a:rect l="0" t="0" r="r" b="b"/>
            <a:pathLst>
              <a:path w="67" h="72">
                <a:moveTo>
                  <a:pt x="67" y="67"/>
                </a:moveTo>
                <a:cubicBezTo>
                  <a:pt x="67" y="70"/>
                  <a:pt x="64" y="72"/>
                  <a:pt x="61" y="72"/>
                </a:cubicBezTo>
                <a:cubicBezTo>
                  <a:pt x="5" y="72"/>
                  <a:pt x="5" y="72"/>
                  <a:pt x="5" y="72"/>
                </a:cubicBezTo>
                <a:cubicBezTo>
                  <a:pt x="2" y="72"/>
                  <a:pt x="0" y="70"/>
                  <a:pt x="0" y="67"/>
                </a:cubicBezTo>
                <a:cubicBezTo>
                  <a:pt x="0" y="16"/>
                  <a:pt x="0" y="16"/>
                  <a:pt x="0" y="16"/>
                </a:cubicBezTo>
                <a:cubicBezTo>
                  <a:pt x="0" y="13"/>
                  <a:pt x="2" y="11"/>
                  <a:pt x="5" y="11"/>
                </a:cubicBezTo>
                <a:cubicBezTo>
                  <a:pt x="10" y="11"/>
                  <a:pt x="10" y="11"/>
                  <a:pt x="10" y="11"/>
                </a:cubicBezTo>
                <a:cubicBezTo>
                  <a:pt x="10" y="7"/>
                  <a:pt x="10" y="7"/>
                  <a:pt x="10" y="7"/>
                </a:cubicBezTo>
                <a:cubicBezTo>
                  <a:pt x="10" y="3"/>
                  <a:pt x="13" y="0"/>
                  <a:pt x="16" y="0"/>
                </a:cubicBezTo>
                <a:cubicBezTo>
                  <a:pt x="19" y="0"/>
                  <a:pt x="19" y="0"/>
                  <a:pt x="19" y="0"/>
                </a:cubicBezTo>
                <a:cubicBezTo>
                  <a:pt x="23" y="0"/>
                  <a:pt x="25" y="3"/>
                  <a:pt x="25" y="7"/>
                </a:cubicBezTo>
                <a:cubicBezTo>
                  <a:pt x="25" y="11"/>
                  <a:pt x="25" y="11"/>
                  <a:pt x="25" y="11"/>
                </a:cubicBezTo>
                <a:cubicBezTo>
                  <a:pt x="41" y="11"/>
                  <a:pt x="41" y="11"/>
                  <a:pt x="41" y="11"/>
                </a:cubicBezTo>
                <a:cubicBezTo>
                  <a:pt x="41" y="7"/>
                  <a:pt x="41" y="7"/>
                  <a:pt x="41" y="7"/>
                </a:cubicBezTo>
                <a:cubicBezTo>
                  <a:pt x="41" y="3"/>
                  <a:pt x="44" y="0"/>
                  <a:pt x="47" y="0"/>
                </a:cubicBezTo>
                <a:cubicBezTo>
                  <a:pt x="50" y="0"/>
                  <a:pt x="50" y="0"/>
                  <a:pt x="50" y="0"/>
                </a:cubicBezTo>
                <a:cubicBezTo>
                  <a:pt x="53" y="0"/>
                  <a:pt x="56" y="3"/>
                  <a:pt x="56" y="7"/>
                </a:cubicBezTo>
                <a:cubicBezTo>
                  <a:pt x="56" y="11"/>
                  <a:pt x="56" y="11"/>
                  <a:pt x="56" y="11"/>
                </a:cubicBezTo>
                <a:cubicBezTo>
                  <a:pt x="61" y="11"/>
                  <a:pt x="61" y="11"/>
                  <a:pt x="61" y="11"/>
                </a:cubicBezTo>
                <a:cubicBezTo>
                  <a:pt x="64" y="11"/>
                  <a:pt x="67" y="13"/>
                  <a:pt x="67" y="16"/>
                </a:cubicBezTo>
                <a:lnTo>
                  <a:pt x="67" y="67"/>
                </a:lnTo>
                <a:close/>
                <a:moveTo>
                  <a:pt x="61" y="67"/>
                </a:moveTo>
                <a:cubicBezTo>
                  <a:pt x="61" y="26"/>
                  <a:pt x="61" y="26"/>
                  <a:pt x="61" y="26"/>
                </a:cubicBezTo>
                <a:cubicBezTo>
                  <a:pt x="5" y="26"/>
                  <a:pt x="5" y="26"/>
                  <a:pt x="5" y="26"/>
                </a:cubicBezTo>
                <a:cubicBezTo>
                  <a:pt x="5" y="67"/>
                  <a:pt x="5" y="67"/>
                  <a:pt x="5" y="67"/>
                </a:cubicBezTo>
                <a:lnTo>
                  <a:pt x="61" y="67"/>
                </a:lnTo>
                <a:close/>
                <a:moveTo>
                  <a:pt x="20" y="7"/>
                </a:moveTo>
                <a:cubicBezTo>
                  <a:pt x="20" y="6"/>
                  <a:pt x="20" y="5"/>
                  <a:pt x="19" y="5"/>
                </a:cubicBezTo>
                <a:cubicBezTo>
                  <a:pt x="16" y="5"/>
                  <a:pt x="16" y="5"/>
                  <a:pt x="16" y="5"/>
                </a:cubicBezTo>
                <a:cubicBezTo>
                  <a:pt x="16" y="5"/>
                  <a:pt x="15" y="6"/>
                  <a:pt x="15" y="7"/>
                </a:cubicBezTo>
                <a:cubicBezTo>
                  <a:pt x="15" y="18"/>
                  <a:pt x="15" y="18"/>
                  <a:pt x="15" y="18"/>
                </a:cubicBezTo>
                <a:cubicBezTo>
                  <a:pt x="15" y="19"/>
                  <a:pt x="16" y="20"/>
                  <a:pt x="16" y="20"/>
                </a:cubicBezTo>
                <a:cubicBezTo>
                  <a:pt x="19" y="20"/>
                  <a:pt x="19" y="20"/>
                  <a:pt x="19" y="20"/>
                </a:cubicBezTo>
                <a:cubicBezTo>
                  <a:pt x="20" y="20"/>
                  <a:pt x="20" y="19"/>
                  <a:pt x="20" y="18"/>
                </a:cubicBezTo>
                <a:lnTo>
                  <a:pt x="20" y="7"/>
                </a:lnTo>
                <a:close/>
                <a:moveTo>
                  <a:pt x="51" y="7"/>
                </a:moveTo>
                <a:cubicBezTo>
                  <a:pt x="51" y="6"/>
                  <a:pt x="51" y="5"/>
                  <a:pt x="50" y="5"/>
                </a:cubicBezTo>
                <a:cubicBezTo>
                  <a:pt x="47" y="5"/>
                  <a:pt x="47" y="5"/>
                  <a:pt x="47" y="5"/>
                </a:cubicBezTo>
                <a:cubicBezTo>
                  <a:pt x="47" y="5"/>
                  <a:pt x="46" y="6"/>
                  <a:pt x="46" y="7"/>
                </a:cubicBezTo>
                <a:cubicBezTo>
                  <a:pt x="46" y="18"/>
                  <a:pt x="46" y="18"/>
                  <a:pt x="46" y="18"/>
                </a:cubicBezTo>
                <a:cubicBezTo>
                  <a:pt x="46" y="19"/>
                  <a:pt x="47" y="20"/>
                  <a:pt x="47" y="20"/>
                </a:cubicBezTo>
                <a:cubicBezTo>
                  <a:pt x="50" y="20"/>
                  <a:pt x="50" y="20"/>
                  <a:pt x="50" y="20"/>
                </a:cubicBezTo>
                <a:cubicBezTo>
                  <a:pt x="51" y="20"/>
                  <a:pt x="51" y="19"/>
                  <a:pt x="51" y="18"/>
                </a:cubicBezTo>
                <a:lnTo>
                  <a:pt x="51" y="7"/>
                </a:lnTo>
                <a:close/>
              </a:path>
            </a:pathLst>
          </a:custGeom>
          <a:solidFill>
            <a:schemeClr val="bg1"/>
          </a:solidFill>
          <a:ln w="9525">
            <a:noFill/>
            <a:round/>
          </a:ln>
        </p:spPr>
        <p:txBody>
          <a:bodyPr vert="horz" wrap="square" lIns="91440" tIns="45720" rIns="91440" bIns="45720" numCol="1" anchor="t" anchorCtr="0" compatLnSpc="1"/>
          <a:lstStyle/>
          <a:p>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49" name="Freeform 42"/>
          <p:cNvSpPr>
            <a:spLocks noEditPoints="1"/>
          </p:cNvSpPr>
          <p:nvPr/>
        </p:nvSpPr>
        <p:spPr bwMode="auto">
          <a:xfrm>
            <a:off x="4445584" y="2447212"/>
            <a:ext cx="419057" cy="360707"/>
          </a:xfrm>
          <a:custGeom>
            <a:avLst/>
            <a:gdLst/>
            <a:ahLst/>
            <a:cxnLst>
              <a:cxn ang="0">
                <a:pos x="73" y="47"/>
              </a:cxn>
              <a:cxn ang="0">
                <a:pos x="67" y="53"/>
              </a:cxn>
              <a:cxn ang="0">
                <a:pos x="46" y="53"/>
              </a:cxn>
              <a:cxn ang="0">
                <a:pos x="48" y="60"/>
              </a:cxn>
              <a:cxn ang="0">
                <a:pos x="46" y="63"/>
              </a:cxn>
              <a:cxn ang="0">
                <a:pos x="26" y="63"/>
              </a:cxn>
              <a:cxn ang="0">
                <a:pos x="24" y="60"/>
              </a:cxn>
              <a:cxn ang="0">
                <a:pos x="26" y="53"/>
              </a:cxn>
              <a:cxn ang="0">
                <a:pos x="6" y="53"/>
              </a:cxn>
              <a:cxn ang="0">
                <a:pos x="0" y="47"/>
              </a:cxn>
              <a:cxn ang="0">
                <a:pos x="0" y="6"/>
              </a:cxn>
              <a:cxn ang="0">
                <a:pos x="6" y="0"/>
              </a:cxn>
              <a:cxn ang="0">
                <a:pos x="67" y="0"/>
              </a:cxn>
              <a:cxn ang="0">
                <a:pos x="73" y="6"/>
              </a:cxn>
              <a:cxn ang="0">
                <a:pos x="73" y="47"/>
              </a:cxn>
              <a:cxn ang="0">
                <a:pos x="68" y="6"/>
              </a:cxn>
              <a:cxn ang="0">
                <a:pos x="67" y="5"/>
              </a:cxn>
              <a:cxn ang="0">
                <a:pos x="6" y="5"/>
              </a:cxn>
              <a:cxn ang="0">
                <a:pos x="5" y="6"/>
              </a:cxn>
              <a:cxn ang="0">
                <a:pos x="5" y="37"/>
              </a:cxn>
              <a:cxn ang="0">
                <a:pos x="6" y="39"/>
              </a:cxn>
              <a:cxn ang="0">
                <a:pos x="67" y="39"/>
              </a:cxn>
              <a:cxn ang="0">
                <a:pos x="68" y="37"/>
              </a:cxn>
              <a:cxn ang="0">
                <a:pos x="68" y="6"/>
              </a:cxn>
            </a:cxnLst>
            <a:rect l="0" t="0" r="r" b="b"/>
            <a:pathLst>
              <a:path w="73" h="62">
                <a:moveTo>
                  <a:pt x="73" y="47"/>
                </a:moveTo>
                <a:cubicBezTo>
                  <a:pt x="73" y="50"/>
                  <a:pt x="70" y="53"/>
                  <a:pt x="67" y="53"/>
                </a:cubicBezTo>
                <a:cubicBezTo>
                  <a:pt x="46" y="53"/>
                  <a:pt x="46" y="53"/>
                  <a:pt x="46" y="53"/>
                </a:cubicBezTo>
                <a:cubicBezTo>
                  <a:pt x="46" y="56"/>
                  <a:pt x="48" y="59"/>
                  <a:pt x="48" y="60"/>
                </a:cubicBezTo>
                <a:cubicBezTo>
                  <a:pt x="48" y="62"/>
                  <a:pt x="47" y="63"/>
                  <a:pt x="46" y="63"/>
                </a:cubicBezTo>
                <a:cubicBezTo>
                  <a:pt x="26" y="63"/>
                  <a:pt x="26" y="63"/>
                  <a:pt x="26" y="63"/>
                </a:cubicBezTo>
                <a:cubicBezTo>
                  <a:pt x="25" y="63"/>
                  <a:pt x="24" y="62"/>
                  <a:pt x="24" y="60"/>
                </a:cubicBezTo>
                <a:cubicBezTo>
                  <a:pt x="24" y="59"/>
                  <a:pt x="26" y="56"/>
                  <a:pt x="26" y="53"/>
                </a:cubicBezTo>
                <a:cubicBezTo>
                  <a:pt x="6" y="53"/>
                  <a:pt x="6" y="53"/>
                  <a:pt x="6" y="53"/>
                </a:cubicBezTo>
                <a:cubicBezTo>
                  <a:pt x="2" y="53"/>
                  <a:pt x="0" y="50"/>
                  <a:pt x="0" y="47"/>
                </a:cubicBezTo>
                <a:cubicBezTo>
                  <a:pt x="0" y="6"/>
                  <a:pt x="0" y="6"/>
                  <a:pt x="0" y="6"/>
                </a:cubicBezTo>
                <a:cubicBezTo>
                  <a:pt x="0" y="2"/>
                  <a:pt x="2" y="0"/>
                  <a:pt x="6" y="0"/>
                </a:cubicBezTo>
                <a:cubicBezTo>
                  <a:pt x="67" y="0"/>
                  <a:pt x="67" y="0"/>
                  <a:pt x="67" y="0"/>
                </a:cubicBezTo>
                <a:cubicBezTo>
                  <a:pt x="70" y="0"/>
                  <a:pt x="73" y="2"/>
                  <a:pt x="73" y="6"/>
                </a:cubicBezTo>
                <a:lnTo>
                  <a:pt x="73" y="47"/>
                </a:lnTo>
                <a:close/>
                <a:moveTo>
                  <a:pt x="68" y="6"/>
                </a:moveTo>
                <a:cubicBezTo>
                  <a:pt x="68" y="5"/>
                  <a:pt x="67" y="5"/>
                  <a:pt x="67" y="5"/>
                </a:cubicBezTo>
                <a:cubicBezTo>
                  <a:pt x="6" y="5"/>
                  <a:pt x="6" y="5"/>
                  <a:pt x="6" y="5"/>
                </a:cubicBezTo>
                <a:cubicBezTo>
                  <a:pt x="5" y="5"/>
                  <a:pt x="5" y="5"/>
                  <a:pt x="5" y="6"/>
                </a:cubicBezTo>
                <a:cubicBezTo>
                  <a:pt x="5" y="37"/>
                  <a:pt x="5" y="37"/>
                  <a:pt x="5" y="37"/>
                </a:cubicBezTo>
                <a:cubicBezTo>
                  <a:pt x="5" y="38"/>
                  <a:pt x="5" y="39"/>
                  <a:pt x="6" y="39"/>
                </a:cubicBezTo>
                <a:cubicBezTo>
                  <a:pt x="67" y="39"/>
                  <a:pt x="67" y="39"/>
                  <a:pt x="67" y="39"/>
                </a:cubicBezTo>
                <a:cubicBezTo>
                  <a:pt x="67" y="39"/>
                  <a:pt x="68" y="38"/>
                  <a:pt x="68" y="37"/>
                </a:cubicBezTo>
                <a:lnTo>
                  <a:pt x="68" y="6"/>
                </a:lnTo>
                <a:close/>
              </a:path>
            </a:pathLst>
          </a:custGeom>
          <a:solidFill>
            <a:schemeClr val="bg2"/>
          </a:solidFill>
          <a:ln w="9525">
            <a:noFill/>
            <a:round/>
          </a:ln>
        </p:spPr>
        <p:txBody>
          <a:bodyPr vert="horz" wrap="square" lIns="91440" tIns="45720" rIns="91440" bIns="45720" numCol="1" anchor="t" anchorCtr="0" compatLnSpc="1"/>
          <a:lstStyle/>
          <a:p>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0" name="Freeform 178"/>
          <p:cNvSpPr>
            <a:spLocks noEditPoints="1"/>
          </p:cNvSpPr>
          <p:nvPr/>
        </p:nvSpPr>
        <p:spPr bwMode="auto">
          <a:xfrm>
            <a:off x="4473773" y="4684141"/>
            <a:ext cx="419057" cy="315619"/>
          </a:xfrm>
          <a:custGeom>
            <a:avLst/>
            <a:gdLst/>
            <a:ahLst/>
            <a:cxnLst>
              <a:cxn ang="0">
                <a:pos x="158" y="119"/>
              </a:cxn>
              <a:cxn ang="0">
                <a:pos x="0" y="119"/>
              </a:cxn>
              <a:cxn ang="0">
                <a:pos x="0" y="0"/>
              </a:cxn>
              <a:cxn ang="0">
                <a:pos x="9" y="0"/>
              </a:cxn>
              <a:cxn ang="0">
                <a:pos x="9" y="108"/>
              </a:cxn>
              <a:cxn ang="0">
                <a:pos x="158" y="108"/>
              </a:cxn>
              <a:cxn ang="0">
                <a:pos x="158" y="119"/>
              </a:cxn>
              <a:cxn ang="0">
                <a:pos x="50" y="99"/>
              </a:cxn>
              <a:cxn ang="0">
                <a:pos x="29" y="99"/>
              </a:cxn>
              <a:cxn ang="0">
                <a:pos x="29" y="60"/>
              </a:cxn>
              <a:cxn ang="0">
                <a:pos x="50" y="60"/>
              </a:cxn>
              <a:cxn ang="0">
                <a:pos x="50" y="99"/>
              </a:cxn>
              <a:cxn ang="0">
                <a:pos x="78" y="99"/>
              </a:cxn>
              <a:cxn ang="0">
                <a:pos x="59" y="99"/>
              </a:cxn>
              <a:cxn ang="0">
                <a:pos x="59" y="19"/>
              </a:cxn>
              <a:cxn ang="0">
                <a:pos x="78" y="19"/>
              </a:cxn>
              <a:cxn ang="0">
                <a:pos x="78" y="99"/>
              </a:cxn>
              <a:cxn ang="0">
                <a:pos x="109" y="99"/>
              </a:cxn>
              <a:cxn ang="0">
                <a:pos x="89" y="99"/>
              </a:cxn>
              <a:cxn ang="0">
                <a:pos x="89" y="39"/>
              </a:cxn>
              <a:cxn ang="0">
                <a:pos x="109" y="39"/>
              </a:cxn>
              <a:cxn ang="0">
                <a:pos x="109" y="99"/>
              </a:cxn>
              <a:cxn ang="0">
                <a:pos x="139" y="99"/>
              </a:cxn>
              <a:cxn ang="0">
                <a:pos x="119" y="99"/>
              </a:cxn>
              <a:cxn ang="0">
                <a:pos x="119" y="11"/>
              </a:cxn>
              <a:cxn ang="0">
                <a:pos x="139" y="11"/>
              </a:cxn>
              <a:cxn ang="0">
                <a:pos x="139" y="99"/>
              </a:cxn>
            </a:cxnLst>
            <a:rect l="0" t="0" r="r" b="b"/>
            <a:pathLst>
              <a:path w="158" h="119">
                <a:moveTo>
                  <a:pt x="158" y="119"/>
                </a:moveTo>
                <a:lnTo>
                  <a:pt x="0" y="119"/>
                </a:lnTo>
                <a:lnTo>
                  <a:pt x="0" y="0"/>
                </a:lnTo>
                <a:lnTo>
                  <a:pt x="9" y="0"/>
                </a:lnTo>
                <a:lnTo>
                  <a:pt x="9" y="108"/>
                </a:lnTo>
                <a:lnTo>
                  <a:pt x="158" y="108"/>
                </a:lnTo>
                <a:lnTo>
                  <a:pt x="158" y="119"/>
                </a:lnTo>
                <a:close/>
                <a:moveTo>
                  <a:pt x="50" y="99"/>
                </a:moveTo>
                <a:lnTo>
                  <a:pt x="29" y="99"/>
                </a:lnTo>
                <a:lnTo>
                  <a:pt x="29" y="60"/>
                </a:lnTo>
                <a:lnTo>
                  <a:pt x="50" y="60"/>
                </a:lnTo>
                <a:lnTo>
                  <a:pt x="50" y="99"/>
                </a:lnTo>
                <a:close/>
                <a:moveTo>
                  <a:pt x="78" y="99"/>
                </a:moveTo>
                <a:lnTo>
                  <a:pt x="59" y="99"/>
                </a:lnTo>
                <a:lnTo>
                  <a:pt x="59" y="19"/>
                </a:lnTo>
                <a:lnTo>
                  <a:pt x="78" y="19"/>
                </a:lnTo>
                <a:lnTo>
                  <a:pt x="78" y="99"/>
                </a:lnTo>
                <a:close/>
                <a:moveTo>
                  <a:pt x="109" y="99"/>
                </a:moveTo>
                <a:lnTo>
                  <a:pt x="89" y="99"/>
                </a:lnTo>
                <a:lnTo>
                  <a:pt x="89" y="39"/>
                </a:lnTo>
                <a:lnTo>
                  <a:pt x="109" y="39"/>
                </a:lnTo>
                <a:lnTo>
                  <a:pt x="109" y="99"/>
                </a:lnTo>
                <a:close/>
                <a:moveTo>
                  <a:pt x="139" y="99"/>
                </a:moveTo>
                <a:lnTo>
                  <a:pt x="119" y="99"/>
                </a:lnTo>
                <a:lnTo>
                  <a:pt x="119" y="11"/>
                </a:lnTo>
                <a:lnTo>
                  <a:pt x="139" y="11"/>
                </a:lnTo>
                <a:lnTo>
                  <a:pt x="139" y="99"/>
                </a:lnTo>
                <a:close/>
              </a:path>
            </a:pathLst>
          </a:custGeom>
          <a:solidFill>
            <a:schemeClr val="bg1"/>
          </a:solidFill>
          <a:ln w="9525">
            <a:noFill/>
            <a:round/>
          </a:ln>
        </p:spPr>
        <p:txBody>
          <a:bodyPr vert="horz" wrap="square" lIns="91440" tIns="45720" rIns="91440" bIns="45720" numCol="1" anchor="t" anchorCtr="0" compatLnSpc="1"/>
          <a:lstStyle/>
          <a:p>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1" name="Freeform 86"/>
          <p:cNvSpPr>
            <a:spLocks noEditPoints="1"/>
          </p:cNvSpPr>
          <p:nvPr/>
        </p:nvSpPr>
        <p:spPr bwMode="auto">
          <a:xfrm>
            <a:off x="7393400" y="2386142"/>
            <a:ext cx="286977" cy="482847"/>
          </a:xfrm>
          <a:custGeom>
            <a:avLst/>
            <a:gdLst/>
            <a:ahLst/>
            <a:cxnLst>
              <a:cxn ang="0">
                <a:pos x="29" y="44"/>
              </a:cxn>
              <a:cxn ang="0">
                <a:pos x="24" y="49"/>
              </a:cxn>
              <a:cxn ang="0">
                <a:pos x="5" y="49"/>
              </a:cxn>
              <a:cxn ang="0">
                <a:pos x="0" y="44"/>
              </a:cxn>
              <a:cxn ang="0">
                <a:pos x="0" y="5"/>
              </a:cxn>
              <a:cxn ang="0">
                <a:pos x="5" y="0"/>
              </a:cxn>
              <a:cxn ang="0">
                <a:pos x="24" y="0"/>
              </a:cxn>
              <a:cxn ang="0">
                <a:pos x="29" y="5"/>
              </a:cxn>
              <a:cxn ang="0">
                <a:pos x="29" y="44"/>
              </a:cxn>
              <a:cxn ang="0">
                <a:pos x="25" y="11"/>
              </a:cxn>
              <a:cxn ang="0">
                <a:pos x="24" y="10"/>
              </a:cxn>
              <a:cxn ang="0">
                <a:pos x="5" y="10"/>
              </a:cxn>
              <a:cxn ang="0">
                <a:pos x="3" y="11"/>
              </a:cxn>
              <a:cxn ang="0">
                <a:pos x="3" y="38"/>
              </a:cxn>
              <a:cxn ang="0">
                <a:pos x="5" y="39"/>
              </a:cxn>
              <a:cxn ang="0">
                <a:pos x="24" y="39"/>
              </a:cxn>
              <a:cxn ang="0">
                <a:pos x="25" y="38"/>
              </a:cxn>
              <a:cxn ang="0">
                <a:pos x="25" y="11"/>
              </a:cxn>
              <a:cxn ang="0">
                <a:pos x="17" y="5"/>
              </a:cxn>
              <a:cxn ang="0">
                <a:pos x="11" y="5"/>
              </a:cxn>
              <a:cxn ang="0">
                <a:pos x="11" y="6"/>
              </a:cxn>
              <a:cxn ang="0">
                <a:pos x="11" y="6"/>
              </a:cxn>
              <a:cxn ang="0">
                <a:pos x="17" y="6"/>
              </a:cxn>
              <a:cxn ang="0">
                <a:pos x="18" y="6"/>
              </a:cxn>
              <a:cxn ang="0">
                <a:pos x="17" y="5"/>
              </a:cxn>
              <a:cxn ang="0">
                <a:pos x="14" y="41"/>
              </a:cxn>
              <a:cxn ang="0">
                <a:pos x="11" y="44"/>
              </a:cxn>
              <a:cxn ang="0">
                <a:pos x="14" y="47"/>
              </a:cxn>
              <a:cxn ang="0">
                <a:pos x="17" y="44"/>
              </a:cxn>
              <a:cxn ang="0">
                <a:pos x="14" y="41"/>
              </a:cxn>
            </a:cxnLst>
            <a:rect l="0" t="0" r="r" b="b"/>
            <a:pathLst>
              <a:path w="28" h="49">
                <a:moveTo>
                  <a:pt x="29" y="44"/>
                </a:moveTo>
                <a:cubicBezTo>
                  <a:pt x="29" y="47"/>
                  <a:pt x="27" y="49"/>
                  <a:pt x="24" y="49"/>
                </a:cubicBezTo>
                <a:cubicBezTo>
                  <a:pt x="5" y="49"/>
                  <a:pt x="5" y="49"/>
                  <a:pt x="5" y="49"/>
                </a:cubicBezTo>
                <a:cubicBezTo>
                  <a:pt x="2" y="49"/>
                  <a:pt x="0" y="47"/>
                  <a:pt x="0" y="44"/>
                </a:cubicBezTo>
                <a:cubicBezTo>
                  <a:pt x="0" y="5"/>
                  <a:pt x="0" y="5"/>
                  <a:pt x="0" y="5"/>
                </a:cubicBezTo>
                <a:cubicBezTo>
                  <a:pt x="0" y="3"/>
                  <a:pt x="2" y="0"/>
                  <a:pt x="5" y="0"/>
                </a:cubicBezTo>
                <a:cubicBezTo>
                  <a:pt x="24" y="0"/>
                  <a:pt x="24" y="0"/>
                  <a:pt x="24" y="0"/>
                </a:cubicBezTo>
                <a:cubicBezTo>
                  <a:pt x="27" y="0"/>
                  <a:pt x="29" y="3"/>
                  <a:pt x="29" y="5"/>
                </a:cubicBezTo>
                <a:lnTo>
                  <a:pt x="29" y="44"/>
                </a:lnTo>
                <a:close/>
                <a:moveTo>
                  <a:pt x="25" y="11"/>
                </a:moveTo>
                <a:cubicBezTo>
                  <a:pt x="25" y="11"/>
                  <a:pt x="25" y="10"/>
                  <a:pt x="24" y="10"/>
                </a:cubicBezTo>
                <a:cubicBezTo>
                  <a:pt x="5" y="10"/>
                  <a:pt x="5" y="10"/>
                  <a:pt x="5" y="10"/>
                </a:cubicBezTo>
                <a:cubicBezTo>
                  <a:pt x="4" y="10"/>
                  <a:pt x="3" y="11"/>
                  <a:pt x="3" y="11"/>
                </a:cubicBezTo>
                <a:cubicBezTo>
                  <a:pt x="3" y="38"/>
                  <a:pt x="3" y="38"/>
                  <a:pt x="3" y="38"/>
                </a:cubicBezTo>
                <a:cubicBezTo>
                  <a:pt x="3" y="39"/>
                  <a:pt x="4" y="39"/>
                  <a:pt x="5" y="39"/>
                </a:cubicBezTo>
                <a:cubicBezTo>
                  <a:pt x="24" y="39"/>
                  <a:pt x="24" y="39"/>
                  <a:pt x="24" y="39"/>
                </a:cubicBezTo>
                <a:cubicBezTo>
                  <a:pt x="25" y="39"/>
                  <a:pt x="25" y="39"/>
                  <a:pt x="25" y="38"/>
                </a:cubicBezTo>
                <a:lnTo>
                  <a:pt x="25" y="11"/>
                </a:lnTo>
                <a:close/>
                <a:moveTo>
                  <a:pt x="17" y="5"/>
                </a:moveTo>
                <a:cubicBezTo>
                  <a:pt x="11" y="5"/>
                  <a:pt x="11" y="5"/>
                  <a:pt x="11" y="5"/>
                </a:cubicBezTo>
                <a:cubicBezTo>
                  <a:pt x="11" y="5"/>
                  <a:pt x="11" y="6"/>
                  <a:pt x="11" y="6"/>
                </a:cubicBezTo>
                <a:cubicBezTo>
                  <a:pt x="11" y="6"/>
                  <a:pt x="11" y="6"/>
                  <a:pt x="11" y="6"/>
                </a:cubicBezTo>
                <a:cubicBezTo>
                  <a:pt x="17" y="6"/>
                  <a:pt x="17" y="6"/>
                  <a:pt x="17" y="6"/>
                </a:cubicBezTo>
                <a:cubicBezTo>
                  <a:pt x="18" y="6"/>
                  <a:pt x="18" y="6"/>
                  <a:pt x="18" y="6"/>
                </a:cubicBezTo>
                <a:cubicBezTo>
                  <a:pt x="18" y="6"/>
                  <a:pt x="18" y="5"/>
                  <a:pt x="17" y="5"/>
                </a:cubicBezTo>
                <a:close/>
                <a:moveTo>
                  <a:pt x="14" y="41"/>
                </a:moveTo>
                <a:cubicBezTo>
                  <a:pt x="13" y="41"/>
                  <a:pt x="11" y="42"/>
                  <a:pt x="11" y="44"/>
                </a:cubicBezTo>
                <a:cubicBezTo>
                  <a:pt x="11" y="46"/>
                  <a:pt x="13" y="47"/>
                  <a:pt x="14" y="47"/>
                </a:cubicBezTo>
                <a:cubicBezTo>
                  <a:pt x="16" y="47"/>
                  <a:pt x="17" y="46"/>
                  <a:pt x="17" y="44"/>
                </a:cubicBezTo>
                <a:cubicBezTo>
                  <a:pt x="17" y="42"/>
                  <a:pt x="16" y="41"/>
                  <a:pt x="14" y="41"/>
                </a:cubicBezTo>
                <a:close/>
              </a:path>
            </a:pathLst>
          </a:custGeom>
          <a:solidFill>
            <a:schemeClr val="bg1"/>
          </a:solidFill>
          <a:ln w="9525">
            <a:noFill/>
            <a:round/>
          </a:ln>
        </p:spPr>
        <p:txBody>
          <a:bodyPr vert="horz" wrap="square" lIns="91440" tIns="45720" rIns="91440" bIns="45720" numCol="1" anchor="t" anchorCtr="0" compatLnSpc="1"/>
          <a:lstStyle/>
          <a:p>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cxnSp>
        <p:nvCxnSpPr>
          <p:cNvPr id="52" name="Straight Connector 21"/>
          <p:cNvCxnSpPr/>
          <p:nvPr/>
        </p:nvCxnSpPr>
        <p:spPr>
          <a:xfrm flipH="1" flipV="1">
            <a:off x="6116448" y="2129459"/>
            <a:ext cx="0" cy="3446524"/>
          </a:xfrm>
          <a:prstGeom prst="line">
            <a:avLst/>
          </a:prstGeom>
          <a:ln w="19050">
            <a:solidFill>
              <a:schemeClr val="bg1">
                <a:lumMod val="75000"/>
              </a:schemeClr>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53" name="Oval 27"/>
          <p:cNvSpPr/>
          <p:nvPr/>
        </p:nvSpPr>
        <p:spPr>
          <a:xfrm>
            <a:off x="6018838" y="2578708"/>
            <a:ext cx="195223" cy="19522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4" name="Oval 30"/>
          <p:cNvSpPr/>
          <p:nvPr/>
        </p:nvSpPr>
        <p:spPr>
          <a:xfrm>
            <a:off x="6018838" y="4731957"/>
            <a:ext cx="195223" cy="19522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sym typeface="思源黑体 Medium" panose="020B0600000000000000" pitchFamily="34" charset="-122"/>
            </a:endParaRPr>
          </a:p>
        </p:txBody>
      </p:sp>
      <p:grpSp>
        <p:nvGrpSpPr>
          <p:cNvPr id="63" name="组合 62"/>
          <p:cNvGrpSpPr/>
          <p:nvPr/>
        </p:nvGrpSpPr>
        <p:grpSpPr>
          <a:xfrm>
            <a:off x="1227169" y="1988979"/>
            <a:ext cx="2428480" cy="1431161"/>
            <a:chOff x="2136360" y="3893492"/>
            <a:chExt cx="1886136" cy="1431161"/>
          </a:xfrm>
        </p:grpSpPr>
        <p:sp>
          <p:nvSpPr>
            <p:cNvPr id="64" name="文本框 63"/>
            <p:cNvSpPr txBox="1"/>
            <p:nvPr/>
          </p:nvSpPr>
          <p:spPr>
            <a:xfrm>
              <a:off x="2136360" y="4262824"/>
              <a:ext cx="1886136" cy="1061829"/>
            </a:xfrm>
            <a:prstGeom prst="rect">
              <a:avLst/>
            </a:prstGeom>
            <a:noFill/>
          </p:spPr>
          <p:txBody>
            <a:bodyPr wrap="square" rtlCol="0">
              <a:spAutoFit/>
            </a:bodyPr>
            <a:lstStyle/>
            <a:p>
              <a:pPr algn="ctr">
                <a:lnSpc>
                  <a:spcPct val="150000"/>
                </a:lnSpc>
                <a:defRPr/>
              </a:pPr>
              <a:r>
                <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65" name="矩形 64"/>
            <p:cNvSpPr/>
            <p:nvPr/>
          </p:nvSpPr>
          <p:spPr>
            <a:xfrm>
              <a:off x="2529631" y="3893492"/>
              <a:ext cx="1099593" cy="461665"/>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66" name="组合 65"/>
          <p:cNvGrpSpPr/>
          <p:nvPr/>
        </p:nvGrpSpPr>
        <p:grpSpPr>
          <a:xfrm>
            <a:off x="1227169" y="4122579"/>
            <a:ext cx="2428480" cy="1431161"/>
            <a:chOff x="2136360" y="3893492"/>
            <a:chExt cx="1886136" cy="1431161"/>
          </a:xfrm>
        </p:grpSpPr>
        <p:sp>
          <p:nvSpPr>
            <p:cNvPr id="67" name="文本框 66"/>
            <p:cNvSpPr txBox="1"/>
            <p:nvPr/>
          </p:nvSpPr>
          <p:spPr>
            <a:xfrm>
              <a:off x="2136360" y="4262824"/>
              <a:ext cx="1886136" cy="1061829"/>
            </a:xfrm>
            <a:prstGeom prst="rect">
              <a:avLst/>
            </a:prstGeom>
            <a:noFill/>
          </p:spPr>
          <p:txBody>
            <a:bodyPr wrap="square" rtlCol="0">
              <a:spAutoFit/>
            </a:bodyPr>
            <a:lstStyle/>
            <a:p>
              <a:pPr algn="ctr">
                <a:lnSpc>
                  <a:spcPct val="150000"/>
                </a:lnSpc>
                <a:defRPr/>
              </a:pPr>
              <a:r>
                <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68" name="矩形 67"/>
            <p:cNvSpPr/>
            <p:nvPr/>
          </p:nvSpPr>
          <p:spPr>
            <a:xfrm>
              <a:off x="2529631" y="3893492"/>
              <a:ext cx="1099593" cy="461665"/>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69" name="组合 68"/>
          <p:cNvGrpSpPr/>
          <p:nvPr/>
        </p:nvGrpSpPr>
        <p:grpSpPr>
          <a:xfrm>
            <a:off x="8428069" y="1988979"/>
            <a:ext cx="2428480" cy="1431161"/>
            <a:chOff x="2136360" y="3893492"/>
            <a:chExt cx="1886136" cy="1431161"/>
          </a:xfrm>
        </p:grpSpPr>
        <p:sp>
          <p:nvSpPr>
            <p:cNvPr id="70" name="文本框 69"/>
            <p:cNvSpPr txBox="1"/>
            <p:nvPr/>
          </p:nvSpPr>
          <p:spPr>
            <a:xfrm>
              <a:off x="2136360" y="4262824"/>
              <a:ext cx="1886136" cy="1061829"/>
            </a:xfrm>
            <a:prstGeom prst="rect">
              <a:avLst/>
            </a:prstGeom>
            <a:noFill/>
          </p:spPr>
          <p:txBody>
            <a:bodyPr wrap="square" rtlCol="0">
              <a:spAutoFit/>
            </a:bodyPr>
            <a:lstStyle/>
            <a:p>
              <a:pPr algn="ctr">
                <a:lnSpc>
                  <a:spcPct val="150000"/>
                </a:lnSpc>
                <a:defRPr/>
              </a:pPr>
              <a:r>
                <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71" name="矩形 70"/>
            <p:cNvSpPr/>
            <p:nvPr/>
          </p:nvSpPr>
          <p:spPr>
            <a:xfrm>
              <a:off x="2529631" y="3893492"/>
              <a:ext cx="1099593" cy="461665"/>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72" name="组合 71"/>
          <p:cNvGrpSpPr/>
          <p:nvPr/>
        </p:nvGrpSpPr>
        <p:grpSpPr>
          <a:xfrm>
            <a:off x="8428069" y="4122579"/>
            <a:ext cx="2428480" cy="1431161"/>
            <a:chOff x="2136360" y="3893492"/>
            <a:chExt cx="1886136" cy="1431161"/>
          </a:xfrm>
        </p:grpSpPr>
        <p:sp>
          <p:nvSpPr>
            <p:cNvPr id="73" name="文本框 72"/>
            <p:cNvSpPr txBox="1"/>
            <p:nvPr/>
          </p:nvSpPr>
          <p:spPr>
            <a:xfrm>
              <a:off x="2136360" y="4262824"/>
              <a:ext cx="1886136" cy="1061829"/>
            </a:xfrm>
            <a:prstGeom prst="rect">
              <a:avLst/>
            </a:prstGeom>
            <a:noFill/>
          </p:spPr>
          <p:txBody>
            <a:bodyPr wrap="square" rtlCol="0">
              <a:spAutoFit/>
            </a:bodyPr>
            <a:lstStyle/>
            <a:p>
              <a:pPr algn="ctr">
                <a:lnSpc>
                  <a:spcPct val="150000"/>
                </a:lnSpc>
                <a:defRPr/>
              </a:pPr>
              <a:r>
                <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74" name="矩形 73"/>
            <p:cNvSpPr/>
            <p:nvPr/>
          </p:nvSpPr>
          <p:spPr>
            <a:xfrm>
              <a:off x="2529631" y="3893492"/>
              <a:ext cx="1099593" cy="461665"/>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fade">
                                      <p:cBhvr>
                                        <p:cTn id="12" dur="1000"/>
                                        <p:tgtEl>
                                          <p:spTgt spid="63"/>
                                        </p:tgtEl>
                                      </p:cBhvr>
                                    </p:animEffect>
                                    <p:anim calcmode="lin" valueType="num">
                                      <p:cBhvr>
                                        <p:cTn id="13" dur="1000" fill="hold"/>
                                        <p:tgtEl>
                                          <p:spTgt spid="63"/>
                                        </p:tgtEl>
                                        <p:attrNameLst>
                                          <p:attrName>ppt_x</p:attrName>
                                        </p:attrNameLst>
                                      </p:cBhvr>
                                      <p:tavLst>
                                        <p:tav tm="0">
                                          <p:val>
                                            <p:strVal val="#ppt_x"/>
                                          </p:val>
                                        </p:tav>
                                        <p:tav tm="100000">
                                          <p:val>
                                            <p:strVal val="#ppt_x"/>
                                          </p:val>
                                        </p:tav>
                                      </p:tavLst>
                                    </p:anim>
                                    <p:anim calcmode="lin" valueType="num">
                                      <p:cBhvr>
                                        <p:cTn id="14" dur="1000" fill="hold"/>
                                        <p:tgtEl>
                                          <p:spTgt spid="6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6"/>
                                        </p:tgtEl>
                                        <p:attrNameLst>
                                          <p:attrName>style.visibility</p:attrName>
                                        </p:attrNameLst>
                                      </p:cBhvr>
                                      <p:to>
                                        <p:strVal val="visible"/>
                                      </p:to>
                                    </p:set>
                                    <p:animEffect transition="in" filter="fade">
                                      <p:cBhvr>
                                        <p:cTn id="19" dur="1000"/>
                                        <p:tgtEl>
                                          <p:spTgt spid="66"/>
                                        </p:tgtEl>
                                      </p:cBhvr>
                                    </p:animEffect>
                                    <p:anim calcmode="lin" valueType="num">
                                      <p:cBhvr>
                                        <p:cTn id="20" dur="1000" fill="hold"/>
                                        <p:tgtEl>
                                          <p:spTgt spid="66"/>
                                        </p:tgtEl>
                                        <p:attrNameLst>
                                          <p:attrName>ppt_x</p:attrName>
                                        </p:attrNameLst>
                                      </p:cBhvr>
                                      <p:tavLst>
                                        <p:tav tm="0">
                                          <p:val>
                                            <p:strVal val="#ppt_x"/>
                                          </p:val>
                                        </p:tav>
                                        <p:tav tm="100000">
                                          <p:val>
                                            <p:strVal val="#ppt_x"/>
                                          </p:val>
                                        </p:tav>
                                      </p:tavLst>
                                    </p:anim>
                                    <p:anim calcmode="lin" valueType="num">
                                      <p:cBhvr>
                                        <p:cTn id="21" dur="1000" fill="hold"/>
                                        <p:tgtEl>
                                          <p:spTgt spid="6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69"/>
                                        </p:tgtEl>
                                        <p:attrNameLst>
                                          <p:attrName>style.visibility</p:attrName>
                                        </p:attrNameLst>
                                      </p:cBhvr>
                                      <p:to>
                                        <p:strVal val="visible"/>
                                      </p:to>
                                    </p:set>
                                    <p:animEffect transition="in" filter="fade">
                                      <p:cBhvr>
                                        <p:cTn id="26" dur="1000"/>
                                        <p:tgtEl>
                                          <p:spTgt spid="69"/>
                                        </p:tgtEl>
                                      </p:cBhvr>
                                    </p:animEffect>
                                    <p:anim calcmode="lin" valueType="num">
                                      <p:cBhvr>
                                        <p:cTn id="27" dur="1000" fill="hold"/>
                                        <p:tgtEl>
                                          <p:spTgt spid="69"/>
                                        </p:tgtEl>
                                        <p:attrNameLst>
                                          <p:attrName>ppt_x</p:attrName>
                                        </p:attrNameLst>
                                      </p:cBhvr>
                                      <p:tavLst>
                                        <p:tav tm="0">
                                          <p:val>
                                            <p:strVal val="#ppt_x"/>
                                          </p:val>
                                        </p:tav>
                                        <p:tav tm="100000">
                                          <p:val>
                                            <p:strVal val="#ppt_x"/>
                                          </p:val>
                                        </p:tav>
                                      </p:tavLst>
                                    </p:anim>
                                    <p:anim calcmode="lin" valueType="num">
                                      <p:cBhvr>
                                        <p:cTn id="28" dur="1000" fill="hold"/>
                                        <p:tgtEl>
                                          <p:spTgt spid="6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72"/>
                                        </p:tgtEl>
                                        <p:attrNameLst>
                                          <p:attrName>style.visibility</p:attrName>
                                        </p:attrNameLst>
                                      </p:cBhvr>
                                      <p:to>
                                        <p:strVal val="visible"/>
                                      </p:to>
                                    </p:set>
                                    <p:animEffect transition="in" filter="fade">
                                      <p:cBhvr>
                                        <p:cTn id="33" dur="1000"/>
                                        <p:tgtEl>
                                          <p:spTgt spid="72"/>
                                        </p:tgtEl>
                                      </p:cBhvr>
                                    </p:animEffect>
                                    <p:anim calcmode="lin" valueType="num">
                                      <p:cBhvr>
                                        <p:cTn id="34" dur="1000" fill="hold"/>
                                        <p:tgtEl>
                                          <p:spTgt spid="72"/>
                                        </p:tgtEl>
                                        <p:attrNameLst>
                                          <p:attrName>ppt_x</p:attrName>
                                        </p:attrNameLst>
                                      </p:cBhvr>
                                      <p:tavLst>
                                        <p:tav tm="0">
                                          <p:val>
                                            <p:strVal val="#ppt_x"/>
                                          </p:val>
                                        </p:tav>
                                        <p:tav tm="100000">
                                          <p:val>
                                            <p:strVal val="#ppt_x"/>
                                          </p:val>
                                        </p:tav>
                                      </p:tavLst>
                                    </p:anim>
                                    <p:anim calcmode="lin" valueType="num">
                                      <p:cBhvr>
                                        <p:cTn id="35" dur="1000" fill="hold"/>
                                        <p:tgtEl>
                                          <p:spTgt spid="7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0"/>
          <p:cNvSpPr>
            <a:spLocks noChangeArrowheads="1"/>
          </p:cNvSpPr>
          <p:nvPr/>
        </p:nvSpPr>
        <p:spPr bwMode="auto">
          <a:xfrm>
            <a:off x="934588" y="322124"/>
            <a:ext cx="4065203"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457200">
              <a:spcBef>
                <a:spcPct val="0"/>
              </a:spcBef>
              <a:buNone/>
            </a:pPr>
            <a:r>
              <a:rPr lang="zh-CN" altLang="en-US" sz="2400">
                <a:solidFill>
                  <a:srgbClr val="325B7F"/>
                </a:solidFill>
                <a:cs typeface="+mn-ea"/>
                <a:sym typeface="思源黑体" panose="020B0500000000000000" pitchFamily="34" charset="-122"/>
              </a:rPr>
              <a:t>添加论文第二部分内容标题</a:t>
            </a:r>
            <a:endParaRPr lang="zh-CN" altLang="en-US" sz="2400">
              <a:solidFill>
                <a:srgbClr val="325B7F"/>
              </a:solidFill>
              <a:cs typeface="+mn-ea"/>
              <a:sym typeface="思源黑体" panose="020B0500000000000000" pitchFamily="34" charset="-122"/>
            </a:endParaRPr>
          </a:p>
        </p:txBody>
      </p:sp>
      <p:sp>
        <p:nvSpPr>
          <p:cNvPr id="12" name="矩形 30"/>
          <p:cNvSpPr>
            <a:spLocks noChangeArrowheads="1"/>
          </p:cNvSpPr>
          <p:nvPr/>
        </p:nvSpPr>
        <p:spPr bwMode="auto">
          <a:xfrm>
            <a:off x="934588" y="322124"/>
            <a:ext cx="4065203"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457200">
              <a:spcBef>
                <a:spcPct val="0"/>
              </a:spcBef>
              <a:buNone/>
            </a:pPr>
            <a:r>
              <a:rPr lang="zh-CN" altLang="en-US" sz="2400">
                <a:solidFill>
                  <a:srgbClr val="325B7F"/>
                </a:solidFill>
                <a:cs typeface="+mn-ea"/>
                <a:sym typeface="思源黑体" panose="020B0500000000000000" pitchFamily="34" charset="-122"/>
              </a:rPr>
              <a:t>添加论文第二部分内容标题</a:t>
            </a:r>
            <a:endParaRPr lang="zh-CN" altLang="en-US" sz="2400">
              <a:solidFill>
                <a:srgbClr val="325B7F"/>
              </a:solidFill>
              <a:cs typeface="+mn-ea"/>
              <a:sym typeface="思源黑体" panose="020B0500000000000000" pitchFamily="34" charset="-122"/>
            </a:endParaRPr>
          </a:p>
        </p:txBody>
      </p:sp>
      <p:grpSp>
        <p:nvGrpSpPr>
          <p:cNvPr id="18" name="Group 14"/>
          <p:cNvGrpSpPr/>
          <p:nvPr/>
        </p:nvGrpSpPr>
        <p:grpSpPr>
          <a:xfrm>
            <a:off x="986355" y="2353640"/>
            <a:ext cx="10219292" cy="2567439"/>
            <a:chOff x="601673" y="2092002"/>
            <a:chExt cx="7940655" cy="1994967"/>
          </a:xfrm>
        </p:grpSpPr>
        <p:sp>
          <p:nvSpPr>
            <p:cNvPr id="19" name="Arc 4"/>
            <p:cNvSpPr/>
            <p:nvPr/>
          </p:nvSpPr>
          <p:spPr bwMode="auto">
            <a:xfrm>
              <a:off x="4572000" y="2101806"/>
              <a:ext cx="1985165" cy="1985163"/>
            </a:xfrm>
            <a:prstGeom prst="arc">
              <a:avLst>
                <a:gd name="adj1" fmla="val 6568"/>
                <a:gd name="adj2" fmla="val 10805652"/>
              </a:avLst>
            </a:prstGeom>
            <a:solidFill>
              <a:srgbClr val="335C80"/>
            </a:solidFill>
            <a:ln w="127000" cap="rnd">
              <a:noFill/>
            </a:ln>
            <a:effectLst/>
          </p:spPr>
          <p:style>
            <a:lnRef idx="1">
              <a:schemeClr val="accent1"/>
            </a:lnRef>
            <a:fillRef idx="0">
              <a:schemeClr val="accent1"/>
            </a:fillRef>
            <a:effectRef idx="0">
              <a:schemeClr val="accent1"/>
            </a:effectRef>
            <a:fontRef idx="minor">
              <a:schemeClr val="tx1"/>
            </a:fontRef>
          </p:style>
          <p:txBody>
            <a:bodyPr anchor="ctr"/>
            <a:lstStyle/>
            <a:p>
              <a:pPr algn="ctr" fontAlgn="auto" hangingPunct="0">
                <a:spcBef>
                  <a:spcPct val="0"/>
                </a:spcBef>
                <a:spcAft>
                  <a:spcPct val="0"/>
                </a:spcAft>
                <a:defRPr/>
              </a:pPr>
              <a:endParaRPr lang="en-US" sz="16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20" name="Arc 5"/>
            <p:cNvSpPr/>
            <p:nvPr/>
          </p:nvSpPr>
          <p:spPr bwMode="auto">
            <a:xfrm>
              <a:off x="601673" y="2101806"/>
              <a:ext cx="1985165" cy="1985163"/>
            </a:xfrm>
            <a:prstGeom prst="arc">
              <a:avLst>
                <a:gd name="adj1" fmla="val 7525"/>
                <a:gd name="adj2" fmla="val 10806263"/>
              </a:avLst>
            </a:prstGeom>
            <a:solidFill>
              <a:srgbClr val="335C80"/>
            </a:solidFill>
            <a:ln w="127000" cap="rnd">
              <a:noFill/>
            </a:ln>
            <a:effectLst/>
          </p:spPr>
          <p:style>
            <a:lnRef idx="1">
              <a:schemeClr val="accent1"/>
            </a:lnRef>
            <a:fillRef idx="0">
              <a:schemeClr val="accent1"/>
            </a:fillRef>
            <a:effectRef idx="0">
              <a:schemeClr val="accent1"/>
            </a:effectRef>
            <a:fontRef idx="minor">
              <a:schemeClr val="tx1"/>
            </a:fontRef>
          </p:style>
          <p:txBody>
            <a:bodyPr anchor="ctr"/>
            <a:lstStyle/>
            <a:p>
              <a:pPr algn="ctr" fontAlgn="auto" hangingPunct="0">
                <a:spcBef>
                  <a:spcPct val="0"/>
                </a:spcBef>
                <a:spcAft>
                  <a:spcPct val="0"/>
                </a:spcAft>
                <a:defRPr/>
              </a:pPr>
              <a:endParaRPr lang="en-US" sz="16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24" name="Arc 6"/>
            <p:cNvSpPr/>
            <p:nvPr/>
          </p:nvSpPr>
          <p:spPr bwMode="auto">
            <a:xfrm rot="10800000">
              <a:off x="2586838" y="2092002"/>
              <a:ext cx="1985163" cy="1985163"/>
            </a:xfrm>
            <a:prstGeom prst="arc">
              <a:avLst>
                <a:gd name="adj1" fmla="val 21575380"/>
                <a:gd name="adj2" fmla="val 10806753"/>
              </a:avLst>
            </a:prstGeom>
            <a:solidFill>
              <a:srgbClr val="7F7F7F"/>
            </a:solidFill>
            <a:ln w="127000" cap="rnd">
              <a:solidFill>
                <a:schemeClr val="bg1"/>
              </a:solidFill>
            </a:ln>
            <a:effectLst/>
          </p:spPr>
          <p:style>
            <a:lnRef idx="1">
              <a:schemeClr val="accent1"/>
            </a:lnRef>
            <a:fillRef idx="0">
              <a:schemeClr val="accent1"/>
            </a:fillRef>
            <a:effectRef idx="0">
              <a:schemeClr val="accent1"/>
            </a:effectRef>
            <a:fontRef idx="minor">
              <a:schemeClr val="tx1"/>
            </a:fontRef>
          </p:style>
          <p:txBody>
            <a:bodyPr anchor="ctr"/>
            <a:lstStyle/>
            <a:p>
              <a:pPr algn="ctr" fontAlgn="auto" hangingPunct="0">
                <a:spcBef>
                  <a:spcPct val="0"/>
                </a:spcBef>
                <a:spcAft>
                  <a:spcPct val="0"/>
                </a:spcAft>
                <a:defRPr/>
              </a:pPr>
              <a:endParaRPr lang="en-US" sz="1600">
                <a:solidFill>
                  <a:srgbClr val="00B485"/>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25" name="Arc 7"/>
            <p:cNvSpPr/>
            <p:nvPr/>
          </p:nvSpPr>
          <p:spPr bwMode="auto">
            <a:xfrm rot="10800000">
              <a:off x="6557165" y="2092002"/>
              <a:ext cx="1985163" cy="1985163"/>
            </a:xfrm>
            <a:prstGeom prst="arc">
              <a:avLst>
                <a:gd name="adj1" fmla="val 21575180"/>
                <a:gd name="adj2" fmla="val 10806263"/>
              </a:avLst>
            </a:prstGeom>
            <a:solidFill>
              <a:srgbClr val="7F7F7F"/>
            </a:solidFill>
            <a:ln w="127000" cap="rnd">
              <a:solidFill>
                <a:schemeClr val="bg1"/>
              </a:solidFill>
            </a:ln>
            <a:effectLst/>
          </p:spPr>
          <p:style>
            <a:lnRef idx="1">
              <a:schemeClr val="accent1"/>
            </a:lnRef>
            <a:fillRef idx="0">
              <a:schemeClr val="accent1"/>
            </a:fillRef>
            <a:effectRef idx="0">
              <a:schemeClr val="accent1"/>
            </a:effectRef>
            <a:fontRef idx="minor">
              <a:schemeClr val="tx1"/>
            </a:fontRef>
          </p:style>
          <p:txBody>
            <a:bodyPr anchor="ctr"/>
            <a:lstStyle/>
            <a:p>
              <a:pPr algn="ctr" fontAlgn="auto" hangingPunct="0">
                <a:spcBef>
                  <a:spcPct val="0"/>
                </a:spcBef>
                <a:spcAft>
                  <a:spcPct val="0"/>
                </a:spcAft>
                <a:defRPr/>
              </a:pPr>
              <a:endParaRPr lang="en-US" sz="1600">
                <a:solidFill>
                  <a:srgbClr val="00B485"/>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26" name="Rectangle 12"/>
            <p:cNvSpPr/>
            <p:nvPr/>
          </p:nvSpPr>
          <p:spPr>
            <a:xfrm>
              <a:off x="3379684" y="2454116"/>
              <a:ext cx="143541" cy="263065"/>
            </a:xfrm>
            <a:prstGeom prst="rect">
              <a:avLst/>
            </a:prstGeom>
          </p:spPr>
          <p:txBody>
            <a:bodyPr wrap="none">
              <a:spAutoFit/>
            </a:bodyPr>
            <a:lstStyle/>
            <a:p>
              <a:endParaRPr lang="id-ID" sz="16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27" name="Rectangle 13"/>
            <p:cNvSpPr/>
            <p:nvPr/>
          </p:nvSpPr>
          <p:spPr>
            <a:xfrm>
              <a:off x="7313143" y="2454116"/>
              <a:ext cx="143541" cy="263065"/>
            </a:xfrm>
            <a:prstGeom prst="rect">
              <a:avLst/>
            </a:prstGeom>
          </p:spPr>
          <p:txBody>
            <a:bodyPr wrap="none">
              <a:spAutoFit/>
            </a:bodyPr>
            <a:lstStyle/>
            <a:p>
              <a:endParaRPr lang="id-ID" sz="16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sp>
        <p:nvSpPr>
          <p:cNvPr id="28" name="文本框 27"/>
          <p:cNvSpPr txBox="1"/>
          <p:nvPr/>
        </p:nvSpPr>
        <p:spPr>
          <a:xfrm>
            <a:off x="1227169" y="2344796"/>
            <a:ext cx="2428480" cy="1061829"/>
          </a:xfrm>
          <a:prstGeom prst="rect">
            <a:avLst/>
          </a:prstGeom>
          <a:noFill/>
        </p:spPr>
        <p:txBody>
          <a:bodyPr wrap="square" rtlCol="0">
            <a:spAutoFit/>
          </a:bodyPr>
          <a:lstStyle/>
          <a:p>
            <a:pPr algn="ctr">
              <a:lnSpc>
                <a:spcPct val="150000"/>
              </a:lnSpc>
              <a:defRPr/>
            </a:pPr>
            <a:r>
              <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29" name="矩形 28"/>
          <p:cNvSpPr/>
          <p:nvPr/>
        </p:nvSpPr>
        <p:spPr>
          <a:xfrm>
            <a:off x="1733523" y="1975465"/>
            <a:ext cx="1415772" cy="461665"/>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30" name="文本框 29"/>
          <p:cNvSpPr txBox="1"/>
          <p:nvPr/>
        </p:nvSpPr>
        <p:spPr>
          <a:xfrm>
            <a:off x="6171703" y="2344796"/>
            <a:ext cx="2428480" cy="1061829"/>
          </a:xfrm>
          <a:prstGeom prst="rect">
            <a:avLst/>
          </a:prstGeom>
          <a:noFill/>
        </p:spPr>
        <p:txBody>
          <a:bodyPr wrap="square" rtlCol="0">
            <a:spAutoFit/>
          </a:bodyPr>
          <a:lstStyle/>
          <a:p>
            <a:pPr algn="ctr">
              <a:lnSpc>
                <a:spcPct val="150000"/>
              </a:lnSpc>
              <a:defRPr/>
            </a:pPr>
            <a:r>
              <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31" name="矩形 30"/>
          <p:cNvSpPr/>
          <p:nvPr/>
        </p:nvSpPr>
        <p:spPr>
          <a:xfrm>
            <a:off x="6678057" y="1975465"/>
            <a:ext cx="1415772" cy="461665"/>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32" name="文本框 31"/>
          <p:cNvSpPr txBox="1"/>
          <p:nvPr/>
        </p:nvSpPr>
        <p:spPr>
          <a:xfrm>
            <a:off x="3541177" y="4241330"/>
            <a:ext cx="2428480" cy="1061829"/>
          </a:xfrm>
          <a:prstGeom prst="rect">
            <a:avLst/>
          </a:prstGeom>
          <a:noFill/>
        </p:spPr>
        <p:txBody>
          <a:bodyPr wrap="square" rtlCol="0">
            <a:spAutoFit/>
          </a:bodyPr>
          <a:lstStyle/>
          <a:p>
            <a:pPr algn="ctr">
              <a:lnSpc>
                <a:spcPct val="150000"/>
              </a:lnSpc>
              <a:defRPr/>
            </a:pPr>
            <a:r>
              <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33" name="矩形 32"/>
          <p:cNvSpPr/>
          <p:nvPr/>
        </p:nvSpPr>
        <p:spPr>
          <a:xfrm>
            <a:off x="4047531" y="3871999"/>
            <a:ext cx="1415772" cy="461665"/>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34" name="文本框 33"/>
          <p:cNvSpPr txBox="1"/>
          <p:nvPr/>
        </p:nvSpPr>
        <p:spPr>
          <a:xfrm>
            <a:off x="8485711" y="4241330"/>
            <a:ext cx="2428480" cy="1061829"/>
          </a:xfrm>
          <a:prstGeom prst="rect">
            <a:avLst/>
          </a:prstGeom>
          <a:noFill/>
        </p:spPr>
        <p:txBody>
          <a:bodyPr wrap="square" rtlCol="0">
            <a:spAutoFit/>
          </a:bodyPr>
          <a:lstStyle/>
          <a:p>
            <a:pPr algn="ctr">
              <a:lnSpc>
                <a:spcPct val="150000"/>
              </a:lnSpc>
              <a:defRPr/>
            </a:pPr>
            <a:r>
              <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35" name="矩形 34"/>
          <p:cNvSpPr/>
          <p:nvPr/>
        </p:nvSpPr>
        <p:spPr>
          <a:xfrm>
            <a:off x="8992065" y="3871999"/>
            <a:ext cx="1415772" cy="461665"/>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outVertical)">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0"/>
          <p:cNvSpPr>
            <a:spLocks noChangeArrowheads="1"/>
          </p:cNvSpPr>
          <p:nvPr/>
        </p:nvSpPr>
        <p:spPr bwMode="auto">
          <a:xfrm>
            <a:off x="934588" y="322124"/>
            <a:ext cx="4065203"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457200">
              <a:spcBef>
                <a:spcPct val="0"/>
              </a:spcBef>
              <a:buNone/>
            </a:pPr>
            <a:r>
              <a:rPr lang="zh-CN" altLang="en-US" sz="2400">
                <a:solidFill>
                  <a:srgbClr val="325B7F"/>
                </a:solidFill>
                <a:cs typeface="+mn-ea"/>
                <a:sym typeface="思源黑体" panose="020B0500000000000000" pitchFamily="34" charset="-122"/>
              </a:rPr>
              <a:t>添加论文第二部分内容标题</a:t>
            </a:r>
            <a:endParaRPr lang="zh-CN" altLang="en-US" sz="2400">
              <a:solidFill>
                <a:srgbClr val="325B7F"/>
              </a:solidFill>
              <a:cs typeface="+mn-ea"/>
              <a:sym typeface="思源黑体" panose="020B0500000000000000" pitchFamily="34" charset="-122"/>
            </a:endParaRPr>
          </a:p>
        </p:txBody>
      </p:sp>
      <p:sp>
        <p:nvSpPr>
          <p:cNvPr id="175" name="Freeform 5"/>
          <p:cNvSpPr/>
          <p:nvPr/>
        </p:nvSpPr>
        <p:spPr bwMode="auto">
          <a:xfrm>
            <a:off x="4232275" y="2919194"/>
            <a:ext cx="1614575" cy="741672"/>
          </a:xfrm>
          <a:custGeom>
            <a:avLst/>
            <a:gdLst>
              <a:gd name="T0" fmla="*/ 462 w 462"/>
              <a:gd name="T1" fmla="*/ 0 h 212"/>
              <a:gd name="T2" fmla="*/ 392 w 462"/>
              <a:gd name="T3" fmla="*/ 36 h 212"/>
              <a:gd name="T4" fmla="*/ 108 w 462"/>
              <a:gd name="T5" fmla="*/ 36 h 212"/>
              <a:gd name="T6" fmla="*/ 93 w 462"/>
              <a:gd name="T7" fmla="*/ 48 h 212"/>
              <a:gd name="T8" fmla="*/ 7 w 462"/>
              <a:gd name="T9" fmla="*/ 199 h 212"/>
              <a:gd name="T10" fmla="*/ 22 w 462"/>
              <a:gd name="T11" fmla="*/ 212 h 212"/>
              <a:gd name="T12" fmla="*/ 294 w 462"/>
              <a:gd name="T13" fmla="*/ 212 h 212"/>
              <a:gd name="T14" fmla="*/ 366 w 462"/>
              <a:gd name="T15" fmla="*/ 176 h 212"/>
              <a:gd name="T16" fmla="*/ 462 w 462"/>
              <a:gd name="T17" fmla="*/ 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2" h="211">
                <a:moveTo>
                  <a:pt x="462" y="0"/>
                </a:moveTo>
                <a:cubicBezTo>
                  <a:pt x="462" y="0"/>
                  <a:pt x="447" y="36"/>
                  <a:pt x="392" y="36"/>
                </a:cubicBezTo>
                <a:cubicBezTo>
                  <a:pt x="108" y="36"/>
                  <a:pt x="108" y="36"/>
                  <a:pt x="108" y="36"/>
                </a:cubicBezTo>
                <a:cubicBezTo>
                  <a:pt x="96" y="36"/>
                  <a:pt x="93" y="48"/>
                  <a:pt x="93" y="48"/>
                </a:cubicBezTo>
                <a:cubicBezTo>
                  <a:pt x="7" y="199"/>
                  <a:pt x="7" y="199"/>
                  <a:pt x="7" y="199"/>
                </a:cubicBezTo>
                <a:cubicBezTo>
                  <a:pt x="7" y="199"/>
                  <a:pt x="0" y="212"/>
                  <a:pt x="22" y="212"/>
                </a:cubicBezTo>
                <a:cubicBezTo>
                  <a:pt x="294" y="212"/>
                  <a:pt x="294" y="212"/>
                  <a:pt x="294" y="212"/>
                </a:cubicBezTo>
                <a:cubicBezTo>
                  <a:pt x="345" y="212"/>
                  <a:pt x="366" y="176"/>
                  <a:pt x="366" y="176"/>
                </a:cubicBezTo>
                <a:lnTo>
                  <a:pt x="462" y="0"/>
                </a:lnTo>
                <a:close/>
              </a:path>
            </a:pathLst>
          </a:custGeom>
          <a:solidFill>
            <a:srgbClr val="335C80"/>
          </a:solidFill>
          <a:ln>
            <a:noFill/>
          </a:ln>
        </p:spPr>
        <p:txBody>
          <a:bodyPr vert="horz" wrap="square" lIns="91440" tIns="45720" rIns="91440" bIns="45720" numCol="1" anchor="t" anchorCtr="0" compatLnSpc="1"/>
          <a:lstStyle/>
          <a:p>
            <a:endParaRPr lang="id-ID">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181" name="Freeform 6"/>
          <p:cNvSpPr/>
          <p:nvPr/>
        </p:nvSpPr>
        <p:spPr bwMode="auto">
          <a:xfrm>
            <a:off x="5846850" y="2100849"/>
            <a:ext cx="740197" cy="1618996"/>
          </a:xfrm>
          <a:custGeom>
            <a:avLst/>
            <a:gdLst>
              <a:gd name="T0" fmla="*/ 212 w 212"/>
              <a:gd name="T1" fmla="*/ 463 h 463"/>
              <a:gd name="T2" fmla="*/ 176 w 212"/>
              <a:gd name="T3" fmla="*/ 392 h 463"/>
              <a:gd name="T4" fmla="*/ 176 w 212"/>
              <a:gd name="T5" fmla="*/ 108 h 463"/>
              <a:gd name="T6" fmla="*/ 164 w 212"/>
              <a:gd name="T7" fmla="*/ 93 h 463"/>
              <a:gd name="T8" fmla="*/ 13 w 212"/>
              <a:gd name="T9" fmla="*/ 7 h 463"/>
              <a:gd name="T10" fmla="*/ 0 w 212"/>
              <a:gd name="T11" fmla="*/ 22 h 463"/>
              <a:gd name="T12" fmla="*/ 0 w 212"/>
              <a:gd name="T13" fmla="*/ 294 h 463"/>
              <a:gd name="T14" fmla="*/ 36 w 212"/>
              <a:gd name="T15" fmla="*/ 366 h 463"/>
              <a:gd name="T16" fmla="*/ 212 w 212"/>
              <a:gd name="T17" fmla="*/ 463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1" h="462">
                <a:moveTo>
                  <a:pt x="212" y="463"/>
                </a:moveTo>
                <a:cubicBezTo>
                  <a:pt x="212" y="463"/>
                  <a:pt x="176" y="448"/>
                  <a:pt x="176" y="392"/>
                </a:cubicBezTo>
                <a:cubicBezTo>
                  <a:pt x="176" y="108"/>
                  <a:pt x="176" y="108"/>
                  <a:pt x="176" y="108"/>
                </a:cubicBezTo>
                <a:cubicBezTo>
                  <a:pt x="176" y="97"/>
                  <a:pt x="164" y="93"/>
                  <a:pt x="164" y="93"/>
                </a:cubicBezTo>
                <a:cubicBezTo>
                  <a:pt x="13" y="7"/>
                  <a:pt x="13" y="7"/>
                  <a:pt x="13" y="7"/>
                </a:cubicBezTo>
                <a:cubicBezTo>
                  <a:pt x="13" y="7"/>
                  <a:pt x="0" y="0"/>
                  <a:pt x="0" y="22"/>
                </a:cubicBezTo>
                <a:cubicBezTo>
                  <a:pt x="0" y="294"/>
                  <a:pt x="0" y="294"/>
                  <a:pt x="0" y="294"/>
                </a:cubicBezTo>
                <a:cubicBezTo>
                  <a:pt x="0" y="346"/>
                  <a:pt x="36" y="366"/>
                  <a:pt x="36" y="366"/>
                </a:cubicBezTo>
                <a:lnTo>
                  <a:pt x="212" y="463"/>
                </a:lnTo>
                <a:close/>
              </a:path>
            </a:pathLst>
          </a:custGeom>
          <a:solidFill>
            <a:srgbClr val="7F7F7F"/>
          </a:solidFill>
          <a:ln>
            <a:noFill/>
          </a:ln>
        </p:spPr>
        <p:txBody>
          <a:bodyPr vert="horz" wrap="square" lIns="91440" tIns="45720" rIns="91440" bIns="45720" numCol="1" anchor="t" anchorCtr="0" compatLnSpc="1"/>
          <a:lstStyle/>
          <a:p>
            <a:endParaRPr lang="id-ID">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187" name="Freeform 7"/>
          <p:cNvSpPr/>
          <p:nvPr/>
        </p:nvSpPr>
        <p:spPr bwMode="auto">
          <a:xfrm>
            <a:off x="6053279" y="3755235"/>
            <a:ext cx="1617523" cy="740197"/>
          </a:xfrm>
          <a:custGeom>
            <a:avLst/>
            <a:gdLst>
              <a:gd name="T0" fmla="*/ 0 w 463"/>
              <a:gd name="T1" fmla="*/ 212 h 212"/>
              <a:gd name="T2" fmla="*/ 70 w 463"/>
              <a:gd name="T3" fmla="*/ 176 h 212"/>
              <a:gd name="T4" fmla="*/ 354 w 463"/>
              <a:gd name="T5" fmla="*/ 176 h 212"/>
              <a:gd name="T6" fmla="*/ 369 w 463"/>
              <a:gd name="T7" fmla="*/ 164 h 212"/>
              <a:gd name="T8" fmla="*/ 455 w 463"/>
              <a:gd name="T9" fmla="*/ 13 h 212"/>
              <a:gd name="T10" fmla="*/ 441 w 463"/>
              <a:gd name="T11" fmla="*/ 0 h 212"/>
              <a:gd name="T12" fmla="*/ 168 w 463"/>
              <a:gd name="T13" fmla="*/ 0 h 212"/>
              <a:gd name="T14" fmla="*/ 97 w 463"/>
              <a:gd name="T15" fmla="*/ 36 h 212"/>
              <a:gd name="T16" fmla="*/ 0 w 463"/>
              <a:gd name="T17" fmla="*/ 212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2" h="211">
                <a:moveTo>
                  <a:pt x="0" y="212"/>
                </a:moveTo>
                <a:cubicBezTo>
                  <a:pt x="0" y="212"/>
                  <a:pt x="15" y="176"/>
                  <a:pt x="70" y="176"/>
                </a:cubicBezTo>
                <a:cubicBezTo>
                  <a:pt x="354" y="176"/>
                  <a:pt x="354" y="176"/>
                  <a:pt x="354" y="176"/>
                </a:cubicBezTo>
                <a:cubicBezTo>
                  <a:pt x="366" y="176"/>
                  <a:pt x="369" y="164"/>
                  <a:pt x="369" y="164"/>
                </a:cubicBezTo>
                <a:cubicBezTo>
                  <a:pt x="455" y="13"/>
                  <a:pt x="455" y="13"/>
                  <a:pt x="455" y="13"/>
                </a:cubicBezTo>
                <a:cubicBezTo>
                  <a:pt x="455" y="13"/>
                  <a:pt x="463" y="0"/>
                  <a:pt x="441" y="0"/>
                </a:cubicBezTo>
                <a:cubicBezTo>
                  <a:pt x="168" y="0"/>
                  <a:pt x="168" y="0"/>
                  <a:pt x="168" y="0"/>
                </a:cubicBezTo>
                <a:cubicBezTo>
                  <a:pt x="117" y="0"/>
                  <a:pt x="97" y="36"/>
                  <a:pt x="97" y="36"/>
                </a:cubicBezTo>
                <a:lnTo>
                  <a:pt x="0" y="212"/>
                </a:lnTo>
                <a:close/>
              </a:path>
            </a:pathLst>
          </a:custGeom>
          <a:solidFill>
            <a:srgbClr val="335C80"/>
          </a:solidFill>
          <a:ln>
            <a:noFill/>
          </a:ln>
        </p:spPr>
        <p:txBody>
          <a:bodyPr vert="horz" wrap="square" lIns="91440" tIns="45720" rIns="91440" bIns="45720" numCol="1" anchor="t" anchorCtr="0" compatLnSpc="1"/>
          <a:lstStyle/>
          <a:p>
            <a:endParaRPr lang="id-ID">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192" name="Freeform 8"/>
          <p:cNvSpPr/>
          <p:nvPr/>
        </p:nvSpPr>
        <p:spPr bwMode="auto">
          <a:xfrm>
            <a:off x="5301285" y="3719845"/>
            <a:ext cx="737248" cy="1618996"/>
          </a:xfrm>
          <a:custGeom>
            <a:avLst/>
            <a:gdLst>
              <a:gd name="T0" fmla="*/ 0 w 211"/>
              <a:gd name="T1" fmla="*/ 0 h 463"/>
              <a:gd name="T2" fmla="*/ 35 w 211"/>
              <a:gd name="T3" fmla="*/ 70 h 463"/>
              <a:gd name="T4" fmla="*/ 35 w 211"/>
              <a:gd name="T5" fmla="*/ 355 h 463"/>
              <a:gd name="T6" fmla="*/ 47 w 211"/>
              <a:gd name="T7" fmla="*/ 370 h 463"/>
              <a:gd name="T8" fmla="*/ 199 w 211"/>
              <a:gd name="T9" fmla="*/ 456 h 463"/>
              <a:gd name="T10" fmla="*/ 211 w 211"/>
              <a:gd name="T11" fmla="*/ 441 h 463"/>
              <a:gd name="T12" fmla="*/ 211 w 211"/>
              <a:gd name="T13" fmla="*/ 169 h 463"/>
              <a:gd name="T14" fmla="*/ 176 w 211"/>
              <a:gd name="T15" fmla="*/ 97 h 463"/>
              <a:gd name="T16" fmla="*/ 0 w 211"/>
              <a:gd name="T17" fmla="*/ 0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1" h="462">
                <a:moveTo>
                  <a:pt x="0" y="0"/>
                </a:moveTo>
                <a:cubicBezTo>
                  <a:pt x="0" y="0"/>
                  <a:pt x="35" y="15"/>
                  <a:pt x="35" y="70"/>
                </a:cubicBezTo>
                <a:cubicBezTo>
                  <a:pt x="35" y="355"/>
                  <a:pt x="35" y="355"/>
                  <a:pt x="35" y="355"/>
                </a:cubicBezTo>
                <a:cubicBezTo>
                  <a:pt x="35" y="366"/>
                  <a:pt x="47" y="370"/>
                  <a:pt x="47" y="370"/>
                </a:cubicBezTo>
                <a:cubicBezTo>
                  <a:pt x="199" y="456"/>
                  <a:pt x="199" y="456"/>
                  <a:pt x="199" y="456"/>
                </a:cubicBezTo>
                <a:cubicBezTo>
                  <a:pt x="199" y="456"/>
                  <a:pt x="211" y="463"/>
                  <a:pt x="211" y="441"/>
                </a:cubicBezTo>
                <a:cubicBezTo>
                  <a:pt x="211" y="169"/>
                  <a:pt x="211" y="169"/>
                  <a:pt x="211" y="169"/>
                </a:cubicBezTo>
                <a:cubicBezTo>
                  <a:pt x="211" y="117"/>
                  <a:pt x="176" y="97"/>
                  <a:pt x="176" y="97"/>
                </a:cubicBezTo>
                <a:lnTo>
                  <a:pt x="0" y="0"/>
                </a:lnTo>
                <a:close/>
              </a:path>
            </a:pathLst>
          </a:custGeom>
          <a:solidFill>
            <a:srgbClr val="7F7F7F"/>
          </a:solidFill>
          <a:ln>
            <a:noFill/>
          </a:ln>
        </p:spPr>
        <p:txBody>
          <a:bodyPr vert="horz" wrap="square" lIns="91440" tIns="45720" rIns="91440" bIns="45720" numCol="1" anchor="t" anchorCtr="0" compatLnSpc="1"/>
          <a:lstStyle/>
          <a:p>
            <a:endParaRPr lang="id-ID">
              <a:latin typeface="微软雅黑" panose="020B0503020204020204" pitchFamily="34" charset="-122"/>
              <a:ea typeface="微软雅黑" panose="020B0503020204020204" pitchFamily="34" charset="-122"/>
              <a:sym typeface="思源黑体 Medium" panose="020B0600000000000000" pitchFamily="34" charset="-122"/>
            </a:endParaRPr>
          </a:p>
        </p:txBody>
      </p:sp>
      <p:grpSp>
        <p:nvGrpSpPr>
          <p:cNvPr id="193" name="组合 192"/>
          <p:cNvGrpSpPr/>
          <p:nvPr/>
        </p:nvGrpSpPr>
        <p:grpSpPr>
          <a:xfrm>
            <a:off x="1227169" y="2032614"/>
            <a:ext cx="2428480" cy="1431161"/>
            <a:chOff x="2136360" y="3893492"/>
            <a:chExt cx="1886136" cy="1431161"/>
          </a:xfrm>
        </p:grpSpPr>
        <p:sp>
          <p:nvSpPr>
            <p:cNvPr id="194" name="文本框 193"/>
            <p:cNvSpPr txBox="1"/>
            <p:nvPr/>
          </p:nvSpPr>
          <p:spPr>
            <a:xfrm>
              <a:off x="2136360" y="4262824"/>
              <a:ext cx="1886136" cy="1061829"/>
            </a:xfrm>
            <a:prstGeom prst="rect">
              <a:avLst/>
            </a:prstGeom>
            <a:noFill/>
          </p:spPr>
          <p:txBody>
            <a:bodyPr wrap="square" rtlCol="0">
              <a:spAutoFit/>
            </a:bodyPr>
            <a:lstStyle/>
            <a:p>
              <a:pPr algn="ctr">
                <a:lnSpc>
                  <a:spcPct val="150000"/>
                </a:lnSpc>
                <a:defRPr/>
              </a:pPr>
              <a:r>
                <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195" name="矩形 194"/>
            <p:cNvSpPr/>
            <p:nvPr/>
          </p:nvSpPr>
          <p:spPr>
            <a:xfrm>
              <a:off x="2529631" y="3893492"/>
              <a:ext cx="1099593" cy="461665"/>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196" name="组合 195"/>
          <p:cNvGrpSpPr/>
          <p:nvPr/>
        </p:nvGrpSpPr>
        <p:grpSpPr>
          <a:xfrm>
            <a:off x="1227169" y="3980890"/>
            <a:ext cx="2428480" cy="1431161"/>
            <a:chOff x="2136360" y="3893492"/>
            <a:chExt cx="1886136" cy="1431161"/>
          </a:xfrm>
        </p:grpSpPr>
        <p:sp>
          <p:nvSpPr>
            <p:cNvPr id="197" name="文本框 196"/>
            <p:cNvSpPr txBox="1"/>
            <p:nvPr/>
          </p:nvSpPr>
          <p:spPr>
            <a:xfrm>
              <a:off x="2136360" y="4262824"/>
              <a:ext cx="1886136" cy="1061829"/>
            </a:xfrm>
            <a:prstGeom prst="rect">
              <a:avLst/>
            </a:prstGeom>
            <a:noFill/>
          </p:spPr>
          <p:txBody>
            <a:bodyPr wrap="square" rtlCol="0">
              <a:spAutoFit/>
            </a:bodyPr>
            <a:lstStyle/>
            <a:p>
              <a:pPr algn="ctr">
                <a:lnSpc>
                  <a:spcPct val="150000"/>
                </a:lnSpc>
                <a:defRPr/>
              </a:pPr>
              <a:r>
                <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198" name="矩形 197"/>
            <p:cNvSpPr/>
            <p:nvPr/>
          </p:nvSpPr>
          <p:spPr>
            <a:xfrm>
              <a:off x="2529631" y="3893492"/>
              <a:ext cx="1099593" cy="461665"/>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199" name="组合 198"/>
          <p:cNvGrpSpPr/>
          <p:nvPr/>
        </p:nvGrpSpPr>
        <p:grpSpPr>
          <a:xfrm>
            <a:off x="8536351" y="2032614"/>
            <a:ext cx="2428480" cy="1431161"/>
            <a:chOff x="2136360" y="3893492"/>
            <a:chExt cx="1886136" cy="1431161"/>
          </a:xfrm>
        </p:grpSpPr>
        <p:sp>
          <p:nvSpPr>
            <p:cNvPr id="200" name="文本框 199"/>
            <p:cNvSpPr txBox="1"/>
            <p:nvPr/>
          </p:nvSpPr>
          <p:spPr>
            <a:xfrm>
              <a:off x="2136360" y="4262824"/>
              <a:ext cx="1886136" cy="1061829"/>
            </a:xfrm>
            <a:prstGeom prst="rect">
              <a:avLst/>
            </a:prstGeom>
            <a:noFill/>
          </p:spPr>
          <p:txBody>
            <a:bodyPr wrap="square" rtlCol="0">
              <a:spAutoFit/>
            </a:bodyPr>
            <a:lstStyle/>
            <a:p>
              <a:pPr algn="ctr">
                <a:lnSpc>
                  <a:spcPct val="150000"/>
                </a:lnSpc>
                <a:defRPr/>
              </a:pPr>
              <a:r>
                <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201" name="矩形 200"/>
            <p:cNvSpPr/>
            <p:nvPr/>
          </p:nvSpPr>
          <p:spPr>
            <a:xfrm>
              <a:off x="2529631" y="3893492"/>
              <a:ext cx="1099593" cy="461665"/>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202" name="组合 201"/>
          <p:cNvGrpSpPr/>
          <p:nvPr/>
        </p:nvGrpSpPr>
        <p:grpSpPr>
          <a:xfrm>
            <a:off x="8536351" y="3980890"/>
            <a:ext cx="2428480" cy="1431161"/>
            <a:chOff x="2136360" y="3893492"/>
            <a:chExt cx="1886136" cy="1431161"/>
          </a:xfrm>
        </p:grpSpPr>
        <p:sp>
          <p:nvSpPr>
            <p:cNvPr id="203" name="文本框 202"/>
            <p:cNvSpPr txBox="1"/>
            <p:nvPr/>
          </p:nvSpPr>
          <p:spPr>
            <a:xfrm>
              <a:off x="2136360" y="4262824"/>
              <a:ext cx="1886136" cy="1061829"/>
            </a:xfrm>
            <a:prstGeom prst="rect">
              <a:avLst/>
            </a:prstGeom>
            <a:noFill/>
          </p:spPr>
          <p:txBody>
            <a:bodyPr wrap="square" rtlCol="0">
              <a:spAutoFit/>
            </a:bodyPr>
            <a:lstStyle/>
            <a:p>
              <a:pPr algn="ctr">
                <a:lnSpc>
                  <a:spcPct val="150000"/>
                </a:lnSpc>
                <a:defRPr/>
              </a:pPr>
              <a:r>
                <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204" name="矩形 203"/>
            <p:cNvSpPr/>
            <p:nvPr/>
          </p:nvSpPr>
          <p:spPr>
            <a:xfrm>
              <a:off x="2529631" y="3893492"/>
              <a:ext cx="1099593" cy="461665"/>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50" presetClass="entr" presetSubtype="0" decel="100000" fill="hold" grpId="0" nodeType="afterEffect">
                                  <p:stCondLst>
                                    <p:cond delay="0"/>
                                  </p:stCondLst>
                                  <p:childTnLst>
                                    <p:set>
                                      <p:cBhvr>
                                        <p:cTn id="10" dur="1" fill="hold">
                                          <p:stCondLst>
                                            <p:cond delay="0"/>
                                          </p:stCondLst>
                                        </p:cTn>
                                        <p:tgtEl>
                                          <p:spTgt spid="175"/>
                                        </p:tgtEl>
                                        <p:attrNameLst>
                                          <p:attrName>style.visibility</p:attrName>
                                        </p:attrNameLst>
                                      </p:cBhvr>
                                      <p:to>
                                        <p:strVal val="visible"/>
                                      </p:to>
                                    </p:set>
                                    <p:anim calcmode="lin" valueType="num">
                                      <p:cBhvr>
                                        <p:cTn id="11" dur="500" fill="hold"/>
                                        <p:tgtEl>
                                          <p:spTgt spid="175"/>
                                        </p:tgtEl>
                                        <p:attrNameLst>
                                          <p:attrName>ppt_w</p:attrName>
                                        </p:attrNameLst>
                                      </p:cBhvr>
                                      <p:tavLst>
                                        <p:tav tm="0">
                                          <p:val>
                                            <p:strVal val="#ppt_w+.3"/>
                                          </p:val>
                                        </p:tav>
                                        <p:tav tm="100000">
                                          <p:val>
                                            <p:strVal val="#ppt_w"/>
                                          </p:val>
                                        </p:tav>
                                      </p:tavLst>
                                    </p:anim>
                                    <p:anim calcmode="lin" valueType="num">
                                      <p:cBhvr>
                                        <p:cTn id="12" dur="500" fill="hold"/>
                                        <p:tgtEl>
                                          <p:spTgt spid="175"/>
                                        </p:tgtEl>
                                        <p:attrNameLst>
                                          <p:attrName>ppt_h</p:attrName>
                                        </p:attrNameLst>
                                      </p:cBhvr>
                                      <p:tavLst>
                                        <p:tav tm="0">
                                          <p:val>
                                            <p:strVal val="#ppt_h"/>
                                          </p:val>
                                        </p:tav>
                                        <p:tav tm="100000">
                                          <p:val>
                                            <p:strVal val="#ppt_h"/>
                                          </p:val>
                                        </p:tav>
                                      </p:tavLst>
                                    </p:anim>
                                    <p:animEffect transition="in" filter="fade">
                                      <p:cBhvr>
                                        <p:cTn id="13" dur="500"/>
                                        <p:tgtEl>
                                          <p:spTgt spid="175"/>
                                        </p:tgtEl>
                                      </p:cBhvr>
                                    </p:animEffect>
                                  </p:childTnLst>
                                </p:cTn>
                              </p:par>
                            </p:childTnLst>
                          </p:cTn>
                        </p:par>
                        <p:par>
                          <p:cTn id="14" fill="hold">
                            <p:stCondLst>
                              <p:cond delay="1000"/>
                            </p:stCondLst>
                            <p:childTnLst>
                              <p:par>
                                <p:cTn id="15" presetID="50" presetClass="entr" presetSubtype="0" decel="100000" fill="hold" grpId="0" nodeType="afterEffect">
                                  <p:stCondLst>
                                    <p:cond delay="0"/>
                                  </p:stCondLst>
                                  <p:childTnLst>
                                    <p:set>
                                      <p:cBhvr>
                                        <p:cTn id="16" dur="1" fill="hold">
                                          <p:stCondLst>
                                            <p:cond delay="0"/>
                                          </p:stCondLst>
                                        </p:cTn>
                                        <p:tgtEl>
                                          <p:spTgt spid="192"/>
                                        </p:tgtEl>
                                        <p:attrNameLst>
                                          <p:attrName>style.visibility</p:attrName>
                                        </p:attrNameLst>
                                      </p:cBhvr>
                                      <p:to>
                                        <p:strVal val="visible"/>
                                      </p:to>
                                    </p:set>
                                    <p:anim calcmode="lin" valueType="num">
                                      <p:cBhvr>
                                        <p:cTn id="17" dur="500" fill="hold"/>
                                        <p:tgtEl>
                                          <p:spTgt spid="192"/>
                                        </p:tgtEl>
                                        <p:attrNameLst>
                                          <p:attrName>ppt_w</p:attrName>
                                        </p:attrNameLst>
                                      </p:cBhvr>
                                      <p:tavLst>
                                        <p:tav tm="0">
                                          <p:val>
                                            <p:strVal val="#ppt_w+.3"/>
                                          </p:val>
                                        </p:tav>
                                        <p:tav tm="100000">
                                          <p:val>
                                            <p:strVal val="#ppt_w"/>
                                          </p:val>
                                        </p:tav>
                                      </p:tavLst>
                                    </p:anim>
                                    <p:anim calcmode="lin" valueType="num">
                                      <p:cBhvr>
                                        <p:cTn id="18" dur="500" fill="hold"/>
                                        <p:tgtEl>
                                          <p:spTgt spid="192"/>
                                        </p:tgtEl>
                                        <p:attrNameLst>
                                          <p:attrName>ppt_h</p:attrName>
                                        </p:attrNameLst>
                                      </p:cBhvr>
                                      <p:tavLst>
                                        <p:tav tm="0">
                                          <p:val>
                                            <p:strVal val="#ppt_h"/>
                                          </p:val>
                                        </p:tav>
                                        <p:tav tm="100000">
                                          <p:val>
                                            <p:strVal val="#ppt_h"/>
                                          </p:val>
                                        </p:tav>
                                      </p:tavLst>
                                    </p:anim>
                                    <p:animEffect transition="in" filter="fade">
                                      <p:cBhvr>
                                        <p:cTn id="19" dur="500"/>
                                        <p:tgtEl>
                                          <p:spTgt spid="192"/>
                                        </p:tgtEl>
                                      </p:cBhvr>
                                    </p:animEffect>
                                  </p:childTnLst>
                                </p:cTn>
                              </p:par>
                            </p:childTnLst>
                          </p:cTn>
                        </p:par>
                        <p:par>
                          <p:cTn id="20" fill="hold">
                            <p:stCondLst>
                              <p:cond delay="1500"/>
                            </p:stCondLst>
                            <p:childTnLst>
                              <p:par>
                                <p:cTn id="21" presetID="50" presetClass="entr" presetSubtype="0" decel="100000" fill="hold" grpId="0" nodeType="afterEffect">
                                  <p:stCondLst>
                                    <p:cond delay="0"/>
                                  </p:stCondLst>
                                  <p:childTnLst>
                                    <p:set>
                                      <p:cBhvr>
                                        <p:cTn id="22" dur="1" fill="hold">
                                          <p:stCondLst>
                                            <p:cond delay="0"/>
                                          </p:stCondLst>
                                        </p:cTn>
                                        <p:tgtEl>
                                          <p:spTgt spid="187"/>
                                        </p:tgtEl>
                                        <p:attrNameLst>
                                          <p:attrName>style.visibility</p:attrName>
                                        </p:attrNameLst>
                                      </p:cBhvr>
                                      <p:to>
                                        <p:strVal val="visible"/>
                                      </p:to>
                                    </p:set>
                                    <p:anim calcmode="lin" valueType="num">
                                      <p:cBhvr>
                                        <p:cTn id="23" dur="500" fill="hold"/>
                                        <p:tgtEl>
                                          <p:spTgt spid="187"/>
                                        </p:tgtEl>
                                        <p:attrNameLst>
                                          <p:attrName>ppt_w</p:attrName>
                                        </p:attrNameLst>
                                      </p:cBhvr>
                                      <p:tavLst>
                                        <p:tav tm="0">
                                          <p:val>
                                            <p:strVal val="#ppt_w+.3"/>
                                          </p:val>
                                        </p:tav>
                                        <p:tav tm="100000">
                                          <p:val>
                                            <p:strVal val="#ppt_w"/>
                                          </p:val>
                                        </p:tav>
                                      </p:tavLst>
                                    </p:anim>
                                    <p:anim calcmode="lin" valueType="num">
                                      <p:cBhvr>
                                        <p:cTn id="24" dur="500" fill="hold"/>
                                        <p:tgtEl>
                                          <p:spTgt spid="187"/>
                                        </p:tgtEl>
                                        <p:attrNameLst>
                                          <p:attrName>ppt_h</p:attrName>
                                        </p:attrNameLst>
                                      </p:cBhvr>
                                      <p:tavLst>
                                        <p:tav tm="0">
                                          <p:val>
                                            <p:strVal val="#ppt_h"/>
                                          </p:val>
                                        </p:tav>
                                        <p:tav tm="100000">
                                          <p:val>
                                            <p:strVal val="#ppt_h"/>
                                          </p:val>
                                        </p:tav>
                                      </p:tavLst>
                                    </p:anim>
                                    <p:animEffect transition="in" filter="fade">
                                      <p:cBhvr>
                                        <p:cTn id="25" dur="500"/>
                                        <p:tgtEl>
                                          <p:spTgt spid="187"/>
                                        </p:tgtEl>
                                      </p:cBhvr>
                                    </p:animEffect>
                                  </p:childTnLst>
                                </p:cTn>
                              </p:par>
                            </p:childTnLst>
                          </p:cTn>
                        </p:par>
                        <p:par>
                          <p:cTn id="26" fill="hold">
                            <p:stCondLst>
                              <p:cond delay="2000"/>
                            </p:stCondLst>
                            <p:childTnLst>
                              <p:par>
                                <p:cTn id="27" presetID="50" presetClass="entr" presetSubtype="0" decel="100000" fill="hold" grpId="0" nodeType="afterEffect">
                                  <p:stCondLst>
                                    <p:cond delay="0"/>
                                  </p:stCondLst>
                                  <p:childTnLst>
                                    <p:set>
                                      <p:cBhvr>
                                        <p:cTn id="28" dur="1" fill="hold">
                                          <p:stCondLst>
                                            <p:cond delay="0"/>
                                          </p:stCondLst>
                                        </p:cTn>
                                        <p:tgtEl>
                                          <p:spTgt spid="181"/>
                                        </p:tgtEl>
                                        <p:attrNameLst>
                                          <p:attrName>style.visibility</p:attrName>
                                        </p:attrNameLst>
                                      </p:cBhvr>
                                      <p:to>
                                        <p:strVal val="visible"/>
                                      </p:to>
                                    </p:set>
                                    <p:anim calcmode="lin" valueType="num">
                                      <p:cBhvr>
                                        <p:cTn id="29" dur="500" fill="hold"/>
                                        <p:tgtEl>
                                          <p:spTgt spid="181"/>
                                        </p:tgtEl>
                                        <p:attrNameLst>
                                          <p:attrName>ppt_w</p:attrName>
                                        </p:attrNameLst>
                                      </p:cBhvr>
                                      <p:tavLst>
                                        <p:tav tm="0">
                                          <p:val>
                                            <p:strVal val="#ppt_w+.3"/>
                                          </p:val>
                                        </p:tav>
                                        <p:tav tm="100000">
                                          <p:val>
                                            <p:strVal val="#ppt_w"/>
                                          </p:val>
                                        </p:tav>
                                      </p:tavLst>
                                    </p:anim>
                                    <p:anim calcmode="lin" valueType="num">
                                      <p:cBhvr>
                                        <p:cTn id="30" dur="500" fill="hold"/>
                                        <p:tgtEl>
                                          <p:spTgt spid="181"/>
                                        </p:tgtEl>
                                        <p:attrNameLst>
                                          <p:attrName>ppt_h</p:attrName>
                                        </p:attrNameLst>
                                      </p:cBhvr>
                                      <p:tavLst>
                                        <p:tav tm="0">
                                          <p:val>
                                            <p:strVal val="#ppt_h"/>
                                          </p:val>
                                        </p:tav>
                                        <p:tav tm="100000">
                                          <p:val>
                                            <p:strVal val="#ppt_h"/>
                                          </p:val>
                                        </p:tav>
                                      </p:tavLst>
                                    </p:anim>
                                    <p:animEffect transition="in" filter="fade">
                                      <p:cBhvr>
                                        <p:cTn id="31" dur="500"/>
                                        <p:tgtEl>
                                          <p:spTgt spid="181"/>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93"/>
                                        </p:tgtEl>
                                        <p:attrNameLst>
                                          <p:attrName>style.visibility</p:attrName>
                                        </p:attrNameLst>
                                      </p:cBhvr>
                                      <p:to>
                                        <p:strVal val="visible"/>
                                      </p:to>
                                    </p:set>
                                    <p:animEffect transition="in" filter="fade">
                                      <p:cBhvr>
                                        <p:cTn id="36" dur="1000"/>
                                        <p:tgtEl>
                                          <p:spTgt spid="193"/>
                                        </p:tgtEl>
                                      </p:cBhvr>
                                    </p:animEffect>
                                    <p:anim calcmode="lin" valueType="num">
                                      <p:cBhvr>
                                        <p:cTn id="37" dur="1000" fill="hold"/>
                                        <p:tgtEl>
                                          <p:spTgt spid="193"/>
                                        </p:tgtEl>
                                        <p:attrNameLst>
                                          <p:attrName>ppt_x</p:attrName>
                                        </p:attrNameLst>
                                      </p:cBhvr>
                                      <p:tavLst>
                                        <p:tav tm="0">
                                          <p:val>
                                            <p:strVal val="#ppt_x"/>
                                          </p:val>
                                        </p:tav>
                                        <p:tav tm="100000">
                                          <p:val>
                                            <p:strVal val="#ppt_x"/>
                                          </p:val>
                                        </p:tav>
                                      </p:tavLst>
                                    </p:anim>
                                    <p:anim calcmode="lin" valueType="num">
                                      <p:cBhvr>
                                        <p:cTn id="38" dur="1000" fill="hold"/>
                                        <p:tgtEl>
                                          <p:spTgt spid="193"/>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196"/>
                                        </p:tgtEl>
                                        <p:attrNameLst>
                                          <p:attrName>style.visibility</p:attrName>
                                        </p:attrNameLst>
                                      </p:cBhvr>
                                      <p:to>
                                        <p:strVal val="visible"/>
                                      </p:to>
                                    </p:set>
                                    <p:animEffect transition="in" filter="fade">
                                      <p:cBhvr>
                                        <p:cTn id="43" dur="1000"/>
                                        <p:tgtEl>
                                          <p:spTgt spid="196"/>
                                        </p:tgtEl>
                                      </p:cBhvr>
                                    </p:animEffect>
                                    <p:anim calcmode="lin" valueType="num">
                                      <p:cBhvr>
                                        <p:cTn id="44" dur="1000" fill="hold"/>
                                        <p:tgtEl>
                                          <p:spTgt spid="196"/>
                                        </p:tgtEl>
                                        <p:attrNameLst>
                                          <p:attrName>ppt_x</p:attrName>
                                        </p:attrNameLst>
                                      </p:cBhvr>
                                      <p:tavLst>
                                        <p:tav tm="0">
                                          <p:val>
                                            <p:strVal val="#ppt_x"/>
                                          </p:val>
                                        </p:tav>
                                        <p:tav tm="100000">
                                          <p:val>
                                            <p:strVal val="#ppt_x"/>
                                          </p:val>
                                        </p:tav>
                                      </p:tavLst>
                                    </p:anim>
                                    <p:anim calcmode="lin" valueType="num">
                                      <p:cBhvr>
                                        <p:cTn id="45" dur="1000" fill="hold"/>
                                        <p:tgtEl>
                                          <p:spTgt spid="196"/>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199"/>
                                        </p:tgtEl>
                                        <p:attrNameLst>
                                          <p:attrName>style.visibility</p:attrName>
                                        </p:attrNameLst>
                                      </p:cBhvr>
                                      <p:to>
                                        <p:strVal val="visible"/>
                                      </p:to>
                                    </p:set>
                                    <p:animEffect transition="in" filter="fade">
                                      <p:cBhvr>
                                        <p:cTn id="50" dur="1000"/>
                                        <p:tgtEl>
                                          <p:spTgt spid="199"/>
                                        </p:tgtEl>
                                      </p:cBhvr>
                                    </p:animEffect>
                                    <p:anim calcmode="lin" valueType="num">
                                      <p:cBhvr>
                                        <p:cTn id="51" dur="1000" fill="hold"/>
                                        <p:tgtEl>
                                          <p:spTgt spid="199"/>
                                        </p:tgtEl>
                                        <p:attrNameLst>
                                          <p:attrName>ppt_x</p:attrName>
                                        </p:attrNameLst>
                                      </p:cBhvr>
                                      <p:tavLst>
                                        <p:tav tm="0">
                                          <p:val>
                                            <p:strVal val="#ppt_x"/>
                                          </p:val>
                                        </p:tav>
                                        <p:tav tm="100000">
                                          <p:val>
                                            <p:strVal val="#ppt_x"/>
                                          </p:val>
                                        </p:tav>
                                      </p:tavLst>
                                    </p:anim>
                                    <p:anim calcmode="lin" valueType="num">
                                      <p:cBhvr>
                                        <p:cTn id="52" dur="1000" fill="hold"/>
                                        <p:tgtEl>
                                          <p:spTgt spid="199"/>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202"/>
                                        </p:tgtEl>
                                        <p:attrNameLst>
                                          <p:attrName>style.visibility</p:attrName>
                                        </p:attrNameLst>
                                      </p:cBhvr>
                                      <p:to>
                                        <p:strVal val="visible"/>
                                      </p:to>
                                    </p:set>
                                    <p:animEffect transition="in" filter="fade">
                                      <p:cBhvr>
                                        <p:cTn id="57" dur="1000"/>
                                        <p:tgtEl>
                                          <p:spTgt spid="202"/>
                                        </p:tgtEl>
                                      </p:cBhvr>
                                    </p:animEffect>
                                    <p:anim calcmode="lin" valueType="num">
                                      <p:cBhvr>
                                        <p:cTn id="58" dur="1000" fill="hold"/>
                                        <p:tgtEl>
                                          <p:spTgt spid="202"/>
                                        </p:tgtEl>
                                        <p:attrNameLst>
                                          <p:attrName>ppt_x</p:attrName>
                                        </p:attrNameLst>
                                      </p:cBhvr>
                                      <p:tavLst>
                                        <p:tav tm="0">
                                          <p:val>
                                            <p:strVal val="#ppt_x"/>
                                          </p:val>
                                        </p:tav>
                                        <p:tav tm="100000">
                                          <p:val>
                                            <p:strVal val="#ppt_x"/>
                                          </p:val>
                                        </p:tav>
                                      </p:tavLst>
                                    </p:anim>
                                    <p:anim calcmode="lin" valueType="num">
                                      <p:cBhvr>
                                        <p:cTn id="59" dur="1000" fill="hold"/>
                                        <p:tgtEl>
                                          <p:spTgt spid="20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75" grpId="0" animBg="1"/>
      <p:bldP spid="181" grpId="0" animBg="1"/>
      <p:bldP spid="187" grpId="0" animBg="1"/>
      <p:bldP spid="19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0"/>
          <p:cNvSpPr>
            <a:spLocks noChangeArrowheads="1"/>
          </p:cNvSpPr>
          <p:nvPr/>
        </p:nvSpPr>
        <p:spPr bwMode="auto">
          <a:xfrm>
            <a:off x="934588" y="322124"/>
            <a:ext cx="4065203"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457200">
              <a:spcBef>
                <a:spcPct val="0"/>
              </a:spcBef>
              <a:buNone/>
            </a:pPr>
            <a:r>
              <a:rPr lang="zh-CN" altLang="en-US" sz="2400">
                <a:solidFill>
                  <a:srgbClr val="325B7F"/>
                </a:solidFill>
                <a:cs typeface="+mn-ea"/>
                <a:sym typeface="思源黑体" panose="020B0500000000000000" pitchFamily="34" charset="-122"/>
              </a:rPr>
              <a:t>添加论文第二部分内容标题</a:t>
            </a:r>
            <a:endParaRPr lang="zh-CN" altLang="en-US" sz="2400">
              <a:solidFill>
                <a:srgbClr val="325B7F"/>
              </a:solidFill>
              <a:cs typeface="+mn-ea"/>
              <a:sym typeface="思源黑体" panose="020B0500000000000000" pitchFamily="34" charset="-122"/>
            </a:endParaRPr>
          </a:p>
        </p:txBody>
      </p:sp>
      <p:grpSp>
        <p:nvGrpSpPr>
          <p:cNvPr id="43" name="PA-组合 5"/>
          <p:cNvGrpSpPr/>
          <p:nvPr>
            <p:custDataLst>
              <p:tags r:id="rId1"/>
            </p:custDataLst>
          </p:nvPr>
        </p:nvGrpSpPr>
        <p:grpSpPr>
          <a:xfrm>
            <a:off x="1295401" y="1232995"/>
            <a:ext cx="9791700" cy="5142534"/>
            <a:chOff x="1462112" y="1315065"/>
            <a:chExt cx="9791700" cy="5142534"/>
          </a:xfrm>
        </p:grpSpPr>
        <p:sp>
          <p:nvSpPr>
            <p:cNvPr id="44" name="PA-speed "/>
            <p:cNvSpPr txBox="1">
              <a:spLocks noChangeArrowheads="1"/>
            </p:cNvSpPr>
            <p:nvPr>
              <p:custDataLst>
                <p:tags r:id="rId2"/>
              </p:custDataLst>
            </p:nvPr>
          </p:nvSpPr>
          <p:spPr bwMode="auto">
            <a:xfrm>
              <a:off x="6846901" y="1320039"/>
              <a:ext cx="3925295" cy="371513"/>
            </a:xfrm>
            <a:prstGeom prst="rect">
              <a:avLst/>
            </a:prstGeom>
            <a:noFill/>
            <a:scene3d>
              <a:camera prst="orthographicFront">
                <a:rot lat="0" lon="0" rev="0"/>
              </a:camera>
              <a:lightRig rig="threePt" dir="t"/>
            </a:scene3d>
            <a:sp3d prstMaterial="matte">
              <a:bevelT w="1270" h="1270"/>
            </a:sp3d>
          </p:spPr>
          <p:txBody>
            <a:bodyPr wrap="square" lIns="90000" tIns="46800" rIns="90000" bIns="46800" anchor="t" anchorCtr="0">
              <a:spAutoFit/>
            </a:bodyPr>
            <a:lstStyle>
              <a:defPPr>
                <a:defRPr lang="ko-KR"/>
              </a:defPPr>
              <a:lvl1pPr fontAlgn="base">
                <a:lnSpc>
                  <a:spcPct val="90000"/>
                </a:lnSpc>
                <a:spcBef>
                  <a:spcPct val="0"/>
                </a:spcBef>
                <a:spcAft>
                  <a:spcPct val="0"/>
                </a:spcAft>
                <a:buClr>
                  <a:prstClr val="white"/>
                </a:buClr>
                <a:defRPr kumimoji="1" sz="1400" b="1">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defRPr>
              </a:lvl1pPr>
              <a:lvl2pPr fontAlgn="base">
                <a:spcBef>
                  <a:spcPct val="0"/>
                </a:spcBef>
                <a:spcAft>
                  <a:spcPct val="0"/>
                </a:spcAft>
                <a:defRPr kumimoji="1">
                  <a:latin typeface="Gulim" panose="020B0600000101010101" pitchFamily="50" charset="-127"/>
                  <a:ea typeface="Gulim" panose="020B0600000101010101" pitchFamily="50" charset="-127"/>
                </a:defRPr>
              </a:lvl2pPr>
              <a:lvl3pPr fontAlgn="base">
                <a:spcBef>
                  <a:spcPct val="0"/>
                </a:spcBef>
                <a:spcAft>
                  <a:spcPct val="0"/>
                </a:spcAft>
                <a:defRPr kumimoji="1">
                  <a:latin typeface="Gulim" panose="020B0600000101010101" pitchFamily="50" charset="-127"/>
                  <a:ea typeface="Gulim" panose="020B0600000101010101" pitchFamily="50" charset="-127"/>
                </a:defRPr>
              </a:lvl3pPr>
              <a:lvl4pPr fontAlgn="base">
                <a:spcBef>
                  <a:spcPct val="0"/>
                </a:spcBef>
                <a:spcAft>
                  <a:spcPct val="0"/>
                </a:spcAft>
                <a:defRPr kumimoji="1">
                  <a:latin typeface="Gulim" panose="020B0600000101010101" pitchFamily="50" charset="-127"/>
                  <a:ea typeface="Gulim" panose="020B0600000101010101" pitchFamily="50" charset="-127"/>
                </a:defRPr>
              </a:lvl4pPr>
              <a:lvl5pPr fontAlgn="base">
                <a:spcBef>
                  <a:spcPct val="0"/>
                </a:spcBef>
                <a:spcAft>
                  <a:spcPct val="0"/>
                </a:spcAft>
                <a:defRPr kumimoji="1">
                  <a:latin typeface="Gulim" panose="020B0600000101010101" pitchFamily="50" charset="-127"/>
                  <a:ea typeface="Gulim" panose="020B0600000101010101" pitchFamily="50" charset="-127"/>
                </a:defRPr>
              </a:lvl5pPr>
              <a:lvl6pPr>
                <a:defRPr kumimoji="1">
                  <a:latin typeface="Gulim" panose="020B0600000101010101" pitchFamily="50" charset="-127"/>
                  <a:ea typeface="Gulim" panose="020B0600000101010101" pitchFamily="50" charset="-127"/>
                </a:defRPr>
              </a:lvl6pPr>
              <a:lvl7pPr>
                <a:defRPr kumimoji="1">
                  <a:latin typeface="Gulim" panose="020B0600000101010101" pitchFamily="50" charset="-127"/>
                  <a:ea typeface="Gulim" panose="020B0600000101010101" pitchFamily="50" charset="-127"/>
                </a:defRPr>
              </a:lvl7pPr>
              <a:lvl8pPr>
                <a:defRPr kumimoji="1">
                  <a:latin typeface="Gulim" panose="020B0600000101010101" pitchFamily="50" charset="-127"/>
                  <a:ea typeface="Gulim" panose="020B0600000101010101" pitchFamily="50" charset="-127"/>
                </a:defRPr>
              </a:lvl8pPr>
              <a:lvl9pPr>
                <a:defRPr kumimoji="1">
                  <a:latin typeface="Gulim" panose="020B0600000101010101" pitchFamily="50" charset="-127"/>
                  <a:ea typeface="Gulim" panose="020B0600000101010101" pitchFamily="50" charset="-127"/>
                </a:defRPr>
              </a:lvl9pPr>
            </a:lstStyle>
            <a:p>
              <a:r>
                <a:rPr lang="zh-CN" altLang="en-US" sz="2000" b="0">
                  <a:solidFill>
                    <a:schemeClr val="tx1">
                      <a:lumMod val="85000"/>
                      <a:lumOff val="15000"/>
                    </a:schemeClr>
                  </a:solidFill>
                  <a:latin typeface="微软雅黑" panose="020B0503020204020204" pitchFamily="34" charset="-122"/>
                  <a:ea typeface="微软雅黑" panose="020B0503020204020204" pitchFamily="34" charset="-122"/>
                  <a:cs typeface="+mn-ea"/>
                  <a:sym typeface="思源黑体 Medium" panose="020B0600000000000000" pitchFamily="34" charset="-122"/>
                </a:rPr>
                <a:t>输入标题</a:t>
              </a:r>
              <a:endParaRPr lang="zh-CN" altLang="en-US" sz="2000" b="0">
                <a:solidFill>
                  <a:schemeClr val="tx1">
                    <a:lumMod val="85000"/>
                    <a:lumOff val="15000"/>
                  </a:schemeClr>
                </a:solidFill>
                <a:latin typeface="微软雅黑" panose="020B0503020204020204" pitchFamily="34" charset="-122"/>
                <a:ea typeface="微软雅黑" panose="020B0503020204020204" pitchFamily="34" charset="-122"/>
                <a:cs typeface="+mn-ea"/>
                <a:sym typeface="思源黑体 Medium" panose="020B0600000000000000" pitchFamily="34" charset="-122"/>
              </a:endParaRPr>
            </a:p>
          </p:txBody>
        </p:sp>
        <p:sp>
          <p:nvSpPr>
            <p:cNvPr id="45" name="PA-矩形 3"/>
            <p:cNvSpPr txBox="1">
              <a:spLocks noChangeArrowheads="1"/>
            </p:cNvSpPr>
            <p:nvPr>
              <p:custDataLst>
                <p:tags r:id="rId3"/>
              </p:custDataLst>
            </p:nvPr>
          </p:nvSpPr>
          <p:spPr bwMode="auto">
            <a:xfrm>
              <a:off x="6846901" y="1616312"/>
              <a:ext cx="4406911" cy="1171732"/>
            </a:xfrm>
            <a:prstGeom prst="rect">
              <a:avLst/>
            </a:prstGeom>
          </p:spPr>
          <p:txBody>
            <a:bodyPr wrap="square" lIns="90000" tIns="46800" rIns="90000" bIns="46800" anchor="t" anchorCtr="0">
              <a:spAutoFit/>
            </a:bodyPr>
            <a:lstStyle>
              <a:lvl1pPr marL="342900" indent="-342900" eaLnBrk="0" hangingPunct="0">
                <a:spcBef>
                  <a:spcPct val="20000"/>
                </a:spcBef>
                <a:buFont typeface="Arial" panose="020B0604020202020204" pitchFamily="34" charset="0"/>
                <a:buNone/>
                <a:defRPr lang="en-US" altLang="ko-KR" sz="2000">
                  <a:latin typeface="Microsoft Sans Serif" panose="020B0604020202020204" pitchFamily="34" charset="0"/>
                  <a:ea typeface="+mj-ea"/>
                  <a:cs typeface="Microsoft Sans Serif" panose="020B0604020202020204" pitchFamily="34" charset="0"/>
                </a:defRPr>
              </a:lvl1pPr>
              <a:lvl2pPr marL="742950" indent="-285750" eaLnBrk="0" hangingPunct="0">
                <a:spcBef>
                  <a:spcPct val="20000"/>
                </a:spcBef>
                <a:buFont typeface="Arial" panose="020B0604020202020204" pitchFamily="34" charset="0"/>
                <a:buChar char="–"/>
                <a:defRPr sz="2800">
                  <a:latin typeface="+mn-lt"/>
                  <a:ea typeface="+mn-ea"/>
                </a:defRPr>
              </a:lvl2pPr>
              <a:lvl3pPr marL="1143000" indent="-228600" eaLnBrk="0" hangingPunct="0">
                <a:spcBef>
                  <a:spcPct val="20000"/>
                </a:spcBef>
                <a:buFont typeface="Arial" panose="020B0604020202020204" pitchFamily="34" charset="0"/>
                <a:buChar char="•"/>
                <a:defRPr sz="2400">
                  <a:latin typeface="+mn-lt"/>
                  <a:ea typeface="+mn-ea"/>
                </a:defRPr>
              </a:lvl3pPr>
              <a:lvl4pPr marL="1600200" indent="-228600" eaLnBrk="0" hangingPunct="0">
                <a:spcBef>
                  <a:spcPct val="20000"/>
                </a:spcBef>
                <a:buFont typeface="Arial" panose="020B0604020202020204" pitchFamily="34" charset="0"/>
                <a:buChar char="–"/>
                <a:defRPr sz="2000">
                  <a:latin typeface="+mn-lt"/>
                  <a:ea typeface="+mn-ea"/>
                </a:defRPr>
              </a:lvl4pPr>
              <a:lvl5pPr marL="2057400" indent="-228600" eaLnBrk="0" hangingPunct="0">
                <a:spcBef>
                  <a:spcPct val="20000"/>
                </a:spcBef>
                <a:buFont typeface="Arial" panose="020B0604020202020204" pitchFamily="34" charset="0"/>
                <a:buChar char="»"/>
                <a:defRPr sz="2000">
                  <a:latin typeface="+mn-lt"/>
                  <a:ea typeface="+mn-ea"/>
                </a:defRPr>
              </a:lvl5pPr>
              <a:lvl6pPr marL="2514600" indent="-228600">
                <a:spcBef>
                  <a:spcPct val="20000"/>
                </a:spcBef>
                <a:buFont typeface="Arial" panose="020B0604020202020204" pitchFamily="34" charset="0"/>
                <a:buChar char="•"/>
                <a:defRPr sz="2000">
                  <a:latin typeface="+mn-lt"/>
                  <a:ea typeface="+mn-ea"/>
                </a:defRPr>
              </a:lvl6pPr>
              <a:lvl7pPr marL="2971800" indent="-228600">
                <a:spcBef>
                  <a:spcPct val="20000"/>
                </a:spcBef>
                <a:buFont typeface="Arial" panose="020B0604020202020204" pitchFamily="34" charset="0"/>
                <a:buChar char="•"/>
                <a:defRPr sz="2000">
                  <a:latin typeface="+mn-lt"/>
                  <a:ea typeface="+mn-ea"/>
                </a:defRPr>
              </a:lvl7pPr>
              <a:lvl8pPr marL="3429000" indent="-228600">
                <a:spcBef>
                  <a:spcPct val="20000"/>
                </a:spcBef>
                <a:buFont typeface="Arial" panose="020B0604020202020204" pitchFamily="34" charset="0"/>
                <a:buChar char="•"/>
                <a:defRPr sz="2000">
                  <a:latin typeface="+mn-lt"/>
                  <a:ea typeface="+mn-ea"/>
                </a:defRPr>
              </a:lvl8pPr>
              <a:lvl9pPr marL="3886200" indent="-228600">
                <a:spcBef>
                  <a:spcPct val="20000"/>
                </a:spcBef>
                <a:buFont typeface="Arial" panose="020B0604020202020204" pitchFamily="34" charset="0"/>
                <a:buChar char="•"/>
                <a:defRPr sz="2000">
                  <a:latin typeface="+mn-lt"/>
                  <a:ea typeface="+mn-ea"/>
                </a:defRPr>
              </a:lvl9pPr>
            </a:lstStyle>
            <a:p>
              <a:pPr marL="0" indent="0">
                <a:lnSpc>
                  <a:spcPct val="120000"/>
                </a:lnSpc>
              </a:pPr>
              <a:r>
                <a:rPr lang="zh-CN" altLang="en-US" sz="1400" spc="300">
                  <a:latin typeface="思源黑体 Light" panose="020B0300000000000000" pitchFamily="34" charset="-122"/>
                  <a:ea typeface="思源黑体 Light" panose="020B0300000000000000" pitchFamily="34" charset="-122"/>
                  <a:sym typeface="思源黑体 Medium" panose="020B0600000000000000" pitchFamily="34" charset="-122"/>
                </a:rPr>
                <a:t>在此录入上述图表的描述说明，在此录入上述图表的描述说明。在此录入上述图表的描述说明，在此录入上述图表的描述说明。</a:t>
              </a:r>
              <a:endParaRPr lang="zh-CN" altLang="en-US" sz="1400" spc="300">
                <a:latin typeface="思源黑体 Light" panose="020B0300000000000000" pitchFamily="34" charset="-122"/>
                <a:ea typeface="思源黑体 Light" panose="020B0300000000000000" pitchFamily="34" charset="-122"/>
                <a:sym typeface="思源黑体 Medium" panose="020B0600000000000000" pitchFamily="34" charset="-122"/>
              </a:endParaRPr>
            </a:p>
            <a:p>
              <a:pPr marL="0" indent="0">
                <a:lnSpc>
                  <a:spcPct val="120000"/>
                </a:lnSpc>
              </a:pPr>
              <a:endParaRPr lang="zh-CN" altLang="en-US" sz="1400" spc="300">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grpSp>
          <p:nvGrpSpPr>
            <p:cNvPr id="46" name="组合 45"/>
            <p:cNvGrpSpPr/>
            <p:nvPr/>
          </p:nvGrpSpPr>
          <p:grpSpPr>
            <a:xfrm>
              <a:off x="5808510" y="5087115"/>
              <a:ext cx="862800" cy="862800"/>
              <a:chOff x="5808510" y="5087115"/>
              <a:chExt cx="862800" cy="862800"/>
            </a:xfrm>
          </p:grpSpPr>
          <p:sp>
            <p:nvSpPr>
              <p:cNvPr id="115" name="PA-椭圆 68"/>
              <p:cNvSpPr/>
              <p:nvPr>
                <p:custDataLst>
                  <p:tags r:id="rId4"/>
                </p:custDataLst>
              </p:nvPr>
            </p:nvSpPr>
            <p:spPr>
              <a:xfrm>
                <a:off x="5808510" y="5087115"/>
                <a:ext cx="862800" cy="862800"/>
              </a:xfrm>
              <a:prstGeom prst="ellipse">
                <a:avLst/>
              </a:prstGeom>
              <a:solidFill>
                <a:srgbClr val="335C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grpSp>
            <p:nvGrpSpPr>
              <p:cNvPr id="116" name="Group 69"/>
              <p:cNvGrpSpPr/>
              <p:nvPr/>
            </p:nvGrpSpPr>
            <p:grpSpPr>
              <a:xfrm>
                <a:off x="6028291" y="5281615"/>
                <a:ext cx="423238" cy="473800"/>
                <a:chOff x="10166350" y="5273676"/>
                <a:chExt cx="823912" cy="922338"/>
              </a:xfrm>
            </p:grpSpPr>
            <p:sp>
              <p:nvSpPr>
                <p:cNvPr id="117" name="PA-任意多边形 172"/>
                <p:cNvSpPr/>
                <p:nvPr>
                  <p:custDataLst>
                    <p:tags r:id="rId5"/>
                  </p:custDataLst>
                </p:nvPr>
              </p:nvSpPr>
              <p:spPr bwMode="auto">
                <a:xfrm>
                  <a:off x="10380662" y="5734051"/>
                  <a:ext cx="292100" cy="198438"/>
                </a:xfrm>
                <a:custGeom>
                  <a:avLst/>
                  <a:gdLst>
                    <a:gd name="T0" fmla="*/ 184 w 184"/>
                    <a:gd name="T1" fmla="*/ 88 h 125"/>
                    <a:gd name="T2" fmla="*/ 166 w 184"/>
                    <a:gd name="T3" fmla="*/ 88 h 125"/>
                    <a:gd name="T4" fmla="*/ 166 w 184"/>
                    <a:gd name="T5" fmla="*/ 88 h 125"/>
                    <a:gd name="T6" fmla="*/ 163 w 184"/>
                    <a:gd name="T7" fmla="*/ 88 h 125"/>
                    <a:gd name="T8" fmla="*/ 131 w 184"/>
                    <a:gd name="T9" fmla="*/ 88 h 125"/>
                    <a:gd name="T10" fmla="*/ 138 w 184"/>
                    <a:gd name="T11" fmla="*/ 60 h 125"/>
                    <a:gd name="T12" fmla="*/ 138 w 184"/>
                    <a:gd name="T13" fmla="*/ 29 h 125"/>
                    <a:gd name="T14" fmla="*/ 138 w 184"/>
                    <a:gd name="T15" fmla="*/ 29 h 125"/>
                    <a:gd name="T16" fmla="*/ 138 w 184"/>
                    <a:gd name="T17" fmla="*/ 23 h 125"/>
                    <a:gd name="T18" fmla="*/ 137 w 184"/>
                    <a:gd name="T19" fmla="*/ 18 h 125"/>
                    <a:gd name="T20" fmla="*/ 134 w 184"/>
                    <a:gd name="T21" fmla="*/ 12 h 125"/>
                    <a:gd name="T22" fmla="*/ 131 w 184"/>
                    <a:gd name="T23" fmla="*/ 9 h 125"/>
                    <a:gd name="T24" fmla="*/ 126 w 184"/>
                    <a:gd name="T25" fmla="*/ 5 h 125"/>
                    <a:gd name="T26" fmla="*/ 122 w 184"/>
                    <a:gd name="T27" fmla="*/ 3 h 125"/>
                    <a:gd name="T28" fmla="*/ 116 w 184"/>
                    <a:gd name="T29" fmla="*/ 0 h 125"/>
                    <a:gd name="T30" fmla="*/ 110 w 184"/>
                    <a:gd name="T31" fmla="*/ 0 h 125"/>
                    <a:gd name="T32" fmla="*/ 101 w 184"/>
                    <a:gd name="T33" fmla="*/ 0 h 125"/>
                    <a:gd name="T34" fmla="*/ 101 w 184"/>
                    <a:gd name="T35" fmla="*/ 0 h 125"/>
                    <a:gd name="T36" fmla="*/ 100 w 184"/>
                    <a:gd name="T37" fmla="*/ 0 h 125"/>
                    <a:gd name="T38" fmla="*/ 100 w 184"/>
                    <a:gd name="T39" fmla="*/ 43 h 125"/>
                    <a:gd name="T40" fmla="*/ 89 w 184"/>
                    <a:gd name="T41" fmla="*/ 58 h 125"/>
                    <a:gd name="T42" fmla="*/ 49 w 184"/>
                    <a:gd name="T43" fmla="*/ 103 h 125"/>
                    <a:gd name="T44" fmla="*/ 49 w 184"/>
                    <a:gd name="T45" fmla="*/ 103 h 125"/>
                    <a:gd name="T46" fmla="*/ 42 w 184"/>
                    <a:gd name="T47" fmla="*/ 113 h 125"/>
                    <a:gd name="T48" fmla="*/ 37 w 184"/>
                    <a:gd name="T49" fmla="*/ 125 h 125"/>
                    <a:gd name="T50" fmla="*/ 0 w 184"/>
                    <a:gd name="T51" fmla="*/ 125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84" h="125">
                      <a:moveTo>
                        <a:pt x="184" y="88"/>
                      </a:moveTo>
                      <a:lnTo>
                        <a:pt x="166" y="88"/>
                      </a:lnTo>
                      <a:lnTo>
                        <a:pt x="166" y="88"/>
                      </a:lnTo>
                      <a:lnTo>
                        <a:pt x="163" y="88"/>
                      </a:lnTo>
                      <a:lnTo>
                        <a:pt x="131" y="88"/>
                      </a:lnTo>
                      <a:lnTo>
                        <a:pt x="138" y="60"/>
                      </a:lnTo>
                      <a:lnTo>
                        <a:pt x="138" y="29"/>
                      </a:lnTo>
                      <a:lnTo>
                        <a:pt x="138" y="29"/>
                      </a:lnTo>
                      <a:lnTo>
                        <a:pt x="138" y="23"/>
                      </a:lnTo>
                      <a:lnTo>
                        <a:pt x="137" y="18"/>
                      </a:lnTo>
                      <a:lnTo>
                        <a:pt x="134" y="12"/>
                      </a:lnTo>
                      <a:lnTo>
                        <a:pt x="131" y="9"/>
                      </a:lnTo>
                      <a:lnTo>
                        <a:pt x="126" y="5"/>
                      </a:lnTo>
                      <a:lnTo>
                        <a:pt x="122" y="3"/>
                      </a:lnTo>
                      <a:lnTo>
                        <a:pt x="116" y="0"/>
                      </a:lnTo>
                      <a:lnTo>
                        <a:pt x="110" y="0"/>
                      </a:lnTo>
                      <a:lnTo>
                        <a:pt x="101" y="0"/>
                      </a:lnTo>
                      <a:lnTo>
                        <a:pt x="101" y="0"/>
                      </a:lnTo>
                      <a:lnTo>
                        <a:pt x="100" y="0"/>
                      </a:lnTo>
                      <a:lnTo>
                        <a:pt x="100" y="43"/>
                      </a:lnTo>
                      <a:lnTo>
                        <a:pt x="89" y="58"/>
                      </a:lnTo>
                      <a:lnTo>
                        <a:pt x="49" y="103"/>
                      </a:lnTo>
                      <a:lnTo>
                        <a:pt x="49" y="103"/>
                      </a:lnTo>
                      <a:lnTo>
                        <a:pt x="42" y="113"/>
                      </a:lnTo>
                      <a:lnTo>
                        <a:pt x="37" y="125"/>
                      </a:lnTo>
                      <a:lnTo>
                        <a:pt x="0" y="125"/>
                      </a:lnTo>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118" name="PA-任意多边形 173"/>
                <p:cNvSpPr/>
                <p:nvPr>
                  <p:custDataLst>
                    <p:tags r:id="rId6"/>
                  </p:custDataLst>
                </p:nvPr>
              </p:nvSpPr>
              <p:spPr bwMode="auto">
                <a:xfrm>
                  <a:off x="10414000" y="6122988"/>
                  <a:ext cx="225425" cy="30163"/>
                </a:xfrm>
                <a:custGeom>
                  <a:avLst/>
                  <a:gdLst>
                    <a:gd name="T0" fmla="*/ 0 w 142"/>
                    <a:gd name="T1" fmla="*/ 0 h 19"/>
                    <a:gd name="T2" fmla="*/ 24 w 142"/>
                    <a:gd name="T3" fmla="*/ 0 h 19"/>
                    <a:gd name="T4" fmla="*/ 24 w 142"/>
                    <a:gd name="T5" fmla="*/ 0 h 19"/>
                    <a:gd name="T6" fmla="*/ 31 w 142"/>
                    <a:gd name="T7" fmla="*/ 9 h 19"/>
                    <a:gd name="T8" fmla="*/ 42 w 142"/>
                    <a:gd name="T9" fmla="*/ 15 h 19"/>
                    <a:gd name="T10" fmla="*/ 52 w 142"/>
                    <a:gd name="T11" fmla="*/ 19 h 19"/>
                    <a:gd name="T12" fmla="*/ 64 w 142"/>
                    <a:gd name="T13" fmla="*/ 19 h 19"/>
                    <a:gd name="T14" fmla="*/ 96 w 142"/>
                    <a:gd name="T15" fmla="*/ 19 h 19"/>
                    <a:gd name="T16" fmla="*/ 142 w 142"/>
                    <a:gd name="T17" fmla="*/ 19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9">
                      <a:moveTo>
                        <a:pt x="0" y="0"/>
                      </a:moveTo>
                      <a:lnTo>
                        <a:pt x="24" y="0"/>
                      </a:lnTo>
                      <a:lnTo>
                        <a:pt x="24" y="0"/>
                      </a:lnTo>
                      <a:lnTo>
                        <a:pt x="31" y="9"/>
                      </a:lnTo>
                      <a:lnTo>
                        <a:pt x="42" y="15"/>
                      </a:lnTo>
                      <a:lnTo>
                        <a:pt x="52" y="19"/>
                      </a:lnTo>
                      <a:lnTo>
                        <a:pt x="64" y="19"/>
                      </a:lnTo>
                      <a:lnTo>
                        <a:pt x="96" y="19"/>
                      </a:lnTo>
                      <a:lnTo>
                        <a:pt x="142" y="19"/>
                      </a:lnTo>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119" name="PA-任意多边形 174"/>
                <p:cNvSpPr/>
                <p:nvPr>
                  <p:custDataLst>
                    <p:tags r:id="rId7"/>
                  </p:custDataLst>
                </p:nvPr>
              </p:nvSpPr>
              <p:spPr bwMode="auto">
                <a:xfrm>
                  <a:off x="10639425" y="5497513"/>
                  <a:ext cx="350837" cy="314325"/>
                </a:xfrm>
                <a:custGeom>
                  <a:avLst/>
                  <a:gdLst>
                    <a:gd name="T0" fmla="*/ 0 w 221"/>
                    <a:gd name="T1" fmla="*/ 109 h 198"/>
                    <a:gd name="T2" fmla="*/ 0 w 221"/>
                    <a:gd name="T3" fmla="*/ 157 h 198"/>
                    <a:gd name="T4" fmla="*/ 138 w 221"/>
                    <a:gd name="T5" fmla="*/ 157 h 198"/>
                    <a:gd name="T6" fmla="*/ 138 w 221"/>
                    <a:gd name="T7" fmla="*/ 198 h 198"/>
                    <a:gd name="T8" fmla="*/ 180 w 221"/>
                    <a:gd name="T9" fmla="*/ 157 h 198"/>
                    <a:gd name="T10" fmla="*/ 221 w 221"/>
                    <a:gd name="T11" fmla="*/ 157 h 198"/>
                    <a:gd name="T12" fmla="*/ 221 w 221"/>
                    <a:gd name="T13" fmla="*/ 0 h 198"/>
                    <a:gd name="T14" fmla="*/ 67 w 221"/>
                    <a:gd name="T15" fmla="*/ 0 h 1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1" h="198">
                      <a:moveTo>
                        <a:pt x="0" y="109"/>
                      </a:moveTo>
                      <a:lnTo>
                        <a:pt x="0" y="157"/>
                      </a:lnTo>
                      <a:lnTo>
                        <a:pt x="138" y="157"/>
                      </a:lnTo>
                      <a:lnTo>
                        <a:pt x="138" y="198"/>
                      </a:lnTo>
                      <a:lnTo>
                        <a:pt x="180" y="157"/>
                      </a:lnTo>
                      <a:lnTo>
                        <a:pt x="221" y="157"/>
                      </a:lnTo>
                      <a:lnTo>
                        <a:pt x="221" y="0"/>
                      </a:lnTo>
                      <a:lnTo>
                        <a:pt x="67" y="0"/>
                      </a:lnTo>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120" name="PA-任意多边形 175"/>
                <p:cNvSpPr/>
                <p:nvPr>
                  <p:custDataLst>
                    <p:tags r:id="rId8"/>
                  </p:custDataLst>
                </p:nvPr>
              </p:nvSpPr>
              <p:spPr bwMode="auto">
                <a:xfrm>
                  <a:off x="10188575" y="5273676"/>
                  <a:ext cx="552450" cy="493713"/>
                </a:xfrm>
                <a:custGeom>
                  <a:avLst/>
                  <a:gdLst>
                    <a:gd name="T0" fmla="*/ 348 w 348"/>
                    <a:gd name="T1" fmla="*/ 0 h 311"/>
                    <a:gd name="T2" fmla="*/ 0 w 348"/>
                    <a:gd name="T3" fmla="*/ 0 h 311"/>
                    <a:gd name="T4" fmla="*/ 0 w 348"/>
                    <a:gd name="T5" fmla="*/ 246 h 311"/>
                    <a:gd name="T6" fmla="*/ 65 w 348"/>
                    <a:gd name="T7" fmla="*/ 246 h 311"/>
                    <a:gd name="T8" fmla="*/ 130 w 348"/>
                    <a:gd name="T9" fmla="*/ 311 h 311"/>
                    <a:gd name="T10" fmla="*/ 130 w 348"/>
                    <a:gd name="T11" fmla="*/ 246 h 311"/>
                    <a:gd name="T12" fmla="*/ 348 w 348"/>
                    <a:gd name="T13" fmla="*/ 246 h 311"/>
                    <a:gd name="T14" fmla="*/ 348 w 348"/>
                    <a:gd name="T15" fmla="*/ 0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8" h="311">
                      <a:moveTo>
                        <a:pt x="348" y="0"/>
                      </a:moveTo>
                      <a:lnTo>
                        <a:pt x="0" y="0"/>
                      </a:lnTo>
                      <a:lnTo>
                        <a:pt x="0" y="246"/>
                      </a:lnTo>
                      <a:lnTo>
                        <a:pt x="65" y="246"/>
                      </a:lnTo>
                      <a:lnTo>
                        <a:pt x="130" y="311"/>
                      </a:lnTo>
                      <a:lnTo>
                        <a:pt x="130" y="246"/>
                      </a:lnTo>
                      <a:lnTo>
                        <a:pt x="348" y="246"/>
                      </a:lnTo>
                      <a:lnTo>
                        <a:pt x="348" y="0"/>
                      </a:lnTo>
                      <a:close/>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121" name="PA-任意多边形 176"/>
                <p:cNvSpPr/>
                <p:nvPr>
                  <p:custDataLst>
                    <p:tags r:id="rId9"/>
                  </p:custDataLst>
                </p:nvPr>
              </p:nvSpPr>
              <p:spPr bwMode="auto">
                <a:xfrm>
                  <a:off x="10466387" y="5875338"/>
                  <a:ext cx="123825" cy="155575"/>
                </a:xfrm>
                <a:custGeom>
                  <a:avLst/>
                  <a:gdLst>
                    <a:gd name="T0" fmla="*/ 74 w 78"/>
                    <a:gd name="T1" fmla="*/ 0 h 98"/>
                    <a:gd name="T2" fmla="*/ 74 w 78"/>
                    <a:gd name="T3" fmla="*/ 0 h 98"/>
                    <a:gd name="T4" fmla="*/ 77 w 78"/>
                    <a:gd name="T5" fmla="*/ 11 h 98"/>
                    <a:gd name="T6" fmla="*/ 78 w 78"/>
                    <a:gd name="T7" fmla="*/ 23 h 98"/>
                    <a:gd name="T8" fmla="*/ 78 w 78"/>
                    <a:gd name="T9" fmla="*/ 35 h 98"/>
                    <a:gd name="T10" fmla="*/ 75 w 78"/>
                    <a:gd name="T11" fmla="*/ 46 h 98"/>
                    <a:gd name="T12" fmla="*/ 75 w 78"/>
                    <a:gd name="T13" fmla="*/ 46 h 98"/>
                    <a:gd name="T14" fmla="*/ 71 w 78"/>
                    <a:gd name="T15" fmla="*/ 58 h 98"/>
                    <a:gd name="T16" fmla="*/ 63 w 78"/>
                    <a:gd name="T17" fmla="*/ 70 h 98"/>
                    <a:gd name="T18" fmla="*/ 54 w 78"/>
                    <a:gd name="T19" fmla="*/ 81 h 98"/>
                    <a:gd name="T20" fmla="*/ 46 w 78"/>
                    <a:gd name="T21" fmla="*/ 88 h 98"/>
                    <a:gd name="T22" fmla="*/ 35 w 78"/>
                    <a:gd name="T23" fmla="*/ 94 h 98"/>
                    <a:gd name="T24" fmla="*/ 23 w 78"/>
                    <a:gd name="T25" fmla="*/ 97 h 98"/>
                    <a:gd name="T26" fmla="*/ 11 w 78"/>
                    <a:gd name="T27" fmla="*/ 98 h 98"/>
                    <a:gd name="T28" fmla="*/ 0 w 78"/>
                    <a:gd name="T29" fmla="*/ 9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8" h="98">
                      <a:moveTo>
                        <a:pt x="74" y="0"/>
                      </a:moveTo>
                      <a:lnTo>
                        <a:pt x="74" y="0"/>
                      </a:lnTo>
                      <a:lnTo>
                        <a:pt x="77" y="11"/>
                      </a:lnTo>
                      <a:lnTo>
                        <a:pt x="78" y="23"/>
                      </a:lnTo>
                      <a:lnTo>
                        <a:pt x="78" y="35"/>
                      </a:lnTo>
                      <a:lnTo>
                        <a:pt x="75" y="46"/>
                      </a:lnTo>
                      <a:lnTo>
                        <a:pt x="75" y="46"/>
                      </a:lnTo>
                      <a:lnTo>
                        <a:pt x="71" y="58"/>
                      </a:lnTo>
                      <a:lnTo>
                        <a:pt x="63" y="70"/>
                      </a:lnTo>
                      <a:lnTo>
                        <a:pt x="54" y="81"/>
                      </a:lnTo>
                      <a:lnTo>
                        <a:pt x="46" y="88"/>
                      </a:lnTo>
                      <a:lnTo>
                        <a:pt x="35" y="94"/>
                      </a:lnTo>
                      <a:lnTo>
                        <a:pt x="23" y="97"/>
                      </a:lnTo>
                      <a:lnTo>
                        <a:pt x="11" y="98"/>
                      </a:lnTo>
                      <a:lnTo>
                        <a:pt x="0" y="95"/>
                      </a:lnTo>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122" name="PA-任意多边形 177"/>
                <p:cNvSpPr/>
                <p:nvPr>
                  <p:custDataLst>
                    <p:tags r:id="rId10"/>
                  </p:custDataLst>
                </p:nvPr>
              </p:nvSpPr>
              <p:spPr bwMode="auto">
                <a:xfrm>
                  <a:off x="10598150" y="5870576"/>
                  <a:ext cx="168275" cy="71438"/>
                </a:xfrm>
                <a:custGeom>
                  <a:avLst/>
                  <a:gdLst>
                    <a:gd name="T0" fmla="*/ 106 w 106"/>
                    <a:gd name="T1" fmla="*/ 23 h 45"/>
                    <a:gd name="T2" fmla="*/ 106 w 106"/>
                    <a:gd name="T3" fmla="*/ 23 h 45"/>
                    <a:gd name="T4" fmla="*/ 106 w 106"/>
                    <a:gd name="T5" fmla="*/ 27 h 45"/>
                    <a:gd name="T6" fmla="*/ 105 w 106"/>
                    <a:gd name="T7" fmla="*/ 32 h 45"/>
                    <a:gd name="T8" fmla="*/ 101 w 106"/>
                    <a:gd name="T9" fmla="*/ 39 h 45"/>
                    <a:gd name="T10" fmla="*/ 93 w 106"/>
                    <a:gd name="T11" fmla="*/ 43 h 45"/>
                    <a:gd name="T12" fmla="*/ 89 w 106"/>
                    <a:gd name="T13" fmla="*/ 45 h 45"/>
                    <a:gd name="T14" fmla="*/ 84 w 106"/>
                    <a:gd name="T15" fmla="*/ 45 h 45"/>
                    <a:gd name="T16" fmla="*/ 22 w 106"/>
                    <a:gd name="T17" fmla="*/ 45 h 45"/>
                    <a:gd name="T18" fmla="*/ 22 w 106"/>
                    <a:gd name="T19" fmla="*/ 45 h 45"/>
                    <a:gd name="T20" fmla="*/ 17 w 106"/>
                    <a:gd name="T21" fmla="*/ 45 h 45"/>
                    <a:gd name="T22" fmla="*/ 13 w 106"/>
                    <a:gd name="T23" fmla="*/ 43 h 45"/>
                    <a:gd name="T24" fmla="*/ 7 w 106"/>
                    <a:gd name="T25" fmla="*/ 39 h 45"/>
                    <a:gd name="T26" fmla="*/ 1 w 106"/>
                    <a:gd name="T27" fmla="*/ 32 h 45"/>
                    <a:gd name="T28" fmla="*/ 0 w 106"/>
                    <a:gd name="T29" fmla="*/ 27 h 45"/>
                    <a:gd name="T30" fmla="*/ 0 w 106"/>
                    <a:gd name="T31" fmla="*/ 23 h 45"/>
                    <a:gd name="T32" fmla="*/ 0 w 106"/>
                    <a:gd name="T33" fmla="*/ 23 h 45"/>
                    <a:gd name="T34" fmla="*/ 0 w 106"/>
                    <a:gd name="T35" fmla="*/ 23 h 45"/>
                    <a:gd name="T36" fmla="*/ 0 w 106"/>
                    <a:gd name="T37" fmla="*/ 18 h 45"/>
                    <a:gd name="T38" fmla="*/ 1 w 106"/>
                    <a:gd name="T39" fmla="*/ 15 h 45"/>
                    <a:gd name="T40" fmla="*/ 7 w 106"/>
                    <a:gd name="T41" fmla="*/ 8 h 45"/>
                    <a:gd name="T42" fmla="*/ 13 w 106"/>
                    <a:gd name="T43" fmla="*/ 3 h 45"/>
                    <a:gd name="T44" fmla="*/ 17 w 106"/>
                    <a:gd name="T45" fmla="*/ 2 h 45"/>
                    <a:gd name="T46" fmla="*/ 22 w 106"/>
                    <a:gd name="T47" fmla="*/ 0 h 45"/>
                    <a:gd name="T48" fmla="*/ 84 w 106"/>
                    <a:gd name="T49" fmla="*/ 0 h 45"/>
                    <a:gd name="T50" fmla="*/ 84 w 106"/>
                    <a:gd name="T51" fmla="*/ 0 h 45"/>
                    <a:gd name="T52" fmla="*/ 89 w 106"/>
                    <a:gd name="T53" fmla="*/ 2 h 45"/>
                    <a:gd name="T54" fmla="*/ 93 w 106"/>
                    <a:gd name="T55" fmla="*/ 3 h 45"/>
                    <a:gd name="T56" fmla="*/ 101 w 106"/>
                    <a:gd name="T57" fmla="*/ 8 h 45"/>
                    <a:gd name="T58" fmla="*/ 105 w 106"/>
                    <a:gd name="T59" fmla="*/ 15 h 45"/>
                    <a:gd name="T60" fmla="*/ 106 w 106"/>
                    <a:gd name="T61" fmla="*/ 18 h 45"/>
                    <a:gd name="T62" fmla="*/ 106 w 106"/>
                    <a:gd name="T63" fmla="*/ 23 h 45"/>
                    <a:gd name="T64" fmla="*/ 106 w 106"/>
                    <a:gd name="T65" fmla="*/ 23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5" h="45">
                      <a:moveTo>
                        <a:pt x="106" y="23"/>
                      </a:moveTo>
                      <a:lnTo>
                        <a:pt x="106" y="23"/>
                      </a:lnTo>
                      <a:lnTo>
                        <a:pt x="106" y="27"/>
                      </a:lnTo>
                      <a:lnTo>
                        <a:pt x="105" y="32"/>
                      </a:lnTo>
                      <a:lnTo>
                        <a:pt x="101" y="39"/>
                      </a:lnTo>
                      <a:lnTo>
                        <a:pt x="93" y="43"/>
                      </a:lnTo>
                      <a:lnTo>
                        <a:pt x="89" y="45"/>
                      </a:lnTo>
                      <a:lnTo>
                        <a:pt x="84" y="45"/>
                      </a:lnTo>
                      <a:lnTo>
                        <a:pt x="22" y="45"/>
                      </a:lnTo>
                      <a:lnTo>
                        <a:pt x="22" y="45"/>
                      </a:lnTo>
                      <a:lnTo>
                        <a:pt x="17" y="45"/>
                      </a:lnTo>
                      <a:lnTo>
                        <a:pt x="13" y="43"/>
                      </a:lnTo>
                      <a:lnTo>
                        <a:pt x="7" y="39"/>
                      </a:lnTo>
                      <a:lnTo>
                        <a:pt x="1" y="32"/>
                      </a:lnTo>
                      <a:lnTo>
                        <a:pt x="0" y="27"/>
                      </a:lnTo>
                      <a:lnTo>
                        <a:pt x="0" y="23"/>
                      </a:lnTo>
                      <a:lnTo>
                        <a:pt x="0" y="23"/>
                      </a:lnTo>
                      <a:lnTo>
                        <a:pt x="0" y="23"/>
                      </a:lnTo>
                      <a:lnTo>
                        <a:pt x="0" y="18"/>
                      </a:lnTo>
                      <a:lnTo>
                        <a:pt x="1" y="15"/>
                      </a:lnTo>
                      <a:lnTo>
                        <a:pt x="7" y="8"/>
                      </a:lnTo>
                      <a:lnTo>
                        <a:pt x="13" y="3"/>
                      </a:lnTo>
                      <a:lnTo>
                        <a:pt x="17" y="2"/>
                      </a:lnTo>
                      <a:lnTo>
                        <a:pt x="22" y="0"/>
                      </a:lnTo>
                      <a:lnTo>
                        <a:pt x="84" y="0"/>
                      </a:lnTo>
                      <a:lnTo>
                        <a:pt x="84" y="0"/>
                      </a:lnTo>
                      <a:lnTo>
                        <a:pt x="89" y="2"/>
                      </a:lnTo>
                      <a:lnTo>
                        <a:pt x="93" y="3"/>
                      </a:lnTo>
                      <a:lnTo>
                        <a:pt x="101" y="8"/>
                      </a:lnTo>
                      <a:lnTo>
                        <a:pt x="105" y="15"/>
                      </a:lnTo>
                      <a:lnTo>
                        <a:pt x="106" y="18"/>
                      </a:lnTo>
                      <a:lnTo>
                        <a:pt x="106" y="23"/>
                      </a:lnTo>
                      <a:lnTo>
                        <a:pt x="106" y="23"/>
                      </a:lnTo>
                      <a:close/>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123" name="PA-任意多边形 178"/>
                <p:cNvSpPr/>
                <p:nvPr>
                  <p:custDataLst>
                    <p:tags r:id="rId11"/>
                  </p:custDataLst>
                </p:nvPr>
              </p:nvSpPr>
              <p:spPr bwMode="auto">
                <a:xfrm>
                  <a:off x="10579100" y="5942013"/>
                  <a:ext cx="169862" cy="69850"/>
                </a:xfrm>
                <a:custGeom>
                  <a:avLst/>
                  <a:gdLst>
                    <a:gd name="T0" fmla="*/ 107 w 107"/>
                    <a:gd name="T1" fmla="*/ 22 h 44"/>
                    <a:gd name="T2" fmla="*/ 107 w 107"/>
                    <a:gd name="T3" fmla="*/ 22 h 44"/>
                    <a:gd name="T4" fmla="*/ 107 w 107"/>
                    <a:gd name="T5" fmla="*/ 27 h 44"/>
                    <a:gd name="T6" fmla="*/ 105 w 107"/>
                    <a:gd name="T7" fmla="*/ 31 h 44"/>
                    <a:gd name="T8" fmla="*/ 101 w 107"/>
                    <a:gd name="T9" fmla="*/ 39 h 44"/>
                    <a:gd name="T10" fmla="*/ 93 w 107"/>
                    <a:gd name="T11" fmla="*/ 43 h 44"/>
                    <a:gd name="T12" fmla="*/ 89 w 107"/>
                    <a:gd name="T13" fmla="*/ 44 h 44"/>
                    <a:gd name="T14" fmla="*/ 84 w 107"/>
                    <a:gd name="T15" fmla="*/ 44 h 44"/>
                    <a:gd name="T16" fmla="*/ 22 w 107"/>
                    <a:gd name="T17" fmla="*/ 44 h 44"/>
                    <a:gd name="T18" fmla="*/ 22 w 107"/>
                    <a:gd name="T19" fmla="*/ 44 h 44"/>
                    <a:gd name="T20" fmla="*/ 18 w 107"/>
                    <a:gd name="T21" fmla="*/ 44 h 44"/>
                    <a:gd name="T22" fmla="*/ 13 w 107"/>
                    <a:gd name="T23" fmla="*/ 43 h 44"/>
                    <a:gd name="T24" fmla="*/ 7 w 107"/>
                    <a:gd name="T25" fmla="*/ 39 h 44"/>
                    <a:gd name="T26" fmla="*/ 1 w 107"/>
                    <a:gd name="T27" fmla="*/ 31 h 44"/>
                    <a:gd name="T28" fmla="*/ 0 w 107"/>
                    <a:gd name="T29" fmla="*/ 27 h 44"/>
                    <a:gd name="T30" fmla="*/ 0 w 107"/>
                    <a:gd name="T31" fmla="*/ 22 h 44"/>
                    <a:gd name="T32" fmla="*/ 0 w 107"/>
                    <a:gd name="T33" fmla="*/ 22 h 44"/>
                    <a:gd name="T34" fmla="*/ 0 w 107"/>
                    <a:gd name="T35" fmla="*/ 22 h 44"/>
                    <a:gd name="T36" fmla="*/ 0 w 107"/>
                    <a:gd name="T37" fmla="*/ 18 h 44"/>
                    <a:gd name="T38" fmla="*/ 1 w 107"/>
                    <a:gd name="T39" fmla="*/ 15 h 44"/>
                    <a:gd name="T40" fmla="*/ 7 w 107"/>
                    <a:gd name="T41" fmla="*/ 7 h 44"/>
                    <a:gd name="T42" fmla="*/ 13 w 107"/>
                    <a:gd name="T43" fmla="*/ 3 h 44"/>
                    <a:gd name="T44" fmla="*/ 18 w 107"/>
                    <a:gd name="T45" fmla="*/ 1 h 44"/>
                    <a:gd name="T46" fmla="*/ 22 w 107"/>
                    <a:gd name="T47" fmla="*/ 0 h 44"/>
                    <a:gd name="T48" fmla="*/ 84 w 107"/>
                    <a:gd name="T49" fmla="*/ 0 h 44"/>
                    <a:gd name="T50" fmla="*/ 84 w 107"/>
                    <a:gd name="T51" fmla="*/ 0 h 44"/>
                    <a:gd name="T52" fmla="*/ 89 w 107"/>
                    <a:gd name="T53" fmla="*/ 1 h 44"/>
                    <a:gd name="T54" fmla="*/ 93 w 107"/>
                    <a:gd name="T55" fmla="*/ 3 h 44"/>
                    <a:gd name="T56" fmla="*/ 101 w 107"/>
                    <a:gd name="T57" fmla="*/ 7 h 44"/>
                    <a:gd name="T58" fmla="*/ 105 w 107"/>
                    <a:gd name="T59" fmla="*/ 15 h 44"/>
                    <a:gd name="T60" fmla="*/ 107 w 107"/>
                    <a:gd name="T61" fmla="*/ 18 h 44"/>
                    <a:gd name="T62" fmla="*/ 107 w 107"/>
                    <a:gd name="T63" fmla="*/ 22 h 44"/>
                    <a:gd name="T64" fmla="*/ 107 w 107"/>
                    <a:gd name="T65" fmla="*/ 2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7" h="44">
                      <a:moveTo>
                        <a:pt x="107" y="22"/>
                      </a:moveTo>
                      <a:lnTo>
                        <a:pt x="107" y="22"/>
                      </a:lnTo>
                      <a:lnTo>
                        <a:pt x="107" y="27"/>
                      </a:lnTo>
                      <a:lnTo>
                        <a:pt x="105" y="31"/>
                      </a:lnTo>
                      <a:lnTo>
                        <a:pt x="101" y="39"/>
                      </a:lnTo>
                      <a:lnTo>
                        <a:pt x="93" y="43"/>
                      </a:lnTo>
                      <a:lnTo>
                        <a:pt x="89" y="44"/>
                      </a:lnTo>
                      <a:lnTo>
                        <a:pt x="84" y="44"/>
                      </a:lnTo>
                      <a:lnTo>
                        <a:pt x="22" y="44"/>
                      </a:lnTo>
                      <a:lnTo>
                        <a:pt x="22" y="44"/>
                      </a:lnTo>
                      <a:lnTo>
                        <a:pt x="18" y="44"/>
                      </a:lnTo>
                      <a:lnTo>
                        <a:pt x="13" y="43"/>
                      </a:lnTo>
                      <a:lnTo>
                        <a:pt x="7" y="39"/>
                      </a:lnTo>
                      <a:lnTo>
                        <a:pt x="1" y="31"/>
                      </a:lnTo>
                      <a:lnTo>
                        <a:pt x="0" y="27"/>
                      </a:lnTo>
                      <a:lnTo>
                        <a:pt x="0" y="22"/>
                      </a:lnTo>
                      <a:lnTo>
                        <a:pt x="0" y="22"/>
                      </a:lnTo>
                      <a:lnTo>
                        <a:pt x="0" y="22"/>
                      </a:lnTo>
                      <a:lnTo>
                        <a:pt x="0" y="18"/>
                      </a:lnTo>
                      <a:lnTo>
                        <a:pt x="1" y="15"/>
                      </a:lnTo>
                      <a:lnTo>
                        <a:pt x="7" y="7"/>
                      </a:lnTo>
                      <a:lnTo>
                        <a:pt x="13" y="3"/>
                      </a:lnTo>
                      <a:lnTo>
                        <a:pt x="18" y="1"/>
                      </a:lnTo>
                      <a:lnTo>
                        <a:pt x="22" y="0"/>
                      </a:lnTo>
                      <a:lnTo>
                        <a:pt x="84" y="0"/>
                      </a:lnTo>
                      <a:lnTo>
                        <a:pt x="84" y="0"/>
                      </a:lnTo>
                      <a:lnTo>
                        <a:pt x="89" y="1"/>
                      </a:lnTo>
                      <a:lnTo>
                        <a:pt x="93" y="3"/>
                      </a:lnTo>
                      <a:lnTo>
                        <a:pt x="101" y="7"/>
                      </a:lnTo>
                      <a:lnTo>
                        <a:pt x="105" y="15"/>
                      </a:lnTo>
                      <a:lnTo>
                        <a:pt x="107" y="18"/>
                      </a:lnTo>
                      <a:lnTo>
                        <a:pt x="107" y="22"/>
                      </a:lnTo>
                      <a:lnTo>
                        <a:pt x="107" y="22"/>
                      </a:lnTo>
                      <a:close/>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124" name="PA-任意多边形 179"/>
                <p:cNvSpPr/>
                <p:nvPr>
                  <p:custDataLst>
                    <p:tags r:id="rId12"/>
                  </p:custDataLst>
                </p:nvPr>
              </p:nvSpPr>
              <p:spPr bwMode="auto">
                <a:xfrm>
                  <a:off x="10569575" y="6011863"/>
                  <a:ext cx="169862" cy="71438"/>
                </a:xfrm>
                <a:custGeom>
                  <a:avLst/>
                  <a:gdLst>
                    <a:gd name="T0" fmla="*/ 107 w 107"/>
                    <a:gd name="T1" fmla="*/ 23 h 45"/>
                    <a:gd name="T2" fmla="*/ 107 w 107"/>
                    <a:gd name="T3" fmla="*/ 23 h 45"/>
                    <a:gd name="T4" fmla="*/ 107 w 107"/>
                    <a:gd name="T5" fmla="*/ 27 h 45"/>
                    <a:gd name="T6" fmla="*/ 105 w 107"/>
                    <a:gd name="T7" fmla="*/ 32 h 45"/>
                    <a:gd name="T8" fmla="*/ 101 w 107"/>
                    <a:gd name="T9" fmla="*/ 39 h 45"/>
                    <a:gd name="T10" fmla="*/ 93 w 107"/>
                    <a:gd name="T11" fmla="*/ 43 h 45"/>
                    <a:gd name="T12" fmla="*/ 89 w 107"/>
                    <a:gd name="T13" fmla="*/ 45 h 45"/>
                    <a:gd name="T14" fmla="*/ 84 w 107"/>
                    <a:gd name="T15" fmla="*/ 45 h 45"/>
                    <a:gd name="T16" fmla="*/ 22 w 107"/>
                    <a:gd name="T17" fmla="*/ 45 h 45"/>
                    <a:gd name="T18" fmla="*/ 22 w 107"/>
                    <a:gd name="T19" fmla="*/ 45 h 45"/>
                    <a:gd name="T20" fmla="*/ 18 w 107"/>
                    <a:gd name="T21" fmla="*/ 45 h 45"/>
                    <a:gd name="T22" fmla="*/ 13 w 107"/>
                    <a:gd name="T23" fmla="*/ 43 h 45"/>
                    <a:gd name="T24" fmla="*/ 7 w 107"/>
                    <a:gd name="T25" fmla="*/ 39 h 45"/>
                    <a:gd name="T26" fmla="*/ 1 w 107"/>
                    <a:gd name="T27" fmla="*/ 32 h 45"/>
                    <a:gd name="T28" fmla="*/ 0 w 107"/>
                    <a:gd name="T29" fmla="*/ 27 h 45"/>
                    <a:gd name="T30" fmla="*/ 0 w 107"/>
                    <a:gd name="T31" fmla="*/ 23 h 45"/>
                    <a:gd name="T32" fmla="*/ 0 w 107"/>
                    <a:gd name="T33" fmla="*/ 23 h 45"/>
                    <a:gd name="T34" fmla="*/ 0 w 107"/>
                    <a:gd name="T35" fmla="*/ 23 h 45"/>
                    <a:gd name="T36" fmla="*/ 0 w 107"/>
                    <a:gd name="T37" fmla="*/ 18 h 45"/>
                    <a:gd name="T38" fmla="*/ 1 w 107"/>
                    <a:gd name="T39" fmla="*/ 15 h 45"/>
                    <a:gd name="T40" fmla="*/ 7 w 107"/>
                    <a:gd name="T41" fmla="*/ 8 h 45"/>
                    <a:gd name="T42" fmla="*/ 13 w 107"/>
                    <a:gd name="T43" fmla="*/ 3 h 45"/>
                    <a:gd name="T44" fmla="*/ 18 w 107"/>
                    <a:gd name="T45" fmla="*/ 2 h 45"/>
                    <a:gd name="T46" fmla="*/ 22 w 107"/>
                    <a:gd name="T47" fmla="*/ 0 h 45"/>
                    <a:gd name="T48" fmla="*/ 84 w 107"/>
                    <a:gd name="T49" fmla="*/ 0 h 45"/>
                    <a:gd name="T50" fmla="*/ 84 w 107"/>
                    <a:gd name="T51" fmla="*/ 0 h 45"/>
                    <a:gd name="T52" fmla="*/ 89 w 107"/>
                    <a:gd name="T53" fmla="*/ 2 h 45"/>
                    <a:gd name="T54" fmla="*/ 93 w 107"/>
                    <a:gd name="T55" fmla="*/ 3 h 45"/>
                    <a:gd name="T56" fmla="*/ 101 w 107"/>
                    <a:gd name="T57" fmla="*/ 8 h 45"/>
                    <a:gd name="T58" fmla="*/ 105 w 107"/>
                    <a:gd name="T59" fmla="*/ 15 h 45"/>
                    <a:gd name="T60" fmla="*/ 107 w 107"/>
                    <a:gd name="T61" fmla="*/ 18 h 45"/>
                    <a:gd name="T62" fmla="*/ 107 w 107"/>
                    <a:gd name="T63" fmla="*/ 23 h 45"/>
                    <a:gd name="T64" fmla="*/ 107 w 107"/>
                    <a:gd name="T65" fmla="*/ 23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7" h="45">
                      <a:moveTo>
                        <a:pt x="107" y="23"/>
                      </a:moveTo>
                      <a:lnTo>
                        <a:pt x="107" y="23"/>
                      </a:lnTo>
                      <a:lnTo>
                        <a:pt x="107" y="27"/>
                      </a:lnTo>
                      <a:lnTo>
                        <a:pt x="105" y="32"/>
                      </a:lnTo>
                      <a:lnTo>
                        <a:pt x="101" y="39"/>
                      </a:lnTo>
                      <a:lnTo>
                        <a:pt x="93" y="43"/>
                      </a:lnTo>
                      <a:lnTo>
                        <a:pt x="89" y="45"/>
                      </a:lnTo>
                      <a:lnTo>
                        <a:pt x="84" y="45"/>
                      </a:lnTo>
                      <a:lnTo>
                        <a:pt x="22" y="45"/>
                      </a:lnTo>
                      <a:lnTo>
                        <a:pt x="22" y="45"/>
                      </a:lnTo>
                      <a:lnTo>
                        <a:pt x="18" y="45"/>
                      </a:lnTo>
                      <a:lnTo>
                        <a:pt x="13" y="43"/>
                      </a:lnTo>
                      <a:lnTo>
                        <a:pt x="7" y="39"/>
                      </a:lnTo>
                      <a:lnTo>
                        <a:pt x="1" y="32"/>
                      </a:lnTo>
                      <a:lnTo>
                        <a:pt x="0" y="27"/>
                      </a:lnTo>
                      <a:lnTo>
                        <a:pt x="0" y="23"/>
                      </a:lnTo>
                      <a:lnTo>
                        <a:pt x="0" y="23"/>
                      </a:lnTo>
                      <a:lnTo>
                        <a:pt x="0" y="23"/>
                      </a:lnTo>
                      <a:lnTo>
                        <a:pt x="0" y="18"/>
                      </a:lnTo>
                      <a:lnTo>
                        <a:pt x="1" y="15"/>
                      </a:lnTo>
                      <a:lnTo>
                        <a:pt x="7" y="8"/>
                      </a:lnTo>
                      <a:lnTo>
                        <a:pt x="13" y="3"/>
                      </a:lnTo>
                      <a:lnTo>
                        <a:pt x="18" y="2"/>
                      </a:lnTo>
                      <a:lnTo>
                        <a:pt x="22" y="0"/>
                      </a:lnTo>
                      <a:lnTo>
                        <a:pt x="84" y="0"/>
                      </a:lnTo>
                      <a:lnTo>
                        <a:pt x="84" y="0"/>
                      </a:lnTo>
                      <a:lnTo>
                        <a:pt x="89" y="2"/>
                      </a:lnTo>
                      <a:lnTo>
                        <a:pt x="93" y="3"/>
                      </a:lnTo>
                      <a:lnTo>
                        <a:pt x="101" y="8"/>
                      </a:lnTo>
                      <a:lnTo>
                        <a:pt x="105" y="15"/>
                      </a:lnTo>
                      <a:lnTo>
                        <a:pt x="107" y="18"/>
                      </a:lnTo>
                      <a:lnTo>
                        <a:pt x="107" y="23"/>
                      </a:lnTo>
                      <a:lnTo>
                        <a:pt x="107" y="23"/>
                      </a:lnTo>
                      <a:close/>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125" name="PA-任意多边形 180"/>
                <p:cNvSpPr/>
                <p:nvPr>
                  <p:custDataLst>
                    <p:tags r:id="rId13"/>
                  </p:custDataLst>
                </p:nvPr>
              </p:nvSpPr>
              <p:spPr bwMode="auto">
                <a:xfrm>
                  <a:off x="10569575" y="6083301"/>
                  <a:ext cx="141287" cy="69850"/>
                </a:xfrm>
                <a:custGeom>
                  <a:avLst/>
                  <a:gdLst>
                    <a:gd name="T0" fmla="*/ 89 w 89"/>
                    <a:gd name="T1" fmla="*/ 22 h 44"/>
                    <a:gd name="T2" fmla="*/ 89 w 89"/>
                    <a:gd name="T3" fmla="*/ 22 h 44"/>
                    <a:gd name="T4" fmla="*/ 89 w 89"/>
                    <a:gd name="T5" fmla="*/ 27 h 44"/>
                    <a:gd name="T6" fmla="*/ 87 w 89"/>
                    <a:gd name="T7" fmla="*/ 31 h 44"/>
                    <a:gd name="T8" fmla="*/ 83 w 89"/>
                    <a:gd name="T9" fmla="*/ 39 h 44"/>
                    <a:gd name="T10" fmla="*/ 75 w 89"/>
                    <a:gd name="T11" fmla="*/ 43 h 44"/>
                    <a:gd name="T12" fmla="*/ 71 w 89"/>
                    <a:gd name="T13" fmla="*/ 44 h 44"/>
                    <a:gd name="T14" fmla="*/ 67 w 89"/>
                    <a:gd name="T15" fmla="*/ 44 h 44"/>
                    <a:gd name="T16" fmla="*/ 22 w 89"/>
                    <a:gd name="T17" fmla="*/ 44 h 44"/>
                    <a:gd name="T18" fmla="*/ 22 w 89"/>
                    <a:gd name="T19" fmla="*/ 44 h 44"/>
                    <a:gd name="T20" fmla="*/ 18 w 89"/>
                    <a:gd name="T21" fmla="*/ 44 h 44"/>
                    <a:gd name="T22" fmla="*/ 13 w 89"/>
                    <a:gd name="T23" fmla="*/ 43 h 44"/>
                    <a:gd name="T24" fmla="*/ 7 w 89"/>
                    <a:gd name="T25" fmla="*/ 39 h 44"/>
                    <a:gd name="T26" fmla="*/ 1 w 89"/>
                    <a:gd name="T27" fmla="*/ 31 h 44"/>
                    <a:gd name="T28" fmla="*/ 0 w 89"/>
                    <a:gd name="T29" fmla="*/ 27 h 44"/>
                    <a:gd name="T30" fmla="*/ 0 w 89"/>
                    <a:gd name="T31" fmla="*/ 22 h 44"/>
                    <a:gd name="T32" fmla="*/ 0 w 89"/>
                    <a:gd name="T33" fmla="*/ 22 h 44"/>
                    <a:gd name="T34" fmla="*/ 0 w 89"/>
                    <a:gd name="T35" fmla="*/ 22 h 44"/>
                    <a:gd name="T36" fmla="*/ 0 w 89"/>
                    <a:gd name="T37" fmla="*/ 18 h 44"/>
                    <a:gd name="T38" fmla="*/ 1 w 89"/>
                    <a:gd name="T39" fmla="*/ 15 h 44"/>
                    <a:gd name="T40" fmla="*/ 7 w 89"/>
                    <a:gd name="T41" fmla="*/ 7 h 44"/>
                    <a:gd name="T42" fmla="*/ 13 w 89"/>
                    <a:gd name="T43" fmla="*/ 3 h 44"/>
                    <a:gd name="T44" fmla="*/ 18 w 89"/>
                    <a:gd name="T45" fmla="*/ 1 h 44"/>
                    <a:gd name="T46" fmla="*/ 22 w 89"/>
                    <a:gd name="T47" fmla="*/ 0 h 44"/>
                    <a:gd name="T48" fmla="*/ 67 w 89"/>
                    <a:gd name="T49" fmla="*/ 0 h 44"/>
                    <a:gd name="T50" fmla="*/ 67 w 89"/>
                    <a:gd name="T51" fmla="*/ 0 h 44"/>
                    <a:gd name="T52" fmla="*/ 71 w 89"/>
                    <a:gd name="T53" fmla="*/ 1 h 44"/>
                    <a:gd name="T54" fmla="*/ 75 w 89"/>
                    <a:gd name="T55" fmla="*/ 3 h 44"/>
                    <a:gd name="T56" fmla="*/ 83 w 89"/>
                    <a:gd name="T57" fmla="*/ 7 h 44"/>
                    <a:gd name="T58" fmla="*/ 87 w 89"/>
                    <a:gd name="T59" fmla="*/ 15 h 44"/>
                    <a:gd name="T60" fmla="*/ 89 w 89"/>
                    <a:gd name="T61" fmla="*/ 18 h 44"/>
                    <a:gd name="T62" fmla="*/ 89 w 89"/>
                    <a:gd name="T63" fmla="*/ 22 h 44"/>
                    <a:gd name="T64" fmla="*/ 89 w 89"/>
                    <a:gd name="T65" fmla="*/ 2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9" h="44">
                      <a:moveTo>
                        <a:pt x="89" y="22"/>
                      </a:moveTo>
                      <a:lnTo>
                        <a:pt x="89" y="22"/>
                      </a:lnTo>
                      <a:lnTo>
                        <a:pt x="89" y="27"/>
                      </a:lnTo>
                      <a:lnTo>
                        <a:pt x="87" y="31"/>
                      </a:lnTo>
                      <a:lnTo>
                        <a:pt x="83" y="39"/>
                      </a:lnTo>
                      <a:lnTo>
                        <a:pt x="75" y="43"/>
                      </a:lnTo>
                      <a:lnTo>
                        <a:pt x="71" y="44"/>
                      </a:lnTo>
                      <a:lnTo>
                        <a:pt x="67" y="44"/>
                      </a:lnTo>
                      <a:lnTo>
                        <a:pt x="22" y="44"/>
                      </a:lnTo>
                      <a:lnTo>
                        <a:pt x="22" y="44"/>
                      </a:lnTo>
                      <a:lnTo>
                        <a:pt x="18" y="44"/>
                      </a:lnTo>
                      <a:lnTo>
                        <a:pt x="13" y="43"/>
                      </a:lnTo>
                      <a:lnTo>
                        <a:pt x="7" y="39"/>
                      </a:lnTo>
                      <a:lnTo>
                        <a:pt x="1" y="31"/>
                      </a:lnTo>
                      <a:lnTo>
                        <a:pt x="0" y="27"/>
                      </a:lnTo>
                      <a:lnTo>
                        <a:pt x="0" y="22"/>
                      </a:lnTo>
                      <a:lnTo>
                        <a:pt x="0" y="22"/>
                      </a:lnTo>
                      <a:lnTo>
                        <a:pt x="0" y="22"/>
                      </a:lnTo>
                      <a:lnTo>
                        <a:pt x="0" y="18"/>
                      </a:lnTo>
                      <a:lnTo>
                        <a:pt x="1" y="15"/>
                      </a:lnTo>
                      <a:lnTo>
                        <a:pt x="7" y="7"/>
                      </a:lnTo>
                      <a:lnTo>
                        <a:pt x="13" y="3"/>
                      </a:lnTo>
                      <a:lnTo>
                        <a:pt x="18" y="1"/>
                      </a:lnTo>
                      <a:lnTo>
                        <a:pt x="22" y="0"/>
                      </a:lnTo>
                      <a:lnTo>
                        <a:pt x="67" y="0"/>
                      </a:lnTo>
                      <a:lnTo>
                        <a:pt x="67" y="0"/>
                      </a:lnTo>
                      <a:lnTo>
                        <a:pt x="71" y="1"/>
                      </a:lnTo>
                      <a:lnTo>
                        <a:pt x="75" y="3"/>
                      </a:lnTo>
                      <a:lnTo>
                        <a:pt x="83" y="7"/>
                      </a:lnTo>
                      <a:lnTo>
                        <a:pt x="87" y="15"/>
                      </a:lnTo>
                      <a:lnTo>
                        <a:pt x="89" y="18"/>
                      </a:lnTo>
                      <a:lnTo>
                        <a:pt x="89" y="22"/>
                      </a:lnTo>
                      <a:lnTo>
                        <a:pt x="89" y="22"/>
                      </a:lnTo>
                      <a:close/>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126" name="PA-任意多边形 181"/>
                <p:cNvSpPr/>
                <p:nvPr>
                  <p:custDataLst>
                    <p:tags r:id="rId14"/>
                  </p:custDataLst>
                </p:nvPr>
              </p:nvSpPr>
              <p:spPr bwMode="auto">
                <a:xfrm>
                  <a:off x="10371137" y="5918201"/>
                  <a:ext cx="53975" cy="244475"/>
                </a:xfrm>
                <a:custGeom>
                  <a:avLst/>
                  <a:gdLst>
                    <a:gd name="T0" fmla="*/ 0 w 34"/>
                    <a:gd name="T1" fmla="*/ 0 h 154"/>
                    <a:gd name="T2" fmla="*/ 34 w 34"/>
                    <a:gd name="T3" fmla="*/ 0 h 154"/>
                    <a:gd name="T4" fmla="*/ 34 w 34"/>
                    <a:gd name="T5" fmla="*/ 154 h 154"/>
                    <a:gd name="T6" fmla="*/ 0 w 34"/>
                    <a:gd name="T7" fmla="*/ 154 h 154"/>
                  </a:gdLst>
                  <a:ahLst/>
                  <a:cxnLst>
                    <a:cxn ang="0">
                      <a:pos x="T0" y="T1"/>
                    </a:cxn>
                    <a:cxn ang="0">
                      <a:pos x="T2" y="T3"/>
                    </a:cxn>
                    <a:cxn ang="0">
                      <a:pos x="T4" y="T5"/>
                    </a:cxn>
                    <a:cxn ang="0">
                      <a:pos x="T6" y="T7"/>
                    </a:cxn>
                  </a:cxnLst>
                  <a:rect l="0" t="0" r="r" b="b"/>
                  <a:pathLst>
                    <a:path w="34" h="154">
                      <a:moveTo>
                        <a:pt x="0" y="0"/>
                      </a:moveTo>
                      <a:lnTo>
                        <a:pt x="34" y="0"/>
                      </a:lnTo>
                      <a:lnTo>
                        <a:pt x="34" y="154"/>
                      </a:lnTo>
                      <a:lnTo>
                        <a:pt x="0" y="154"/>
                      </a:lnTo>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127" name="PA-任意多边形 182"/>
                <p:cNvSpPr/>
                <p:nvPr>
                  <p:custDataLst>
                    <p:tags r:id="rId15"/>
                  </p:custDataLst>
                </p:nvPr>
              </p:nvSpPr>
              <p:spPr bwMode="auto">
                <a:xfrm>
                  <a:off x="10302875" y="6126163"/>
                  <a:ext cx="41275" cy="36513"/>
                </a:xfrm>
                <a:custGeom>
                  <a:avLst/>
                  <a:gdLst>
                    <a:gd name="T0" fmla="*/ 26 w 26"/>
                    <a:gd name="T1" fmla="*/ 12 h 23"/>
                    <a:gd name="T2" fmla="*/ 26 w 26"/>
                    <a:gd name="T3" fmla="*/ 12 h 23"/>
                    <a:gd name="T4" fmla="*/ 24 w 26"/>
                    <a:gd name="T5" fmla="*/ 16 h 23"/>
                    <a:gd name="T6" fmla="*/ 23 w 26"/>
                    <a:gd name="T7" fmla="*/ 20 h 23"/>
                    <a:gd name="T8" fmla="*/ 18 w 26"/>
                    <a:gd name="T9" fmla="*/ 23 h 23"/>
                    <a:gd name="T10" fmla="*/ 14 w 26"/>
                    <a:gd name="T11" fmla="*/ 23 h 23"/>
                    <a:gd name="T12" fmla="*/ 14 w 26"/>
                    <a:gd name="T13" fmla="*/ 23 h 23"/>
                    <a:gd name="T14" fmla="*/ 8 w 26"/>
                    <a:gd name="T15" fmla="*/ 23 h 23"/>
                    <a:gd name="T16" fmla="*/ 5 w 26"/>
                    <a:gd name="T17" fmla="*/ 20 h 23"/>
                    <a:gd name="T18" fmla="*/ 2 w 26"/>
                    <a:gd name="T19" fmla="*/ 16 h 23"/>
                    <a:gd name="T20" fmla="*/ 0 w 26"/>
                    <a:gd name="T21" fmla="*/ 12 h 23"/>
                    <a:gd name="T22" fmla="*/ 0 w 26"/>
                    <a:gd name="T23" fmla="*/ 12 h 23"/>
                    <a:gd name="T24" fmla="*/ 2 w 26"/>
                    <a:gd name="T25" fmla="*/ 7 h 23"/>
                    <a:gd name="T26" fmla="*/ 5 w 26"/>
                    <a:gd name="T27" fmla="*/ 3 h 23"/>
                    <a:gd name="T28" fmla="*/ 8 w 26"/>
                    <a:gd name="T29" fmla="*/ 0 h 23"/>
                    <a:gd name="T30" fmla="*/ 14 w 26"/>
                    <a:gd name="T31" fmla="*/ 0 h 23"/>
                    <a:gd name="T32" fmla="*/ 14 w 26"/>
                    <a:gd name="T33" fmla="*/ 0 h 23"/>
                    <a:gd name="T34" fmla="*/ 18 w 26"/>
                    <a:gd name="T35" fmla="*/ 0 h 23"/>
                    <a:gd name="T36" fmla="*/ 23 w 26"/>
                    <a:gd name="T37" fmla="*/ 3 h 23"/>
                    <a:gd name="T38" fmla="*/ 24 w 26"/>
                    <a:gd name="T39" fmla="*/ 7 h 23"/>
                    <a:gd name="T40" fmla="*/ 26 w 26"/>
                    <a:gd name="T41" fmla="*/ 12 h 23"/>
                    <a:gd name="T42" fmla="*/ 26 w 26"/>
                    <a:gd name="T43" fmla="*/ 12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 h="23">
                      <a:moveTo>
                        <a:pt x="26" y="12"/>
                      </a:moveTo>
                      <a:lnTo>
                        <a:pt x="26" y="12"/>
                      </a:lnTo>
                      <a:lnTo>
                        <a:pt x="24" y="16"/>
                      </a:lnTo>
                      <a:lnTo>
                        <a:pt x="23" y="20"/>
                      </a:lnTo>
                      <a:lnTo>
                        <a:pt x="18" y="23"/>
                      </a:lnTo>
                      <a:lnTo>
                        <a:pt x="14" y="23"/>
                      </a:lnTo>
                      <a:lnTo>
                        <a:pt x="14" y="23"/>
                      </a:lnTo>
                      <a:lnTo>
                        <a:pt x="8" y="23"/>
                      </a:lnTo>
                      <a:lnTo>
                        <a:pt x="5" y="20"/>
                      </a:lnTo>
                      <a:lnTo>
                        <a:pt x="2" y="16"/>
                      </a:lnTo>
                      <a:lnTo>
                        <a:pt x="0" y="12"/>
                      </a:lnTo>
                      <a:lnTo>
                        <a:pt x="0" y="12"/>
                      </a:lnTo>
                      <a:lnTo>
                        <a:pt x="2" y="7"/>
                      </a:lnTo>
                      <a:lnTo>
                        <a:pt x="5" y="3"/>
                      </a:lnTo>
                      <a:lnTo>
                        <a:pt x="8" y="0"/>
                      </a:lnTo>
                      <a:lnTo>
                        <a:pt x="14" y="0"/>
                      </a:lnTo>
                      <a:lnTo>
                        <a:pt x="14" y="0"/>
                      </a:lnTo>
                      <a:lnTo>
                        <a:pt x="18" y="0"/>
                      </a:lnTo>
                      <a:lnTo>
                        <a:pt x="23" y="3"/>
                      </a:lnTo>
                      <a:lnTo>
                        <a:pt x="24" y="7"/>
                      </a:lnTo>
                      <a:lnTo>
                        <a:pt x="26" y="12"/>
                      </a:lnTo>
                      <a:lnTo>
                        <a:pt x="26" y="12"/>
                      </a:lnTo>
                      <a:close/>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128" name="PA-任意多边形 183"/>
                <p:cNvSpPr/>
                <p:nvPr>
                  <p:custDataLst>
                    <p:tags r:id="rId16"/>
                  </p:custDataLst>
                </p:nvPr>
              </p:nvSpPr>
              <p:spPr bwMode="auto">
                <a:xfrm>
                  <a:off x="10166350" y="5918201"/>
                  <a:ext cx="212725" cy="277813"/>
                </a:xfrm>
                <a:custGeom>
                  <a:avLst/>
                  <a:gdLst>
                    <a:gd name="T0" fmla="*/ 0 w 134"/>
                    <a:gd name="T1" fmla="*/ 0 h 175"/>
                    <a:gd name="T2" fmla="*/ 134 w 134"/>
                    <a:gd name="T3" fmla="*/ 0 h 175"/>
                    <a:gd name="T4" fmla="*/ 134 w 134"/>
                    <a:gd name="T5" fmla="*/ 175 h 175"/>
                    <a:gd name="T6" fmla="*/ 0 w 134"/>
                    <a:gd name="T7" fmla="*/ 175 h 175"/>
                  </a:gdLst>
                  <a:ahLst/>
                  <a:cxnLst>
                    <a:cxn ang="0">
                      <a:pos x="T0" y="T1"/>
                    </a:cxn>
                    <a:cxn ang="0">
                      <a:pos x="T2" y="T3"/>
                    </a:cxn>
                    <a:cxn ang="0">
                      <a:pos x="T4" y="T5"/>
                    </a:cxn>
                    <a:cxn ang="0">
                      <a:pos x="T6" y="T7"/>
                    </a:cxn>
                  </a:cxnLst>
                  <a:rect l="0" t="0" r="r" b="b"/>
                  <a:pathLst>
                    <a:path w="134" h="175">
                      <a:moveTo>
                        <a:pt x="0" y="0"/>
                      </a:moveTo>
                      <a:lnTo>
                        <a:pt x="134" y="0"/>
                      </a:lnTo>
                      <a:lnTo>
                        <a:pt x="134" y="175"/>
                      </a:lnTo>
                      <a:lnTo>
                        <a:pt x="0" y="175"/>
                      </a:lnTo>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129" name="PA-Line 184"/>
                <p:cNvSpPr>
                  <a:spLocks noChangeShapeType="1"/>
                </p:cNvSpPr>
                <p:nvPr>
                  <p:custDataLst>
                    <p:tags r:id="rId17"/>
                  </p:custDataLst>
                </p:nvPr>
              </p:nvSpPr>
              <p:spPr bwMode="auto">
                <a:xfrm>
                  <a:off x="10298112" y="5411788"/>
                  <a:ext cx="330200" cy="0"/>
                </a:xfrm>
                <a:prstGeom prst="line">
                  <a:avLst/>
                </a:prstGeom>
                <a:noFill/>
                <a:ln w="19050">
                  <a:solidFill>
                    <a:schemeClr val="bg1"/>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130" name="PA-Line 185"/>
                <p:cNvSpPr>
                  <a:spLocks noChangeShapeType="1"/>
                </p:cNvSpPr>
                <p:nvPr>
                  <p:custDataLst>
                    <p:tags r:id="rId18"/>
                  </p:custDataLst>
                </p:nvPr>
              </p:nvSpPr>
              <p:spPr bwMode="auto">
                <a:xfrm>
                  <a:off x="10298112" y="5470526"/>
                  <a:ext cx="330200" cy="0"/>
                </a:xfrm>
                <a:prstGeom prst="line">
                  <a:avLst/>
                </a:prstGeom>
                <a:noFill/>
                <a:ln w="19050">
                  <a:solidFill>
                    <a:schemeClr val="bg1"/>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131" name="PA-Line 186"/>
                <p:cNvSpPr>
                  <a:spLocks noChangeShapeType="1"/>
                </p:cNvSpPr>
                <p:nvPr>
                  <p:custDataLst>
                    <p:tags r:id="rId19"/>
                  </p:custDataLst>
                </p:nvPr>
              </p:nvSpPr>
              <p:spPr bwMode="auto">
                <a:xfrm>
                  <a:off x="10298112" y="5529263"/>
                  <a:ext cx="330200" cy="0"/>
                </a:xfrm>
                <a:prstGeom prst="line">
                  <a:avLst/>
                </a:prstGeom>
                <a:noFill/>
                <a:ln w="19050">
                  <a:solidFill>
                    <a:schemeClr val="bg1"/>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grpSp>
        </p:grpSp>
        <p:grpSp>
          <p:nvGrpSpPr>
            <p:cNvPr id="47" name="组合 46"/>
            <p:cNvGrpSpPr/>
            <p:nvPr/>
          </p:nvGrpSpPr>
          <p:grpSpPr>
            <a:xfrm>
              <a:off x="5775007" y="3811799"/>
              <a:ext cx="862800" cy="862800"/>
              <a:chOff x="5775007" y="3811799"/>
              <a:chExt cx="862800" cy="862800"/>
            </a:xfrm>
          </p:grpSpPr>
          <p:sp>
            <p:nvSpPr>
              <p:cNvPr id="100" name="PA-椭圆 87"/>
              <p:cNvSpPr/>
              <p:nvPr>
                <p:custDataLst>
                  <p:tags r:id="rId20"/>
                </p:custDataLst>
              </p:nvPr>
            </p:nvSpPr>
            <p:spPr>
              <a:xfrm>
                <a:off x="5775007" y="3811799"/>
                <a:ext cx="862800" cy="86280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grpSp>
            <p:nvGrpSpPr>
              <p:cNvPr id="101" name="Group 86"/>
              <p:cNvGrpSpPr/>
              <p:nvPr/>
            </p:nvGrpSpPr>
            <p:grpSpPr>
              <a:xfrm>
                <a:off x="5958498" y="4017308"/>
                <a:ext cx="495818" cy="451782"/>
                <a:chOff x="7245350" y="3721101"/>
                <a:chExt cx="965200" cy="879475"/>
              </a:xfrm>
            </p:grpSpPr>
            <p:sp>
              <p:nvSpPr>
                <p:cNvPr id="102" name="PA-Line 146"/>
                <p:cNvSpPr>
                  <a:spLocks noChangeShapeType="1"/>
                </p:cNvSpPr>
                <p:nvPr>
                  <p:custDataLst>
                    <p:tags r:id="rId21"/>
                  </p:custDataLst>
                </p:nvPr>
              </p:nvSpPr>
              <p:spPr bwMode="auto">
                <a:xfrm flipH="1">
                  <a:off x="7816850" y="4206876"/>
                  <a:ext cx="0" cy="0"/>
                </a:xfrm>
                <a:prstGeom prst="line">
                  <a:avLst/>
                </a:prstGeom>
                <a:noFill/>
                <a:ln w="19050">
                  <a:solidFill>
                    <a:schemeClr val="bg1"/>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103" name="PA-任意多边形 147"/>
                <p:cNvSpPr/>
                <p:nvPr>
                  <p:custDataLst>
                    <p:tags r:id="rId22"/>
                  </p:custDataLst>
                </p:nvPr>
              </p:nvSpPr>
              <p:spPr bwMode="auto">
                <a:xfrm>
                  <a:off x="7332662" y="3721101"/>
                  <a:ext cx="598487" cy="598488"/>
                </a:xfrm>
                <a:custGeom>
                  <a:avLst/>
                  <a:gdLst>
                    <a:gd name="T0" fmla="*/ 322 w 377"/>
                    <a:gd name="T1" fmla="*/ 57 h 377"/>
                    <a:gd name="T2" fmla="*/ 292 w 377"/>
                    <a:gd name="T3" fmla="*/ 33 h 377"/>
                    <a:gd name="T4" fmla="*/ 259 w 377"/>
                    <a:gd name="T5" fmla="*/ 15 h 377"/>
                    <a:gd name="T6" fmla="*/ 225 w 377"/>
                    <a:gd name="T7" fmla="*/ 5 h 377"/>
                    <a:gd name="T8" fmla="*/ 188 w 377"/>
                    <a:gd name="T9" fmla="*/ 0 h 377"/>
                    <a:gd name="T10" fmla="*/ 169 w 377"/>
                    <a:gd name="T11" fmla="*/ 2 h 377"/>
                    <a:gd name="T12" fmla="*/ 133 w 377"/>
                    <a:gd name="T13" fmla="*/ 9 h 377"/>
                    <a:gd name="T14" fmla="*/ 99 w 377"/>
                    <a:gd name="T15" fmla="*/ 23 h 377"/>
                    <a:gd name="T16" fmla="*/ 68 w 377"/>
                    <a:gd name="T17" fmla="*/ 43 h 377"/>
                    <a:gd name="T18" fmla="*/ 55 w 377"/>
                    <a:gd name="T19" fmla="*/ 57 h 377"/>
                    <a:gd name="T20" fmla="*/ 31 w 377"/>
                    <a:gd name="T21" fmla="*/ 85 h 377"/>
                    <a:gd name="T22" fmla="*/ 13 w 377"/>
                    <a:gd name="T23" fmla="*/ 118 h 377"/>
                    <a:gd name="T24" fmla="*/ 3 w 377"/>
                    <a:gd name="T25" fmla="*/ 153 h 377"/>
                    <a:gd name="T26" fmla="*/ 0 w 377"/>
                    <a:gd name="T27" fmla="*/ 189 h 377"/>
                    <a:gd name="T28" fmla="*/ 1 w 377"/>
                    <a:gd name="T29" fmla="*/ 208 h 377"/>
                    <a:gd name="T30" fmla="*/ 9 w 377"/>
                    <a:gd name="T31" fmla="*/ 245 h 377"/>
                    <a:gd name="T32" fmla="*/ 22 w 377"/>
                    <a:gd name="T33" fmla="*/ 279 h 377"/>
                    <a:gd name="T34" fmla="*/ 43 w 377"/>
                    <a:gd name="T35" fmla="*/ 309 h 377"/>
                    <a:gd name="T36" fmla="*/ 68 w 377"/>
                    <a:gd name="T37" fmla="*/ 334 h 377"/>
                    <a:gd name="T38" fmla="*/ 98 w 377"/>
                    <a:gd name="T39" fmla="*/ 355 h 377"/>
                    <a:gd name="T40" fmla="*/ 132 w 377"/>
                    <a:gd name="T41" fmla="*/ 370 h 377"/>
                    <a:gd name="T42" fmla="*/ 169 w 377"/>
                    <a:gd name="T43" fmla="*/ 377 h 377"/>
                    <a:gd name="T44" fmla="*/ 188 w 377"/>
                    <a:gd name="T45" fmla="*/ 377 h 377"/>
                    <a:gd name="T46" fmla="*/ 225 w 377"/>
                    <a:gd name="T47" fmla="*/ 374 h 377"/>
                    <a:gd name="T48" fmla="*/ 261 w 377"/>
                    <a:gd name="T49" fmla="*/ 364 h 377"/>
                    <a:gd name="T50" fmla="*/ 292 w 377"/>
                    <a:gd name="T51" fmla="*/ 346 h 377"/>
                    <a:gd name="T52" fmla="*/ 322 w 377"/>
                    <a:gd name="T53" fmla="*/ 322 h 377"/>
                    <a:gd name="T54" fmla="*/ 334 w 377"/>
                    <a:gd name="T55" fmla="*/ 309 h 377"/>
                    <a:gd name="T56" fmla="*/ 354 w 377"/>
                    <a:gd name="T57" fmla="*/ 278 h 377"/>
                    <a:gd name="T58" fmla="*/ 368 w 377"/>
                    <a:gd name="T59" fmla="*/ 244 h 377"/>
                    <a:gd name="T60" fmla="*/ 375 w 377"/>
                    <a:gd name="T61" fmla="*/ 208 h 377"/>
                    <a:gd name="T62" fmla="*/ 377 w 377"/>
                    <a:gd name="T63" fmla="*/ 189 h 377"/>
                    <a:gd name="T64" fmla="*/ 372 w 377"/>
                    <a:gd name="T65" fmla="*/ 152 h 377"/>
                    <a:gd name="T66" fmla="*/ 362 w 377"/>
                    <a:gd name="T67" fmla="*/ 118 h 377"/>
                    <a:gd name="T68" fmla="*/ 345 w 377"/>
                    <a:gd name="T69" fmla="*/ 85 h 377"/>
                    <a:gd name="T70" fmla="*/ 322 w 377"/>
                    <a:gd name="T71" fmla="*/ 57 h 3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77" h="377">
                      <a:moveTo>
                        <a:pt x="322" y="57"/>
                      </a:moveTo>
                      <a:lnTo>
                        <a:pt x="322" y="57"/>
                      </a:lnTo>
                      <a:lnTo>
                        <a:pt x="307" y="43"/>
                      </a:lnTo>
                      <a:lnTo>
                        <a:pt x="292" y="33"/>
                      </a:lnTo>
                      <a:lnTo>
                        <a:pt x="277" y="23"/>
                      </a:lnTo>
                      <a:lnTo>
                        <a:pt x="259" y="15"/>
                      </a:lnTo>
                      <a:lnTo>
                        <a:pt x="243" y="9"/>
                      </a:lnTo>
                      <a:lnTo>
                        <a:pt x="225" y="5"/>
                      </a:lnTo>
                      <a:lnTo>
                        <a:pt x="206" y="2"/>
                      </a:lnTo>
                      <a:lnTo>
                        <a:pt x="188" y="0"/>
                      </a:lnTo>
                      <a:lnTo>
                        <a:pt x="188" y="0"/>
                      </a:lnTo>
                      <a:lnTo>
                        <a:pt x="169" y="2"/>
                      </a:lnTo>
                      <a:lnTo>
                        <a:pt x="151" y="5"/>
                      </a:lnTo>
                      <a:lnTo>
                        <a:pt x="133" y="9"/>
                      </a:lnTo>
                      <a:lnTo>
                        <a:pt x="116" y="15"/>
                      </a:lnTo>
                      <a:lnTo>
                        <a:pt x="99" y="23"/>
                      </a:lnTo>
                      <a:lnTo>
                        <a:pt x="83" y="33"/>
                      </a:lnTo>
                      <a:lnTo>
                        <a:pt x="68" y="43"/>
                      </a:lnTo>
                      <a:lnTo>
                        <a:pt x="55" y="57"/>
                      </a:lnTo>
                      <a:lnTo>
                        <a:pt x="55" y="57"/>
                      </a:lnTo>
                      <a:lnTo>
                        <a:pt x="41" y="70"/>
                      </a:lnTo>
                      <a:lnTo>
                        <a:pt x="31" y="85"/>
                      </a:lnTo>
                      <a:lnTo>
                        <a:pt x="22" y="101"/>
                      </a:lnTo>
                      <a:lnTo>
                        <a:pt x="13" y="118"/>
                      </a:lnTo>
                      <a:lnTo>
                        <a:pt x="7" y="135"/>
                      </a:lnTo>
                      <a:lnTo>
                        <a:pt x="3" y="153"/>
                      </a:lnTo>
                      <a:lnTo>
                        <a:pt x="0" y="171"/>
                      </a:lnTo>
                      <a:lnTo>
                        <a:pt x="0" y="189"/>
                      </a:lnTo>
                      <a:lnTo>
                        <a:pt x="0" y="189"/>
                      </a:lnTo>
                      <a:lnTo>
                        <a:pt x="1" y="208"/>
                      </a:lnTo>
                      <a:lnTo>
                        <a:pt x="3" y="227"/>
                      </a:lnTo>
                      <a:lnTo>
                        <a:pt x="9" y="245"/>
                      </a:lnTo>
                      <a:lnTo>
                        <a:pt x="15" y="263"/>
                      </a:lnTo>
                      <a:lnTo>
                        <a:pt x="22" y="279"/>
                      </a:lnTo>
                      <a:lnTo>
                        <a:pt x="33" y="294"/>
                      </a:lnTo>
                      <a:lnTo>
                        <a:pt x="43" y="309"/>
                      </a:lnTo>
                      <a:lnTo>
                        <a:pt x="55" y="322"/>
                      </a:lnTo>
                      <a:lnTo>
                        <a:pt x="68" y="334"/>
                      </a:lnTo>
                      <a:lnTo>
                        <a:pt x="83" y="346"/>
                      </a:lnTo>
                      <a:lnTo>
                        <a:pt x="98" y="355"/>
                      </a:lnTo>
                      <a:lnTo>
                        <a:pt x="116" y="362"/>
                      </a:lnTo>
                      <a:lnTo>
                        <a:pt x="132" y="370"/>
                      </a:lnTo>
                      <a:lnTo>
                        <a:pt x="150" y="374"/>
                      </a:lnTo>
                      <a:lnTo>
                        <a:pt x="169" y="377"/>
                      </a:lnTo>
                      <a:lnTo>
                        <a:pt x="188" y="377"/>
                      </a:lnTo>
                      <a:lnTo>
                        <a:pt x="188" y="377"/>
                      </a:lnTo>
                      <a:lnTo>
                        <a:pt x="208" y="377"/>
                      </a:lnTo>
                      <a:lnTo>
                        <a:pt x="225" y="374"/>
                      </a:lnTo>
                      <a:lnTo>
                        <a:pt x="243" y="370"/>
                      </a:lnTo>
                      <a:lnTo>
                        <a:pt x="261" y="364"/>
                      </a:lnTo>
                      <a:lnTo>
                        <a:pt x="277" y="355"/>
                      </a:lnTo>
                      <a:lnTo>
                        <a:pt x="292" y="346"/>
                      </a:lnTo>
                      <a:lnTo>
                        <a:pt x="308" y="334"/>
                      </a:lnTo>
                      <a:lnTo>
                        <a:pt x="322" y="322"/>
                      </a:lnTo>
                      <a:lnTo>
                        <a:pt x="322" y="322"/>
                      </a:lnTo>
                      <a:lnTo>
                        <a:pt x="334" y="309"/>
                      </a:lnTo>
                      <a:lnTo>
                        <a:pt x="345" y="294"/>
                      </a:lnTo>
                      <a:lnTo>
                        <a:pt x="354" y="278"/>
                      </a:lnTo>
                      <a:lnTo>
                        <a:pt x="362" y="261"/>
                      </a:lnTo>
                      <a:lnTo>
                        <a:pt x="368" y="244"/>
                      </a:lnTo>
                      <a:lnTo>
                        <a:pt x="372" y="226"/>
                      </a:lnTo>
                      <a:lnTo>
                        <a:pt x="375" y="208"/>
                      </a:lnTo>
                      <a:lnTo>
                        <a:pt x="377" y="189"/>
                      </a:lnTo>
                      <a:lnTo>
                        <a:pt x="377" y="189"/>
                      </a:lnTo>
                      <a:lnTo>
                        <a:pt x="375" y="171"/>
                      </a:lnTo>
                      <a:lnTo>
                        <a:pt x="372" y="152"/>
                      </a:lnTo>
                      <a:lnTo>
                        <a:pt x="368" y="134"/>
                      </a:lnTo>
                      <a:lnTo>
                        <a:pt x="362" y="118"/>
                      </a:lnTo>
                      <a:lnTo>
                        <a:pt x="354" y="101"/>
                      </a:lnTo>
                      <a:lnTo>
                        <a:pt x="345" y="85"/>
                      </a:lnTo>
                      <a:lnTo>
                        <a:pt x="334" y="70"/>
                      </a:lnTo>
                      <a:lnTo>
                        <a:pt x="322" y="57"/>
                      </a:lnTo>
                      <a:lnTo>
                        <a:pt x="322" y="57"/>
                      </a:lnTo>
                      <a:close/>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104" name="PA-任意多边形 148"/>
                <p:cNvSpPr/>
                <p:nvPr>
                  <p:custDataLst>
                    <p:tags r:id="rId23"/>
                  </p:custDataLst>
                </p:nvPr>
              </p:nvSpPr>
              <p:spPr bwMode="auto">
                <a:xfrm>
                  <a:off x="7388225" y="3778251"/>
                  <a:ext cx="485775" cy="487363"/>
                </a:xfrm>
                <a:custGeom>
                  <a:avLst/>
                  <a:gdLst>
                    <a:gd name="T0" fmla="*/ 261 w 306"/>
                    <a:gd name="T1" fmla="*/ 261 h 307"/>
                    <a:gd name="T2" fmla="*/ 238 w 306"/>
                    <a:gd name="T3" fmla="*/ 280 h 307"/>
                    <a:gd name="T4" fmla="*/ 211 w 306"/>
                    <a:gd name="T5" fmla="*/ 295 h 307"/>
                    <a:gd name="T6" fmla="*/ 183 w 306"/>
                    <a:gd name="T7" fmla="*/ 304 h 307"/>
                    <a:gd name="T8" fmla="*/ 153 w 306"/>
                    <a:gd name="T9" fmla="*/ 307 h 307"/>
                    <a:gd name="T10" fmla="*/ 137 w 306"/>
                    <a:gd name="T11" fmla="*/ 306 h 307"/>
                    <a:gd name="T12" fmla="*/ 107 w 306"/>
                    <a:gd name="T13" fmla="*/ 300 h 307"/>
                    <a:gd name="T14" fmla="*/ 81 w 306"/>
                    <a:gd name="T15" fmla="*/ 288 h 307"/>
                    <a:gd name="T16" fmla="*/ 55 w 306"/>
                    <a:gd name="T17" fmla="*/ 271 h 307"/>
                    <a:gd name="T18" fmla="*/ 35 w 306"/>
                    <a:gd name="T19" fmla="*/ 251 h 307"/>
                    <a:gd name="T20" fmla="*/ 18 w 306"/>
                    <a:gd name="T21" fmla="*/ 227 h 307"/>
                    <a:gd name="T22" fmla="*/ 6 w 306"/>
                    <a:gd name="T23" fmla="*/ 199 h 307"/>
                    <a:gd name="T24" fmla="*/ 0 w 306"/>
                    <a:gd name="T25" fmla="*/ 169 h 307"/>
                    <a:gd name="T26" fmla="*/ 0 w 306"/>
                    <a:gd name="T27" fmla="*/ 153 h 307"/>
                    <a:gd name="T28" fmla="*/ 3 w 306"/>
                    <a:gd name="T29" fmla="*/ 123 h 307"/>
                    <a:gd name="T30" fmla="*/ 11 w 306"/>
                    <a:gd name="T31" fmla="*/ 95 h 307"/>
                    <a:gd name="T32" fmla="*/ 26 w 306"/>
                    <a:gd name="T33" fmla="*/ 68 h 307"/>
                    <a:gd name="T34" fmla="*/ 45 w 306"/>
                    <a:gd name="T35" fmla="*/ 45 h 307"/>
                    <a:gd name="T36" fmla="*/ 55 w 306"/>
                    <a:gd name="T37" fmla="*/ 36 h 307"/>
                    <a:gd name="T38" fmla="*/ 81 w 306"/>
                    <a:gd name="T39" fmla="*/ 18 h 307"/>
                    <a:gd name="T40" fmla="*/ 109 w 306"/>
                    <a:gd name="T41" fmla="*/ 7 h 307"/>
                    <a:gd name="T42" fmla="*/ 138 w 306"/>
                    <a:gd name="T43" fmla="*/ 2 h 307"/>
                    <a:gd name="T44" fmla="*/ 153 w 306"/>
                    <a:gd name="T45" fmla="*/ 0 h 307"/>
                    <a:gd name="T46" fmla="*/ 183 w 306"/>
                    <a:gd name="T47" fmla="*/ 3 h 307"/>
                    <a:gd name="T48" fmla="*/ 211 w 306"/>
                    <a:gd name="T49" fmla="*/ 12 h 307"/>
                    <a:gd name="T50" fmla="*/ 238 w 306"/>
                    <a:gd name="T51" fmla="*/ 25 h 307"/>
                    <a:gd name="T52" fmla="*/ 261 w 306"/>
                    <a:gd name="T53" fmla="*/ 45 h 307"/>
                    <a:gd name="T54" fmla="*/ 272 w 306"/>
                    <a:gd name="T55" fmla="*/ 56 h 307"/>
                    <a:gd name="T56" fmla="*/ 288 w 306"/>
                    <a:gd name="T57" fmla="*/ 82 h 307"/>
                    <a:gd name="T58" fmla="*/ 300 w 306"/>
                    <a:gd name="T59" fmla="*/ 108 h 307"/>
                    <a:gd name="T60" fmla="*/ 306 w 306"/>
                    <a:gd name="T61" fmla="*/ 138 h 307"/>
                    <a:gd name="T62" fmla="*/ 306 w 306"/>
                    <a:gd name="T63" fmla="*/ 153 h 307"/>
                    <a:gd name="T64" fmla="*/ 303 w 306"/>
                    <a:gd name="T65" fmla="*/ 184 h 307"/>
                    <a:gd name="T66" fmla="*/ 294 w 306"/>
                    <a:gd name="T67" fmla="*/ 212 h 307"/>
                    <a:gd name="T68" fmla="*/ 281 w 306"/>
                    <a:gd name="T69" fmla="*/ 237 h 307"/>
                    <a:gd name="T70" fmla="*/ 261 w 306"/>
                    <a:gd name="T71" fmla="*/ 261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6" h="307">
                      <a:moveTo>
                        <a:pt x="261" y="261"/>
                      </a:moveTo>
                      <a:lnTo>
                        <a:pt x="261" y="261"/>
                      </a:lnTo>
                      <a:lnTo>
                        <a:pt x="250" y="271"/>
                      </a:lnTo>
                      <a:lnTo>
                        <a:pt x="238" y="280"/>
                      </a:lnTo>
                      <a:lnTo>
                        <a:pt x="226" y="288"/>
                      </a:lnTo>
                      <a:lnTo>
                        <a:pt x="211" y="295"/>
                      </a:lnTo>
                      <a:lnTo>
                        <a:pt x="198" y="300"/>
                      </a:lnTo>
                      <a:lnTo>
                        <a:pt x="183" y="304"/>
                      </a:lnTo>
                      <a:lnTo>
                        <a:pt x="168" y="306"/>
                      </a:lnTo>
                      <a:lnTo>
                        <a:pt x="153" y="307"/>
                      </a:lnTo>
                      <a:lnTo>
                        <a:pt x="153" y="307"/>
                      </a:lnTo>
                      <a:lnTo>
                        <a:pt x="137" y="306"/>
                      </a:lnTo>
                      <a:lnTo>
                        <a:pt x="122" y="304"/>
                      </a:lnTo>
                      <a:lnTo>
                        <a:pt x="107" y="300"/>
                      </a:lnTo>
                      <a:lnTo>
                        <a:pt x="94" y="295"/>
                      </a:lnTo>
                      <a:lnTo>
                        <a:pt x="81" y="288"/>
                      </a:lnTo>
                      <a:lnTo>
                        <a:pt x="67" y="280"/>
                      </a:lnTo>
                      <a:lnTo>
                        <a:pt x="55" y="271"/>
                      </a:lnTo>
                      <a:lnTo>
                        <a:pt x="45" y="261"/>
                      </a:lnTo>
                      <a:lnTo>
                        <a:pt x="35" y="251"/>
                      </a:lnTo>
                      <a:lnTo>
                        <a:pt x="26" y="239"/>
                      </a:lnTo>
                      <a:lnTo>
                        <a:pt x="18" y="227"/>
                      </a:lnTo>
                      <a:lnTo>
                        <a:pt x="12" y="214"/>
                      </a:lnTo>
                      <a:lnTo>
                        <a:pt x="6" y="199"/>
                      </a:lnTo>
                      <a:lnTo>
                        <a:pt x="3" y="184"/>
                      </a:lnTo>
                      <a:lnTo>
                        <a:pt x="0" y="169"/>
                      </a:lnTo>
                      <a:lnTo>
                        <a:pt x="0" y="153"/>
                      </a:lnTo>
                      <a:lnTo>
                        <a:pt x="0" y="153"/>
                      </a:lnTo>
                      <a:lnTo>
                        <a:pt x="0" y="138"/>
                      </a:lnTo>
                      <a:lnTo>
                        <a:pt x="3" y="123"/>
                      </a:lnTo>
                      <a:lnTo>
                        <a:pt x="6" y="108"/>
                      </a:lnTo>
                      <a:lnTo>
                        <a:pt x="11" y="95"/>
                      </a:lnTo>
                      <a:lnTo>
                        <a:pt x="18" y="82"/>
                      </a:lnTo>
                      <a:lnTo>
                        <a:pt x="26" y="68"/>
                      </a:lnTo>
                      <a:lnTo>
                        <a:pt x="35" y="56"/>
                      </a:lnTo>
                      <a:lnTo>
                        <a:pt x="45" y="45"/>
                      </a:lnTo>
                      <a:lnTo>
                        <a:pt x="45" y="45"/>
                      </a:lnTo>
                      <a:lnTo>
                        <a:pt x="55" y="36"/>
                      </a:lnTo>
                      <a:lnTo>
                        <a:pt x="69" y="25"/>
                      </a:lnTo>
                      <a:lnTo>
                        <a:pt x="81" y="18"/>
                      </a:lnTo>
                      <a:lnTo>
                        <a:pt x="94" y="12"/>
                      </a:lnTo>
                      <a:lnTo>
                        <a:pt x="109" y="7"/>
                      </a:lnTo>
                      <a:lnTo>
                        <a:pt x="124" y="3"/>
                      </a:lnTo>
                      <a:lnTo>
                        <a:pt x="138" y="2"/>
                      </a:lnTo>
                      <a:lnTo>
                        <a:pt x="153" y="0"/>
                      </a:lnTo>
                      <a:lnTo>
                        <a:pt x="153" y="0"/>
                      </a:lnTo>
                      <a:lnTo>
                        <a:pt x="168" y="2"/>
                      </a:lnTo>
                      <a:lnTo>
                        <a:pt x="183" y="3"/>
                      </a:lnTo>
                      <a:lnTo>
                        <a:pt x="198" y="6"/>
                      </a:lnTo>
                      <a:lnTo>
                        <a:pt x="211" y="12"/>
                      </a:lnTo>
                      <a:lnTo>
                        <a:pt x="224" y="18"/>
                      </a:lnTo>
                      <a:lnTo>
                        <a:pt x="238" y="25"/>
                      </a:lnTo>
                      <a:lnTo>
                        <a:pt x="250" y="34"/>
                      </a:lnTo>
                      <a:lnTo>
                        <a:pt x="261" y="45"/>
                      </a:lnTo>
                      <a:lnTo>
                        <a:pt x="261" y="45"/>
                      </a:lnTo>
                      <a:lnTo>
                        <a:pt x="272" y="56"/>
                      </a:lnTo>
                      <a:lnTo>
                        <a:pt x="281" y="68"/>
                      </a:lnTo>
                      <a:lnTo>
                        <a:pt x="288" y="82"/>
                      </a:lnTo>
                      <a:lnTo>
                        <a:pt x="294" y="95"/>
                      </a:lnTo>
                      <a:lnTo>
                        <a:pt x="300" y="108"/>
                      </a:lnTo>
                      <a:lnTo>
                        <a:pt x="303" y="123"/>
                      </a:lnTo>
                      <a:lnTo>
                        <a:pt x="306" y="138"/>
                      </a:lnTo>
                      <a:lnTo>
                        <a:pt x="306" y="153"/>
                      </a:lnTo>
                      <a:lnTo>
                        <a:pt x="306" y="153"/>
                      </a:lnTo>
                      <a:lnTo>
                        <a:pt x="306" y="169"/>
                      </a:lnTo>
                      <a:lnTo>
                        <a:pt x="303" y="184"/>
                      </a:lnTo>
                      <a:lnTo>
                        <a:pt x="300" y="197"/>
                      </a:lnTo>
                      <a:lnTo>
                        <a:pt x="294" y="212"/>
                      </a:lnTo>
                      <a:lnTo>
                        <a:pt x="288" y="225"/>
                      </a:lnTo>
                      <a:lnTo>
                        <a:pt x="281" y="237"/>
                      </a:lnTo>
                      <a:lnTo>
                        <a:pt x="272" y="251"/>
                      </a:lnTo>
                      <a:lnTo>
                        <a:pt x="261" y="261"/>
                      </a:lnTo>
                      <a:lnTo>
                        <a:pt x="261" y="261"/>
                      </a:lnTo>
                      <a:close/>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105" name="PA-任意多边形 149"/>
                <p:cNvSpPr/>
                <p:nvPr>
                  <p:custDataLst>
                    <p:tags r:id="rId24"/>
                  </p:custDataLst>
                </p:nvPr>
              </p:nvSpPr>
              <p:spPr bwMode="auto">
                <a:xfrm>
                  <a:off x="7815262" y="4203701"/>
                  <a:ext cx="88900" cy="92075"/>
                </a:xfrm>
                <a:custGeom>
                  <a:avLst/>
                  <a:gdLst>
                    <a:gd name="T0" fmla="*/ 56 w 56"/>
                    <a:gd name="T1" fmla="*/ 24 h 58"/>
                    <a:gd name="T2" fmla="*/ 56 w 56"/>
                    <a:gd name="T3" fmla="*/ 24 h 58"/>
                    <a:gd name="T4" fmla="*/ 33 w 56"/>
                    <a:gd name="T5" fmla="*/ 0 h 58"/>
                    <a:gd name="T6" fmla="*/ 33 w 56"/>
                    <a:gd name="T7" fmla="*/ 0 h 58"/>
                    <a:gd name="T8" fmla="*/ 18 w 56"/>
                    <a:gd name="T9" fmla="*/ 18 h 58"/>
                    <a:gd name="T10" fmla="*/ 18 w 56"/>
                    <a:gd name="T11" fmla="*/ 18 h 58"/>
                    <a:gd name="T12" fmla="*/ 0 w 56"/>
                    <a:gd name="T13" fmla="*/ 35 h 58"/>
                    <a:gd name="T14" fmla="*/ 0 w 56"/>
                    <a:gd name="T15" fmla="*/ 35 h 58"/>
                    <a:gd name="T16" fmla="*/ 24 w 56"/>
                    <a:gd name="T17" fmla="*/ 5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7">
                      <a:moveTo>
                        <a:pt x="56" y="24"/>
                      </a:moveTo>
                      <a:lnTo>
                        <a:pt x="56" y="24"/>
                      </a:lnTo>
                      <a:lnTo>
                        <a:pt x="33" y="0"/>
                      </a:lnTo>
                      <a:lnTo>
                        <a:pt x="33" y="0"/>
                      </a:lnTo>
                      <a:lnTo>
                        <a:pt x="18" y="18"/>
                      </a:lnTo>
                      <a:lnTo>
                        <a:pt x="18" y="18"/>
                      </a:lnTo>
                      <a:lnTo>
                        <a:pt x="0" y="35"/>
                      </a:lnTo>
                      <a:lnTo>
                        <a:pt x="0" y="35"/>
                      </a:lnTo>
                      <a:lnTo>
                        <a:pt x="24" y="58"/>
                      </a:lnTo>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106" name="PA-任意多边形 150"/>
                <p:cNvSpPr/>
                <p:nvPr>
                  <p:custDataLst>
                    <p:tags r:id="rId25"/>
                  </p:custDataLst>
                </p:nvPr>
              </p:nvSpPr>
              <p:spPr bwMode="auto">
                <a:xfrm>
                  <a:off x="7834312" y="4222751"/>
                  <a:ext cx="355600" cy="355600"/>
                </a:xfrm>
                <a:custGeom>
                  <a:avLst/>
                  <a:gdLst>
                    <a:gd name="T0" fmla="*/ 224 w 224"/>
                    <a:gd name="T1" fmla="*/ 171 h 224"/>
                    <a:gd name="T2" fmla="*/ 169 w 224"/>
                    <a:gd name="T3" fmla="*/ 224 h 224"/>
                    <a:gd name="T4" fmla="*/ 0 w 224"/>
                    <a:gd name="T5" fmla="*/ 55 h 224"/>
                    <a:gd name="T6" fmla="*/ 53 w 224"/>
                    <a:gd name="T7" fmla="*/ 0 h 224"/>
                    <a:gd name="T8" fmla="*/ 224 w 224"/>
                    <a:gd name="T9" fmla="*/ 171 h 224"/>
                  </a:gdLst>
                  <a:ahLst/>
                  <a:cxnLst>
                    <a:cxn ang="0">
                      <a:pos x="T0" y="T1"/>
                    </a:cxn>
                    <a:cxn ang="0">
                      <a:pos x="T2" y="T3"/>
                    </a:cxn>
                    <a:cxn ang="0">
                      <a:pos x="T4" y="T5"/>
                    </a:cxn>
                    <a:cxn ang="0">
                      <a:pos x="T6" y="T7"/>
                    </a:cxn>
                    <a:cxn ang="0">
                      <a:pos x="T8" y="T9"/>
                    </a:cxn>
                  </a:cxnLst>
                  <a:rect l="0" t="0" r="r" b="b"/>
                  <a:pathLst>
                    <a:path w="224" h="224">
                      <a:moveTo>
                        <a:pt x="224" y="171"/>
                      </a:moveTo>
                      <a:lnTo>
                        <a:pt x="169" y="224"/>
                      </a:lnTo>
                      <a:lnTo>
                        <a:pt x="0" y="55"/>
                      </a:lnTo>
                      <a:lnTo>
                        <a:pt x="53" y="0"/>
                      </a:lnTo>
                      <a:lnTo>
                        <a:pt x="224" y="171"/>
                      </a:lnTo>
                      <a:close/>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107" name="PA-任意多边形 151"/>
                <p:cNvSpPr/>
                <p:nvPr>
                  <p:custDataLst>
                    <p:tags r:id="rId26"/>
                  </p:custDataLst>
                </p:nvPr>
              </p:nvSpPr>
              <p:spPr bwMode="auto">
                <a:xfrm>
                  <a:off x="7834312" y="4222751"/>
                  <a:ext cx="117475" cy="117475"/>
                </a:xfrm>
                <a:custGeom>
                  <a:avLst/>
                  <a:gdLst>
                    <a:gd name="T0" fmla="*/ 74 w 74"/>
                    <a:gd name="T1" fmla="*/ 20 h 74"/>
                    <a:gd name="T2" fmla="*/ 19 w 74"/>
                    <a:gd name="T3" fmla="*/ 74 h 74"/>
                    <a:gd name="T4" fmla="*/ 0 w 74"/>
                    <a:gd name="T5" fmla="*/ 55 h 74"/>
                    <a:gd name="T6" fmla="*/ 53 w 74"/>
                    <a:gd name="T7" fmla="*/ 0 h 74"/>
                    <a:gd name="T8" fmla="*/ 74 w 74"/>
                    <a:gd name="T9" fmla="*/ 20 h 74"/>
                  </a:gdLst>
                  <a:ahLst/>
                  <a:cxnLst>
                    <a:cxn ang="0">
                      <a:pos x="T0" y="T1"/>
                    </a:cxn>
                    <a:cxn ang="0">
                      <a:pos x="T2" y="T3"/>
                    </a:cxn>
                    <a:cxn ang="0">
                      <a:pos x="T4" y="T5"/>
                    </a:cxn>
                    <a:cxn ang="0">
                      <a:pos x="T6" y="T7"/>
                    </a:cxn>
                    <a:cxn ang="0">
                      <a:pos x="T8" y="T9"/>
                    </a:cxn>
                  </a:cxnLst>
                  <a:rect l="0" t="0" r="r" b="b"/>
                  <a:pathLst>
                    <a:path w="74" h="74">
                      <a:moveTo>
                        <a:pt x="74" y="20"/>
                      </a:moveTo>
                      <a:lnTo>
                        <a:pt x="19" y="74"/>
                      </a:lnTo>
                      <a:lnTo>
                        <a:pt x="0" y="55"/>
                      </a:lnTo>
                      <a:lnTo>
                        <a:pt x="53" y="0"/>
                      </a:lnTo>
                      <a:lnTo>
                        <a:pt x="74" y="20"/>
                      </a:lnTo>
                      <a:close/>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108" name="PA-任意多边形 152"/>
                <p:cNvSpPr/>
                <p:nvPr>
                  <p:custDataLst>
                    <p:tags r:id="rId27"/>
                  </p:custDataLst>
                </p:nvPr>
              </p:nvSpPr>
              <p:spPr bwMode="auto">
                <a:xfrm>
                  <a:off x="8102600" y="4494213"/>
                  <a:ext cx="107950" cy="106363"/>
                </a:xfrm>
                <a:custGeom>
                  <a:avLst/>
                  <a:gdLst>
                    <a:gd name="T0" fmla="*/ 68 w 68"/>
                    <a:gd name="T1" fmla="*/ 12 h 67"/>
                    <a:gd name="T2" fmla="*/ 68 w 68"/>
                    <a:gd name="T3" fmla="*/ 12 h 67"/>
                    <a:gd name="T4" fmla="*/ 67 w 68"/>
                    <a:gd name="T5" fmla="*/ 24 h 67"/>
                    <a:gd name="T6" fmla="*/ 64 w 68"/>
                    <a:gd name="T7" fmla="*/ 34 h 67"/>
                    <a:gd name="T8" fmla="*/ 58 w 68"/>
                    <a:gd name="T9" fmla="*/ 43 h 67"/>
                    <a:gd name="T10" fmla="*/ 52 w 68"/>
                    <a:gd name="T11" fmla="*/ 50 h 67"/>
                    <a:gd name="T12" fmla="*/ 43 w 68"/>
                    <a:gd name="T13" fmla="*/ 58 h 67"/>
                    <a:gd name="T14" fmla="*/ 34 w 68"/>
                    <a:gd name="T15" fmla="*/ 62 h 67"/>
                    <a:gd name="T16" fmla="*/ 24 w 68"/>
                    <a:gd name="T17" fmla="*/ 65 h 67"/>
                    <a:gd name="T18" fmla="*/ 13 w 68"/>
                    <a:gd name="T19" fmla="*/ 67 h 67"/>
                    <a:gd name="T20" fmla="*/ 13 w 68"/>
                    <a:gd name="T21" fmla="*/ 67 h 67"/>
                    <a:gd name="T22" fmla="*/ 0 w 68"/>
                    <a:gd name="T23" fmla="*/ 53 h 67"/>
                    <a:gd name="T24" fmla="*/ 0 w 68"/>
                    <a:gd name="T25" fmla="*/ 53 h 67"/>
                    <a:gd name="T26" fmla="*/ 55 w 68"/>
                    <a:gd name="T27" fmla="*/ 0 h 67"/>
                    <a:gd name="T28" fmla="*/ 55 w 68"/>
                    <a:gd name="T29" fmla="*/ 0 h 67"/>
                    <a:gd name="T30" fmla="*/ 68 w 68"/>
                    <a:gd name="T31" fmla="*/ 12 h 67"/>
                    <a:gd name="T32" fmla="*/ 68 w 68"/>
                    <a:gd name="T33" fmla="*/ 1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8" h="67">
                      <a:moveTo>
                        <a:pt x="68" y="12"/>
                      </a:moveTo>
                      <a:lnTo>
                        <a:pt x="68" y="12"/>
                      </a:lnTo>
                      <a:lnTo>
                        <a:pt x="67" y="24"/>
                      </a:lnTo>
                      <a:lnTo>
                        <a:pt x="64" y="34"/>
                      </a:lnTo>
                      <a:lnTo>
                        <a:pt x="58" y="43"/>
                      </a:lnTo>
                      <a:lnTo>
                        <a:pt x="52" y="50"/>
                      </a:lnTo>
                      <a:lnTo>
                        <a:pt x="43" y="58"/>
                      </a:lnTo>
                      <a:lnTo>
                        <a:pt x="34" y="62"/>
                      </a:lnTo>
                      <a:lnTo>
                        <a:pt x="24" y="65"/>
                      </a:lnTo>
                      <a:lnTo>
                        <a:pt x="13" y="67"/>
                      </a:lnTo>
                      <a:lnTo>
                        <a:pt x="13" y="67"/>
                      </a:lnTo>
                      <a:lnTo>
                        <a:pt x="0" y="53"/>
                      </a:lnTo>
                      <a:lnTo>
                        <a:pt x="0" y="53"/>
                      </a:lnTo>
                      <a:lnTo>
                        <a:pt x="55" y="0"/>
                      </a:lnTo>
                      <a:lnTo>
                        <a:pt x="55" y="0"/>
                      </a:lnTo>
                      <a:lnTo>
                        <a:pt x="68" y="12"/>
                      </a:lnTo>
                      <a:lnTo>
                        <a:pt x="68" y="12"/>
                      </a:lnTo>
                      <a:close/>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109" name="PA-任意多边形 153"/>
                <p:cNvSpPr/>
                <p:nvPr>
                  <p:custDataLst>
                    <p:tags r:id="rId28"/>
                  </p:custDataLst>
                </p:nvPr>
              </p:nvSpPr>
              <p:spPr bwMode="auto">
                <a:xfrm>
                  <a:off x="7259637" y="3871913"/>
                  <a:ext cx="927100" cy="485775"/>
                </a:xfrm>
                <a:custGeom>
                  <a:avLst/>
                  <a:gdLst>
                    <a:gd name="T0" fmla="*/ 0 w 584"/>
                    <a:gd name="T1" fmla="*/ 252 h 306"/>
                    <a:gd name="T2" fmla="*/ 86 w 584"/>
                    <a:gd name="T3" fmla="*/ 306 h 306"/>
                    <a:gd name="T4" fmla="*/ 234 w 584"/>
                    <a:gd name="T5" fmla="*/ 95 h 306"/>
                    <a:gd name="T6" fmla="*/ 477 w 584"/>
                    <a:gd name="T7" fmla="*/ 125 h 306"/>
                    <a:gd name="T8" fmla="*/ 584 w 584"/>
                    <a:gd name="T9" fmla="*/ 0 h 306"/>
                  </a:gdLst>
                  <a:ahLst/>
                  <a:cxnLst>
                    <a:cxn ang="0">
                      <a:pos x="T0" y="T1"/>
                    </a:cxn>
                    <a:cxn ang="0">
                      <a:pos x="T2" y="T3"/>
                    </a:cxn>
                    <a:cxn ang="0">
                      <a:pos x="T4" y="T5"/>
                    </a:cxn>
                    <a:cxn ang="0">
                      <a:pos x="T6" y="T7"/>
                    </a:cxn>
                    <a:cxn ang="0">
                      <a:pos x="T8" y="T9"/>
                    </a:cxn>
                  </a:cxnLst>
                  <a:rect l="0" t="0" r="r" b="b"/>
                  <a:pathLst>
                    <a:path w="584" h="306">
                      <a:moveTo>
                        <a:pt x="0" y="252"/>
                      </a:moveTo>
                      <a:lnTo>
                        <a:pt x="86" y="306"/>
                      </a:lnTo>
                      <a:lnTo>
                        <a:pt x="234" y="95"/>
                      </a:lnTo>
                      <a:lnTo>
                        <a:pt x="477" y="125"/>
                      </a:lnTo>
                      <a:lnTo>
                        <a:pt x="584" y="0"/>
                      </a:lnTo>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110" name="PA-任意多边形 154"/>
                <p:cNvSpPr/>
                <p:nvPr>
                  <p:custDataLst>
                    <p:tags r:id="rId29"/>
                  </p:custDataLst>
                </p:nvPr>
              </p:nvSpPr>
              <p:spPr bwMode="auto">
                <a:xfrm>
                  <a:off x="7615237" y="3997326"/>
                  <a:ext cx="47625" cy="47625"/>
                </a:xfrm>
                <a:custGeom>
                  <a:avLst/>
                  <a:gdLst>
                    <a:gd name="T0" fmla="*/ 30 w 30"/>
                    <a:gd name="T1" fmla="*/ 15 h 30"/>
                    <a:gd name="T2" fmla="*/ 30 w 30"/>
                    <a:gd name="T3" fmla="*/ 15 h 30"/>
                    <a:gd name="T4" fmla="*/ 28 w 30"/>
                    <a:gd name="T5" fmla="*/ 21 h 30"/>
                    <a:gd name="T6" fmla="*/ 25 w 30"/>
                    <a:gd name="T7" fmla="*/ 25 h 30"/>
                    <a:gd name="T8" fmla="*/ 21 w 30"/>
                    <a:gd name="T9" fmla="*/ 30 h 30"/>
                    <a:gd name="T10" fmla="*/ 15 w 30"/>
                    <a:gd name="T11" fmla="*/ 30 h 30"/>
                    <a:gd name="T12" fmla="*/ 15 w 30"/>
                    <a:gd name="T13" fmla="*/ 30 h 30"/>
                    <a:gd name="T14" fmla="*/ 9 w 30"/>
                    <a:gd name="T15" fmla="*/ 30 h 30"/>
                    <a:gd name="T16" fmla="*/ 4 w 30"/>
                    <a:gd name="T17" fmla="*/ 25 h 30"/>
                    <a:gd name="T18" fmla="*/ 0 w 30"/>
                    <a:gd name="T19" fmla="*/ 21 h 30"/>
                    <a:gd name="T20" fmla="*/ 0 w 30"/>
                    <a:gd name="T21" fmla="*/ 15 h 30"/>
                    <a:gd name="T22" fmla="*/ 0 w 30"/>
                    <a:gd name="T23" fmla="*/ 15 h 30"/>
                    <a:gd name="T24" fmla="*/ 0 w 30"/>
                    <a:gd name="T25" fmla="*/ 10 h 30"/>
                    <a:gd name="T26" fmla="*/ 4 w 30"/>
                    <a:gd name="T27" fmla="*/ 4 h 30"/>
                    <a:gd name="T28" fmla="*/ 9 w 30"/>
                    <a:gd name="T29" fmla="*/ 1 h 30"/>
                    <a:gd name="T30" fmla="*/ 15 w 30"/>
                    <a:gd name="T31" fmla="*/ 0 h 30"/>
                    <a:gd name="T32" fmla="*/ 15 w 30"/>
                    <a:gd name="T33" fmla="*/ 0 h 30"/>
                    <a:gd name="T34" fmla="*/ 21 w 30"/>
                    <a:gd name="T35" fmla="*/ 1 h 30"/>
                    <a:gd name="T36" fmla="*/ 25 w 30"/>
                    <a:gd name="T37" fmla="*/ 4 h 30"/>
                    <a:gd name="T38" fmla="*/ 28 w 30"/>
                    <a:gd name="T39" fmla="*/ 10 h 30"/>
                    <a:gd name="T40" fmla="*/ 30 w 30"/>
                    <a:gd name="T41" fmla="*/ 15 h 30"/>
                    <a:gd name="T42" fmla="*/ 30 w 30"/>
                    <a:gd name="T43" fmla="*/ 15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 h="30">
                      <a:moveTo>
                        <a:pt x="30" y="15"/>
                      </a:moveTo>
                      <a:lnTo>
                        <a:pt x="30" y="15"/>
                      </a:lnTo>
                      <a:lnTo>
                        <a:pt x="28" y="21"/>
                      </a:lnTo>
                      <a:lnTo>
                        <a:pt x="25" y="25"/>
                      </a:lnTo>
                      <a:lnTo>
                        <a:pt x="21" y="30"/>
                      </a:lnTo>
                      <a:lnTo>
                        <a:pt x="15" y="30"/>
                      </a:lnTo>
                      <a:lnTo>
                        <a:pt x="15" y="30"/>
                      </a:lnTo>
                      <a:lnTo>
                        <a:pt x="9" y="30"/>
                      </a:lnTo>
                      <a:lnTo>
                        <a:pt x="4" y="25"/>
                      </a:lnTo>
                      <a:lnTo>
                        <a:pt x="0" y="21"/>
                      </a:lnTo>
                      <a:lnTo>
                        <a:pt x="0" y="15"/>
                      </a:lnTo>
                      <a:lnTo>
                        <a:pt x="0" y="15"/>
                      </a:lnTo>
                      <a:lnTo>
                        <a:pt x="0" y="10"/>
                      </a:lnTo>
                      <a:lnTo>
                        <a:pt x="4" y="4"/>
                      </a:lnTo>
                      <a:lnTo>
                        <a:pt x="9" y="1"/>
                      </a:lnTo>
                      <a:lnTo>
                        <a:pt x="15" y="0"/>
                      </a:lnTo>
                      <a:lnTo>
                        <a:pt x="15" y="0"/>
                      </a:lnTo>
                      <a:lnTo>
                        <a:pt x="21" y="1"/>
                      </a:lnTo>
                      <a:lnTo>
                        <a:pt x="25" y="4"/>
                      </a:lnTo>
                      <a:lnTo>
                        <a:pt x="28" y="10"/>
                      </a:lnTo>
                      <a:lnTo>
                        <a:pt x="30" y="15"/>
                      </a:lnTo>
                      <a:lnTo>
                        <a:pt x="30" y="15"/>
                      </a:lnTo>
                      <a:close/>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111" name="PA-任意多边形 155"/>
                <p:cNvSpPr/>
                <p:nvPr>
                  <p:custDataLst>
                    <p:tags r:id="rId30"/>
                  </p:custDataLst>
                </p:nvPr>
              </p:nvSpPr>
              <p:spPr bwMode="auto">
                <a:xfrm>
                  <a:off x="7372350" y="4333876"/>
                  <a:ext cx="47625" cy="47625"/>
                </a:xfrm>
                <a:custGeom>
                  <a:avLst/>
                  <a:gdLst>
                    <a:gd name="T0" fmla="*/ 30 w 30"/>
                    <a:gd name="T1" fmla="*/ 15 h 30"/>
                    <a:gd name="T2" fmla="*/ 30 w 30"/>
                    <a:gd name="T3" fmla="*/ 15 h 30"/>
                    <a:gd name="T4" fmla="*/ 28 w 30"/>
                    <a:gd name="T5" fmla="*/ 21 h 30"/>
                    <a:gd name="T6" fmla="*/ 25 w 30"/>
                    <a:gd name="T7" fmla="*/ 25 h 30"/>
                    <a:gd name="T8" fmla="*/ 21 w 30"/>
                    <a:gd name="T9" fmla="*/ 28 h 30"/>
                    <a:gd name="T10" fmla="*/ 15 w 30"/>
                    <a:gd name="T11" fmla="*/ 30 h 30"/>
                    <a:gd name="T12" fmla="*/ 15 w 30"/>
                    <a:gd name="T13" fmla="*/ 30 h 30"/>
                    <a:gd name="T14" fmla="*/ 9 w 30"/>
                    <a:gd name="T15" fmla="*/ 28 h 30"/>
                    <a:gd name="T16" fmla="*/ 5 w 30"/>
                    <a:gd name="T17" fmla="*/ 25 h 30"/>
                    <a:gd name="T18" fmla="*/ 2 w 30"/>
                    <a:gd name="T19" fmla="*/ 21 h 30"/>
                    <a:gd name="T20" fmla="*/ 0 w 30"/>
                    <a:gd name="T21" fmla="*/ 15 h 30"/>
                    <a:gd name="T22" fmla="*/ 0 w 30"/>
                    <a:gd name="T23" fmla="*/ 15 h 30"/>
                    <a:gd name="T24" fmla="*/ 2 w 30"/>
                    <a:gd name="T25" fmla="*/ 9 h 30"/>
                    <a:gd name="T26" fmla="*/ 5 w 30"/>
                    <a:gd name="T27" fmla="*/ 4 h 30"/>
                    <a:gd name="T28" fmla="*/ 9 w 30"/>
                    <a:gd name="T29" fmla="*/ 2 h 30"/>
                    <a:gd name="T30" fmla="*/ 15 w 30"/>
                    <a:gd name="T31" fmla="*/ 0 h 30"/>
                    <a:gd name="T32" fmla="*/ 15 w 30"/>
                    <a:gd name="T33" fmla="*/ 0 h 30"/>
                    <a:gd name="T34" fmla="*/ 21 w 30"/>
                    <a:gd name="T35" fmla="*/ 2 h 30"/>
                    <a:gd name="T36" fmla="*/ 25 w 30"/>
                    <a:gd name="T37" fmla="*/ 4 h 30"/>
                    <a:gd name="T38" fmla="*/ 28 w 30"/>
                    <a:gd name="T39" fmla="*/ 9 h 30"/>
                    <a:gd name="T40" fmla="*/ 30 w 30"/>
                    <a:gd name="T41" fmla="*/ 15 h 30"/>
                    <a:gd name="T42" fmla="*/ 30 w 30"/>
                    <a:gd name="T43" fmla="*/ 15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 h="30">
                      <a:moveTo>
                        <a:pt x="30" y="15"/>
                      </a:moveTo>
                      <a:lnTo>
                        <a:pt x="30" y="15"/>
                      </a:lnTo>
                      <a:lnTo>
                        <a:pt x="28" y="21"/>
                      </a:lnTo>
                      <a:lnTo>
                        <a:pt x="25" y="25"/>
                      </a:lnTo>
                      <a:lnTo>
                        <a:pt x="21" y="28"/>
                      </a:lnTo>
                      <a:lnTo>
                        <a:pt x="15" y="30"/>
                      </a:lnTo>
                      <a:lnTo>
                        <a:pt x="15" y="30"/>
                      </a:lnTo>
                      <a:lnTo>
                        <a:pt x="9" y="28"/>
                      </a:lnTo>
                      <a:lnTo>
                        <a:pt x="5" y="25"/>
                      </a:lnTo>
                      <a:lnTo>
                        <a:pt x="2" y="21"/>
                      </a:lnTo>
                      <a:lnTo>
                        <a:pt x="0" y="15"/>
                      </a:lnTo>
                      <a:lnTo>
                        <a:pt x="0" y="15"/>
                      </a:lnTo>
                      <a:lnTo>
                        <a:pt x="2" y="9"/>
                      </a:lnTo>
                      <a:lnTo>
                        <a:pt x="5" y="4"/>
                      </a:lnTo>
                      <a:lnTo>
                        <a:pt x="9" y="2"/>
                      </a:lnTo>
                      <a:lnTo>
                        <a:pt x="15" y="0"/>
                      </a:lnTo>
                      <a:lnTo>
                        <a:pt x="15" y="0"/>
                      </a:lnTo>
                      <a:lnTo>
                        <a:pt x="21" y="2"/>
                      </a:lnTo>
                      <a:lnTo>
                        <a:pt x="25" y="4"/>
                      </a:lnTo>
                      <a:lnTo>
                        <a:pt x="28" y="9"/>
                      </a:lnTo>
                      <a:lnTo>
                        <a:pt x="30" y="15"/>
                      </a:lnTo>
                      <a:lnTo>
                        <a:pt x="30" y="15"/>
                      </a:lnTo>
                      <a:close/>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112" name="PA-任意多边形 156"/>
                <p:cNvSpPr/>
                <p:nvPr>
                  <p:custDataLst>
                    <p:tags r:id="rId31"/>
                  </p:custDataLst>
                </p:nvPr>
              </p:nvSpPr>
              <p:spPr bwMode="auto">
                <a:xfrm>
                  <a:off x="7245350" y="4254501"/>
                  <a:ext cx="47625" cy="46038"/>
                </a:xfrm>
                <a:custGeom>
                  <a:avLst/>
                  <a:gdLst>
                    <a:gd name="T0" fmla="*/ 30 w 30"/>
                    <a:gd name="T1" fmla="*/ 14 h 29"/>
                    <a:gd name="T2" fmla="*/ 30 w 30"/>
                    <a:gd name="T3" fmla="*/ 14 h 29"/>
                    <a:gd name="T4" fmla="*/ 28 w 30"/>
                    <a:gd name="T5" fmla="*/ 20 h 29"/>
                    <a:gd name="T6" fmla="*/ 25 w 30"/>
                    <a:gd name="T7" fmla="*/ 25 h 29"/>
                    <a:gd name="T8" fmla="*/ 21 w 30"/>
                    <a:gd name="T9" fmla="*/ 28 h 29"/>
                    <a:gd name="T10" fmla="*/ 15 w 30"/>
                    <a:gd name="T11" fmla="*/ 29 h 29"/>
                    <a:gd name="T12" fmla="*/ 15 w 30"/>
                    <a:gd name="T13" fmla="*/ 29 h 29"/>
                    <a:gd name="T14" fmla="*/ 9 w 30"/>
                    <a:gd name="T15" fmla="*/ 28 h 29"/>
                    <a:gd name="T16" fmla="*/ 4 w 30"/>
                    <a:gd name="T17" fmla="*/ 25 h 29"/>
                    <a:gd name="T18" fmla="*/ 2 w 30"/>
                    <a:gd name="T19" fmla="*/ 20 h 29"/>
                    <a:gd name="T20" fmla="*/ 0 w 30"/>
                    <a:gd name="T21" fmla="*/ 14 h 29"/>
                    <a:gd name="T22" fmla="*/ 0 w 30"/>
                    <a:gd name="T23" fmla="*/ 14 h 29"/>
                    <a:gd name="T24" fmla="*/ 2 w 30"/>
                    <a:gd name="T25" fmla="*/ 9 h 29"/>
                    <a:gd name="T26" fmla="*/ 4 w 30"/>
                    <a:gd name="T27" fmla="*/ 4 h 29"/>
                    <a:gd name="T28" fmla="*/ 9 w 30"/>
                    <a:gd name="T29" fmla="*/ 1 h 29"/>
                    <a:gd name="T30" fmla="*/ 15 w 30"/>
                    <a:gd name="T31" fmla="*/ 0 h 29"/>
                    <a:gd name="T32" fmla="*/ 15 w 30"/>
                    <a:gd name="T33" fmla="*/ 0 h 29"/>
                    <a:gd name="T34" fmla="*/ 21 w 30"/>
                    <a:gd name="T35" fmla="*/ 1 h 29"/>
                    <a:gd name="T36" fmla="*/ 25 w 30"/>
                    <a:gd name="T37" fmla="*/ 4 h 29"/>
                    <a:gd name="T38" fmla="*/ 28 w 30"/>
                    <a:gd name="T39" fmla="*/ 9 h 29"/>
                    <a:gd name="T40" fmla="*/ 30 w 30"/>
                    <a:gd name="T41" fmla="*/ 14 h 29"/>
                    <a:gd name="T42" fmla="*/ 30 w 30"/>
                    <a:gd name="T43" fmla="*/ 14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 h="28">
                      <a:moveTo>
                        <a:pt x="30" y="14"/>
                      </a:moveTo>
                      <a:lnTo>
                        <a:pt x="30" y="14"/>
                      </a:lnTo>
                      <a:lnTo>
                        <a:pt x="28" y="20"/>
                      </a:lnTo>
                      <a:lnTo>
                        <a:pt x="25" y="25"/>
                      </a:lnTo>
                      <a:lnTo>
                        <a:pt x="21" y="28"/>
                      </a:lnTo>
                      <a:lnTo>
                        <a:pt x="15" y="29"/>
                      </a:lnTo>
                      <a:lnTo>
                        <a:pt x="15" y="29"/>
                      </a:lnTo>
                      <a:lnTo>
                        <a:pt x="9" y="28"/>
                      </a:lnTo>
                      <a:lnTo>
                        <a:pt x="4" y="25"/>
                      </a:lnTo>
                      <a:lnTo>
                        <a:pt x="2" y="20"/>
                      </a:lnTo>
                      <a:lnTo>
                        <a:pt x="0" y="14"/>
                      </a:lnTo>
                      <a:lnTo>
                        <a:pt x="0" y="14"/>
                      </a:lnTo>
                      <a:lnTo>
                        <a:pt x="2" y="9"/>
                      </a:lnTo>
                      <a:lnTo>
                        <a:pt x="4" y="4"/>
                      </a:lnTo>
                      <a:lnTo>
                        <a:pt x="9" y="1"/>
                      </a:lnTo>
                      <a:lnTo>
                        <a:pt x="15" y="0"/>
                      </a:lnTo>
                      <a:lnTo>
                        <a:pt x="15" y="0"/>
                      </a:lnTo>
                      <a:lnTo>
                        <a:pt x="21" y="1"/>
                      </a:lnTo>
                      <a:lnTo>
                        <a:pt x="25" y="4"/>
                      </a:lnTo>
                      <a:lnTo>
                        <a:pt x="28" y="9"/>
                      </a:lnTo>
                      <a:lnTo>
                        <a:pt x="30" y="14"/>
                      </a:lnTo>
                      <a:lnTo>
                        <a:pt x="30" y="14"/>
                      </a:lnTo>
                      <a:close/>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113" name="PA-任意多边形 157"/>
                <p:cNvSpPr/>
                <p:nvPr>
                  <p:custDataLst>
                    <p:tags r:id="rId32"/>
                  </p:custDataLst>
                </p:nvPr>
              </p:nvSpPr>
              <p:spPr bwMode="auto">
                <a:xfrm>
                  <a:off x="7994650" y="4046538"/>
                  <a:ext cx="46037" cy="47625"/>
                </a:xfrm>
                <a:custGeom>
                  <a:avLst/>
                  <a:gdLst>
                    <a:gd name="T0" fmla="*/ 29 w 29"/>
                    <a:gd name="T1" fmla="*/ 15 h 30"/>
                    <a:gd name="T2" fmla="*/ 29 w 29"/>
                    <a:gd name="T3" fmla="*/ 15 h 30"/>
                    <a:gd name="T4" fmla="*/ 28 w 29"/>
                    <a:gd name="T5" fmla="*/ 21 h 30"/>
                    <a:gd name="T6" fmla="*/ 25 w 29"/>
                    <a:gd name="T7" fmla="*/ 25 h 30"/>
                    <a:gd name="T8" fmla="*/ 20 w 29"/>
                    <a:gd name="T9" fmla="*/ 28 h 30"/>
                    <a:gd name="T10" fmla="*/ 14 w 29"/>
                    <a:gd name="T11" fmla="*/ 30 h 30"/>
                    <a:gd name="T12" fmla="*/ 14 w 29"/>
                    <a:gd name="T13" fmla="*/ 30 h 30"/>
                    <a:gd name="T14" fmla="*/ 8 w 29"/>
                    <a:gd name="T15" fmla="*/ 28 h 30"/>
                    <a:gd name="T16" fmla="*/ 4 w 29"/>
                    <a:gd name="T17" fmla="*/ 25 h 30"/>
                    <a:gd name="T18" fmla="*/ 1 w 29"/>
                    <a:gd name="T19" fmla="*/ 21 h 30"/>
                    <a:gd name="T20" fmla="*/ 0 w 29"/>
                    <a:gd name="T21" fmla="*/ 15 h 30"/>
                    <a:gd name="T22" fmla="*/ 0 w 29"/>
                    <a:gd name="T23" fmla="*/ 15 h 30"/>
                    <a:gd name="T24" fmla="*/ 1 w 29"/>
                    <a:gd name="T25" fmla="*/ 9 h 30"/>
                    <a:gd name="T26" fmla="*/ 4 w 29"/>
                    <a:gd name="T27" fmla="*/ 5 h 30"/>
                    <a:gd name="T28" fmla="*/ 8 w 29"/>
                    <a:gd name="T29" fmla="*/ 2 h 30"/>
                    <a:gd name="T30" fmla="*/ 14 w 29"/>
                    <a:gd name="T31" fmla="*/ 0 h 30"/>
                    <a:gd name="T32" fmla="*/ 14 w 29"/>
                    <a:gd name="T33" fmla="*/ 0 h 30"/>
                    <a:gd name="T34" fmla="*/ 20 w 29"/>
                    <a:gd name="T35" fmla="*/ 2 h 30"/>
                    <a:gd name="T36" fmla="*/ 25 w 29"/>
                    <a:gd name="T37" fmla="*/ 5 h 30"/>
                    <a:gd name="T38" fmla="*/ 28 w 29"/>
                    <a:gd name="T39" fmla="*/ 9 h 30"/>
                    <a:gd name="T40" fmla="*/ 29 w 29"/>
                    <a:gd name="T41" fmla="*/ 15 h 30"/>
                    <a:gd name="T42" fmla="*/ 29 w 29"/>
                    <a:gd name="T43" fmla="*/ 15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30">
                      <a:moveTo>
                        <a:pt x="29" y="15"/>
                      </a:moveTo>
                      <a:lnTo>
                        <a:pt x="29" y="15"/>
                      </a:lnTo>
                      <a:lnTo>
                        <a:pt x="28" y="21"/>
                      </a:lnTo>
                      <a:lnTo>
                        <a:pt x="25" y="25"/>
                      </a:lnTo>
                      <a:lnTo>
                        <a:pt x="20" y="28"/>
                      </a:lnTo>
                      <a:lnTo>
                        <a:pt x="14" y="30"/>
                      </a:lnTo>
                      <a:lnTo>
                        <a:pt x="14" y="30"/>
                      </a:lnTo>
                      <a:lnTo>
                        <a:pt x="8" y="28"/>
                      </a:lnTo>
                      <a:lnTo>
                        <a:pt x="4" y="25"/>
                      </a:lnTo>
                      <a:lnTo>
                        <a:pt x="1" y="21"/>
                      </a:lnTo>
                      <a:lnTo>
                        <a:pt x="0" y="15"/>
                      </a:lnTo>
                      <a:lnTo>
                        <a:pt x="0" y="15"/>
                      </a:lnTo>
                      <a:lnTo>
                        <a:pt x="1" y="9"/>
                      </a:lnTo>
                      <a:lnTo>
                        <a:pt x="4" y="5"/>
                      </a:lnTo>
                      <a:lnTo>
                        <a:pt x="8" y="2"/>
                      </a:lnTo>
                      <a:lnTo>
                        <a:pt x="14" y="0"/>
                      </a:lnTo>
                      <a:lnTo>
                        <a:pt x="14" y="0"/>
                      </a:lnTo>
                      <a:lnTo>
                        <a:pt x="20" y="2"/>
                      </a:lnTo>
                      <a:lnTo>
                        <a:pt x="25" y="5"/>
                      </a:lnTo>
                      <a:lnTo>
                        <a:pt x="28" y="9"/>
                      </a:lnTo>
                      <a:lnTo>
                        <a:pt x="29" y="15"/>
                      </a:lnTo>
                      <a:lnTo>
                        <a:pt x="29" y="15"/>
                      </a:lnTo>
                      <a:close/>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114" name="PA-任意多边形 158"/>
                <p:cNvSpPr/>
                <p:nvPr>
                  <p:custDataLst>
                    <p:tags r:id="rId33"/>
                  </p:custDataLst>
                </p:nvPr>
              </p:nvSpPr>
              <p:spPr bwMode="auto">
                <a:xfrm>
                  <a:off x="8158162" y="3857626"/>
                  <a:ext cx="47625" cy="47625"/>
                </a:xfrm>
                <a:custGeom>
                  <a:avLst/>
                  <a:gdLst>
                    <a:gd name="T0" fmla="*/ 30 w 30"/>
                    <a:gd name="T1" fmla="*/ 15 h 30"/>
                    <a:gd name="T2" fmla="*/ 30 w 30"/>
                    <a:gd name="T3" fmla="*/ 15 h 30"/>
                    <a:gd name="T4" fmla="*/ 29 w 30"/>
                    <a:gd name="T5" fmla="*/ 20 h 30"/>
                    <a:gd name="T6" fmla="*/ 26 w 30"/>
                    <a:gd name="T7" fmla="*/ 26 h 30"/>
                    <a:gd name="T8" fmla="*/ 21 w 30"/>
                    <a:gd name="T9" fmla="*/ 29 h 30"/>
                    <a:gd name="T10" fmla="*/ 15 w 30"/>
                    <a:gd name="T11" fmla="*/ 30 h 30"/>
                    <a:gd name="T12" fmla="*/ 15 w 30"/>
                    <a:gd name="T13" fmla="*/ 30 h 30"/>
                    <a:gd name="T14" fmla="*/ 9 w 30"/>
                    <a:gd name="T15" fmla="*/ 29 h 30"/>
                    <a:gd name="T16" fmla="*/ 5 w 30"/>
                    <a:gd name="T17" fmla="*/ 26 h 30"/>
                    <a:gd name="T18" fmla="*/ 2 w 30"/>
                    <a:gd name="T19" fmla="*/ 20 h 30"/>
                    <a:gd name="T20" fmla="*/ 0 w 30"/>
                    <a:gd name="T21" fmla="*/ 15 h 30"/>
                    <a:gd name="T22" fmla="*/ 0 w 30"/>
                    <a:gd name="T23" fmla="*/ 15 h 30"/>
                    <a:gd name="T24" fmla="*/ 2 w 30"/>
                    <a:gd name="T25" fmla="*/ 9 h 30"/>
                    <a:gd name="T26" fmla="*/ 5 w 30"/>
                    <a:gd name="T27" fmla="*/ 3 h 30"/>
                    <a:gd name="T28" fmla="*/ 9 w 30"/>
                    <a:gd name="T29" fmla="*/ 0 h 30"/>
                    <a:gd name="T30" fmla="*/ 15 w 30"/>
                    <a:gd name="T31" fmla="*/ 0 h 30"/>
                    <a:gd name="T32" fmla="*/ 15 w 30"/>
                    <a:gd name="T33" fmla="*/ 0 h 30"/>
                    <a:gd name="T34" fmla="*/ 21 w 30"/>
                    <a:gd name="T35" fmla="*/ 0 h 30"/>
                    <a:gd name="T36" fmla="*/ 26 w 30"/>
                    <a:gd name="T37" fmla="*/ 3 h 30"/>
                    <a:gd name="T38" fmla="*/ 29 w 30"/>
                    <a:gd name="T39" fmla="*/ 9 h 30"/>
                    <a:gd name="T40" fmla="*/ 30 w 30"/>
                    <a:gd name="T41" fmla="*/ 15 h 30"/>
                    <a:gd name="T42" fmla="*/ 30 w 30"/>
                    <a:gd name="T43" fmla="*/ 15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 h="30">
                      <a:moveTo>
                        <a:pt x="30" y="15"/>
                      </a:moveTo>
                      <a:lnTo>
                        <a:pt x="30" y="15"/>
                      </a:lnTo>
                      <a:lnTo>
                        <a:pt x="29" y="20"/>
                      </a:lnTo>
                      <a:lnTo>
                        <a:pt x="26" y="26"/>
                      </a:lnTo>
                      <a:lnTo>
                        <a:pt x="21" y="29"/>
                      </a:lnTo>
                      <a:lnTo>
                        <a:pt x="15" y="30"/>
                      </a:lnTo>
                      <a:lnTo>
                        <a:pt x="15" y="30"/>
                      </a:lnTo>
                      <a:lnTo>
                        <a:pt x="9" y="29"/>
                      </a:lnTo>
                      <a:lnTo>
                        <a:pt x="5" y="26"/>
                      </a:lnTo>
                      <a:lnTo>
                        <a:pt x="2" y="20"/>
                      </a:lnTo>
                      <a:lnTo>
                        <a:pt x="0" y="15"/>
                      </a:lnTo>
                      <a:lnTo>
                        <a:pt x="0" y="15"/>
                      </a:lnTo>
                      <a:lnTo>
                        <a:pt x="2" y="9"/>
                      </a:lnTo>
                      <a:lnTo>
                        <a:pt x="5" y="3"/>
                      </a:lnTo>
                      <a:lnTo>
                        <a:pt x="9" y="0"/>
                      </a:lnTo>
                      <a:lnTo>
                        <a:pt x="15" y="0"/>
                      </a:lnTo>
                      <a:lnTo>
                        <a:pt x="15" y="0"/>
                      </a:lnTo>
                      <a:lnTo>
                        <a:pt x="21" y="0"/>
                      </a:lnTo>
                      <a:lnTo>
                        <a:pt x="26" y="3"/>
                      </a:lnTo>
                      <a:lnTo>
                        <a:pt x="29" y="9"/>
                      </a:lnTo>
                      <a:lnTo>
                        <a:pt x="30" y="15"/>
                      </a:lnTo>
                      <a:lnTo>
                        <a:pt x="30" y="15"/>
                      </a:lnTo>
                      <a:close/>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grpSp>
        </p:grpSp>
        <p:grpSp>
          <p:nvGrpSpPr>
            <p:cNvPr id="48" name="组合 47"/>
            <p:cNvGrpSpPr/>
            <p:nvPr/>
          </p:nvGrpSpPr>
          <p:grpSpPr>
            <a:xfrm>
              <a:off x="5775007" y="2564384"/>
              <a:ext cx="862800" cy="862800"/>
              <a:chOff x="5775007" y="2564384"/>
              <a:chExt cx="862800" cy="862800"/>
            </a:xfrm>
          </p:grpSpPr>
          <p:sp>
            <p:nvSpPr>
              <p:cNvPr id="80" name="PA-椭圆 103"/>
              <p:cNvSpPr/>
              <p:nvPr>
                <p:custDataLst>
                  <p:tags r:id="rId34"/>
                </p:custDataLst>
              </p:nvPr>
            </p:nvSpPr>
            <p:spPr>
              <a:xfrm>
                <a:off x="5775007" y="2564384"/>
                <a:ext cx="862800" cy="862800"/>
              </a:xfrm>
              <a:prstGeom prst="ellipse">
                <a:avLst/>
              </a:prstGeom>
              <a:solidFill>
                <a:srgbClr val="335C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grpSp>
            <p:nvGrpSpPr>
              <p:cNvPr id="81" name="Group 102"/>
              <p:cNvGrpSpPr/>
              <p:nvPr/>
            </p:nvGrpSpPr>
            <p:grpSpPr>
              <a:xfrm>
                <a:off x="5974401" y="2758885"/>
                <a:ext cx="464012" cy="473798"/>
                <a:chOff x="8702675" y="5268913"/>
                <a:chExt cx="903287" cy="922338"/>
              </a:xfrm>
            </p:grpSpPr>
            <p:sp>
              <p:nvSpPr>
                <p:cNvPr id="82" name="PA-任意多边形 306"/>
                <p:cNvSpPr/>
                <p:nvPr>
                  <p:custDataLst>
                    <p:tags r:id="rId35"/>
                  </p:custDataLst>
                </p:nvPr>
              </p:nvSpPr>
              <p:spPr bwMode="auto">
                <a:xfrm>
                  <a:off x="9029700" y="5395913"/>
                  <a:ext cx="247650" cy="195263"/>
                </a:xfrm>
                <a:custGeom>
                  <a:avLst/>
                  <a:gdLst>
                    <a:gd name="T0" fmla="*/ 156 w 156"/>
                    <a:gd name="T1" fmla="*/ 123 h 123"/>
                    <a:gd name="T2" fmla="*/ 156 w 156"/>
                    <a:gd name="T3" fmla="*/ 123 h 123"/>
                    <a:gd name="T4" fmla="*/ 156 w 156"/>
                    <a:gd name="T5" fmla="*/ 37 h 123"/>
                    <a:gd name="T6" fmla="*/ 156 w 156"/>
                    <a:gd name="T7" fmla="*/ 37 h 123"/>
                    <a:gd name="T8" fmla="*/ 154 w 156"/>
                    <a:gd name="T9" fmla="*/ 28 h 123"/>
                    <a:gd name="T10" fmla="*/ 151 w 156"/>
                    <a:gd name="T11" fmla="*/ 19 h 123"/>
                    <a:gd name="T12" fmla="*/ 144 w 156"/>
                    <a:gd name="T13" fmla="*/ 13 h 123"/>
                    <a:gd name="T14" fmla="*/ 136 w 156"/>
                    <a:gd name="T15" fmla="*/ 9 h 123"/>
                    <a:gd name="T16" fmla="*/ 136 w 156"/>
                    <a:gd name="T17" fmla="*/ 9 h 123"/>
                    <a:gd name="T18" fmla="*/ 122 w 156"/>
                    <a:gd name="T19" fmla="*/ 6 h 123"/>
                    <a:gd name="T20" fmla="*/ 108 w 156"/>
                    <a:gd name="T21" fmla="*/ 3 h 123"/>
                    <a:gd name="T22" fmla="*/ 93 w 156"/>
                    <a:gd name="T23" fmla="*/ 1 h 123"/>
                    <a:gd name="T24" fmla="*/ 79 w 156"/>
                    <a:gd name="T25" fmla="*/ 0 h 123"/>
                    <a:gd name="T26" fmla="*/ 64 w 156"/>
                    <a:gd name="T27" fmla="*/ 1 h 123"/>
                    <a:gd name="T28" fmla="*/ 49 w 156"/>
                    <a:gd name="T29" fmla="*/ 3 h 123"/>
                    <a:gd name="T30" fmla="*/ 34 w 156"/>
                    <a:gd name="T31" fmla="*/ 6 h 123"/>
                    <a:gd name="T32" fmla="*/ 19 w 156"/>
                    <a:gd name="T33" fmla="*/ 9 h 123"/>
                    <a:gd name="T34" fmla="*/ 19 w 156"/>
                    <a:gd name="T35" fmla="*/ 9 h 123"/>
                    <a:gd name="T36" fmla="*/ 12 w 156"/>
                    <a:gd name="T37" fmla="*/ 13 h 123"/>
                    <a:gd name="T38" fmla="*/ 6 w 156"/>
                    <a:gd name="T39" fmla="*/ 19 h 123"/>
                    <a:gd name="T40" fmla="*/ 2 w 156"/>
                    <a:gd name="T41" fmla="*/ 28 h 123"/>
                    <a:gd name="T42" fmla="*/ 0 w 156"/>
                    <a:gd name="T43" fmla="*/ 37 h 123"/>
                    <a:gd name="T44" fmla="*/ 0 w 156"/>
                    <a:gd name="T45" fmla="*/ 37 h 123"/>
                    <a:gd name="T46" fmla="*/ 0 w 156"/>
                    <a:gd name="T47" fmla="*/ 123 h 123"/>
                    <a:gd name="T48" fmla="*/ 156 w 156"/>
                    <a:gd name="T49" fmla="*/ 12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23">
                      <a:moveTo>
                        <a:pt x="156" y="123"/>
                      </a:moveTo>
                      <a:lnTo>
                        <a:pt x="156" y="123"/>
                      </a:lnTo>
                      <a:lnTo>
                        <a:pt x="156" y="37"/>
                      </a:lnTo>
                      <a:lnTo>
                        <a:pt x="156" y="37"/>
                      </a:lnTo>
                      <a:lnTo>
                        <a:pt x="154" y="28"/>
                      </a:lnTo>
                      <a:lnTo>
                        <a:pt x="151" y="19"/>
                      </a:lnTo>
                      <a:lnTo>
                        <a:pt x="144" y="13"/>
                      </a:lnTo>
                      <a:lnTo>
                        <a:pt x="136" y="9"/>
                      </a:lnTo>
                      <a:lnTo>
                        <a:pt x="136" y="9"/>
                      </a:lnTo>
                      <a:lnTo>
                        <a:pt x="122" y="6"/>
                      </a:lnTo>
                      <a:lnTo>
                        <a:pt x="108" y="3"/>
                      </a:lnTo>
                      <a:lnTo>
                        <a:pt x="93" y="1"/>
                      </a:lnTo>
                      <a:lnTo>
                        <a:pt x="79" y="0"/>
                      </a:lnTo>
                      <a:lnTo>
                        <a:pt x="64" y="1"/>
                      </a:lnTo>
                      <a:lnTo>
                        <a:pt x="49" y="3"/>
                      </a:lnTo>
                      <a:lnTo>
                        <a:pt x="34" y="6"/>
                      </a:lnTo>
                      <a:lnTo>
                        <a:pt x="19" y="9"/>
                      </a:lnTo>
                      <a:lnTo>
                        <a:pt x="19" y="9"/>
                      </a:lnTo>
                      <a:lnTo>
                        <a:pt x="12" y="13"/>
                      </a:lnTo>
                      <a:lnTo>
                        <a:pt x="6" y="19"/>
                      </a:lnTo>
                      <a:lnTo>
                        <a:pt x="2" y="28"/>
                      </a:lnTo>
                      <a:lnTo>
                        <a:pt x="0" y="37"/>
                      </a:lnTo>
                      <a:lnTo>
                        <a:pt x="0" y="37"/>
                      </a:lnTo>
                      <a:lnTo>
                        <a:pt x="0" y="123"/>
                      </a:lnTo>
                      <a:lnTo>
                        <a:pt x="156" y="123"/>
                      </a:lnTo>
                      <a:close/>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83" name="PA-任意多边形 307"/>
                <p:cNvSpPr/>
                <p:nvPr>
                  <p:custDataLst>
                    <p:tags r:id="rId36"/>
                  </p:custDataLst>
                </p:nvPr>
              </p:nvSpPr>
              <p:spPr bwMode="auto">
                <a:xfrm>
                  <a:off x="9091613" y="5268913"/>
                  <a:ext cx="123825" cy="123825"/>
                </a:xfrm>
                <a:custGeom>
                  <a:avLst/>
                  <a:gdLst>
                    <a:gd name="T0" fmla="*/ 78 w 78"/>
                    <a:gd name="T1" fmla="*/ 40 h 78"/>
                    <a:gd name="T2" fmla="*/ 78 w 78"/>
                    <a:gd name="T3" fmla="*/ 40 h 78"/>
                    <a:gd name="T4" fmla="*/ 78 w 78"/>
                    <a:gd name="T5" fmla="*/ 47 h 78"/>
                    <a:gd name="T6" fmla="*/ 75 w 78"/>
                    <a:gd name="T7" fmla="*/ 55 h 78"/>
                    <a:gd name="T8" fmla="*/ 72 w 78"/>
                    <a:gd name="T9" fmla="*/ 62 h 78"/>
                    <a:gd name="T10" fmla="*/ 68 w 78"/>
                    <a:gd name="T11" fmla="*/ 68 h 78"/>
                    <a:gd name="T12" fmla="*/ 62 w 78"/>
                    <a:gd name="T13" fmla="*/ 72 h 78"/>
                    <a:gd name="T14" fmla="*/ 54 w 78"/>
                    <a:gd name="T15" fmla="*/ 75 h 78"/>
                    <a:gd name="T16" fmla="*/ 47 w 78"/>
                    <a:gd name="T17" fmla="*/ 78 h 78"/>
                    <a:gd name="T18" fmla="*/ 40 w 78"/>
                    <a:gd name="T19" fmla="*/ 78 h 78"/>
                    <a:gd name="T20" fmla="*/ 40 w 78"/>
                    <a:gd name="T21" fmla="*/ 78 h 78"/>
                    <a:gd name="T22" fmla="*/ 31 w 78"/>
                    <a:gd name="T23" fmla="*/ 78 h 78"/>
                    <a:gd name="T24" fmla="*/ 23 w 78"/>
                    <a:gd name="T25" fmla="*/ 75 h 78"/>
                    <a:gd name="T26" fmla="*/ 17 w 78"/>
                    <a:gd name="T27" fmla="*/ 72 h 78"/>
                    <a:gd name="T28" fmla="*/ 11 w 78"/>
                    <a:gd name="T29" fmla="*/ 68 h 78"/>
                    <a:gd name="T30" fmla="*/ 7 w 78"/>
                    <a:gd name="T31" fmla="*/ 62 h 78"/>
                    <a:gd name="T32" fmla="*/ 3 w 78"/>
                    <a:gd name="T33" fmla="*/ 55 h 78"/>
                    <a:gd name="T34" fmla="*/ 1 w 78"/>
                    <a:gd name="T35" fmla="*/ 47 h 78"/>
                    <a:gd name="T36" fmla="*/ 0 w 78"/>
                    <a:gd name="T37" fmla="*/ 40 h 78"/>
                    <a:gd name="T38" fmla="*/ 0 w 78"/>
                    <a:gd name="T39" fmla="*/ 40 h 78"/>
                    <a:gd name="T40" fmla="*/ 1 w 78"/>
                    <a:gd name="T41" fmla="*/ 31 h 78"/>
                    <a:gd name="T42" fmla="*/ 3 w 78"/>
                    <a:gd name="T43" fmla="*/ 24 h 78"/>
                    <a:gd name="T44" fmla="*/ 7 w 78"/>
                    <a:gd name="T45" fmla="*/ 18 h 78"/>
                    <a:gd name="T46" fmla="*/ 11 w 78"/>
                    <a:gd name="T47" fmla="*/ 12 h 78"/>
                    <a:gd name="T48" fmla="*/ 17 w 78"/>
                    <a:gd name="T49" fmla="*/ 7 h 78"/>
                    <a:gd name="T50" fmla="*/ 23 w 78"/>
                    <a:gd name="T51" fmla="*/ 3 h 78"/>
                    <a:gd name="T52" fmla="*/ 31 w 78"/>
                    <a:gd name="T53" fmla="*/ 1 h 78"/>
                    <a:gd name="T54" fmla="*/ 40 w 78"/>
                    <a:gd name="T55" fmla="*/ 0 h 78"/>
                    <a:gd name="T56" fmla="*/ 40 w 78"/>
                    <a:gd name="T57" fmla="*/ 0 h 78"/>
                    <a:gd name="T58" fmla="*/ 47 w 78"/>
                    <a:gd name="T59" fmla="*/ 1 h 78"/>
                    <a:gd name="T60" fmla="*/ 54 w 78"/>
                    <a:gd name="T61" fmla="*/ 3 h 78"/>
                    <a:gd name="T62" fmla="*/ 62 w 78"/>
                    <a:gd name="T63" fmla="*/ 7 h 78"/>
                    <a:gd name="T64" fmla="*/ 68 w 78"/>
                    <a:gd name="T65" fmla="*/ 12 h 78"/>
                    <a:gd name="T66" fmla="*/ 72 w 78"/>
                    <a:gd name="T67" fmla="*/ 18 h 78"/>
                    <a:gd name="T68" fmla="*/ 75 w 78"/>
                    <a:gd name="T69" fmla="*/ 24 h 78"/>
                    <a:gd name="T70" fmla="*/ 78 w 78"/>
                    <a:gd name="T71" fmla="*/ 31 h 78"/>
                    <a:gd name="T72" fmla="*/ 78 w 78"/>
                    <a:gd name="T73" fmla="*/ 40 h 78"/>
                    <a:gd name="T74" fmla="*/ 78 w 78"/>
                    <a:gd name="T75" fmla="*/ 4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8">
                      <a:moveTo>
                        <a:pt x="78" y="40"/>
                      </a:moveTo>
                      <a:lnTo>
                        <a:pt x="78" y="40"/>
                      </a:lnTo>
                      <a:lnTo>
                        <a:pt x="78" y="47"/>
                      </a:lnTo>
                      <a:lnTo>
                        <a:pt x="75" y="55"/>
                      </a:lnTo>
                      <a:lnTo>
                        <a:pt x="72" y="62"/>
                      </a:lnTo>
                      <a:lnTo>
                        <a:pt x="68" y="68"/>
                      </a:lnTo>
                      <a:lnTo>
                        <a:pt x="62" y="72"/>
                      </a:lnTo>
                      <a:lnTo>
                        <a:pt x="54" y="75"/>
                      </a:lnTo>
                      <a:lnTo>
                        <a:pt x="47" y="78"/>
                      </a:lnTo>
                      <a:lnTo>
                        <a:pt x="40" y="78"/>
                      </a:lnTo>
                      <a:lnTo>
                        <a:pt x="40" y="78"/>
                      </a:lnTo>
                      <a:lnTo>
                        <a:pt x="31" y="78"/>
                      </a:lnTo>
                      <a:lnTo>
                        <a:pt x="23" y="75"/>
                      </a:lnTo>
                      <a:lnTo>
                        <a:pt x="17" y="72"/>
                      </a:lnTo>
                      <a:lnTo>
                        <a:pt x="11" y="68"/>
                      </a:lnTo>
                      <a:lnTo>
                        <a:pt x="7" y="62"/>
                      </a:lnTo>
                      <a:lnTo>
                        <a:pt x="3" y="55"/>
                      </a:lnTo>
                      <a:lnTo>
                        <a:pt x="1" y="47"/>
                      </a:lnTo>
                      <a:lnTo>
                        <a:pt x="0" y="40"/>
                      </a:lnTo>
                      <a:lnTo>
                        <a:pt x="0" y="40"/>
                      </a:lnTo>
                      <a:lnTo>
                        <a:pt x="1" y="31"/>
                      </a:lnTo>
                      <a:lnTo>
                        <a:pt x="3" y="24"/>
                      </a:lnTo>
                      <a:lnTo>
                        <a:pt x="7" y="18"/>
                      </a:lnTo>
                      <a:lnTo>
                        <a:pt x="11" y="12"/>
                      </a:lnTo>
                      <a:lnTo>
                        <a:pt x="17" y="7"/>
                      </a:lnTo>
                      <a:lnTo>
                        <a:pt x="23" y="3"/>
                      </a:lnTo>
                      <a:lnTo>
                        <a:pt x="31" y="1"/>
                      </a:lnTo>
                      <a:lnTo>
                        <a:pt x="40" y="0"/>
                      </a:lnTo>
                      <a:lnTo>
                        <a:pt x="40" y="0"/>
                      </a:lnTo>
                      <a:lnTo>
                        <a:pt x="47" y="1"/>
                      </a:lnTo>
                      <a:lnTo>
                        <a:pt x="54" y="3"/>
                      </a:lnTo>
                      <a:lnTo>
                        <a:pt x="62" y="7"/>
                      </a:lnTo>
                      <a:lnTo>
                        <a:pt x="68" y="12"/>
                      </a:lnTo>
                      <a:lnTo>
                        <a:pt x="72" y="18"/>
                      </a:lnTo>
                      <a:lnTo>
                        <a:pt x="75" y="24"/>
                      </a:lnTo>
                      <a:lnTo>
                        <a:pt x="78" y="31"/>
                      </a:lnTo>
                      <a:lnTo>
                        <a:pt x="78" y="40"/>
                      </a:lnTo>
                      <a:lnTo>
                        <a:pt x="78" y="40"/>
                      </a:lnTo>
                      <a:close/>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84" name="PA-Line 308"/>
                <p:cNvSpPr>
                  <a:spLocks noChangeShapeType="1"/>
                </p:cNvSpPr>
                <p:nvPr>
                  <p:custDataLst>
                    <p:tags r:id="rId37"/>
                  </p:custDataLst>
                </p:nvPr>
              </p:nvSpPr>
              <p:spPr bwMode="auto">
                <a:xfrm flipH="1">
                  <a:off x="9086850" y="5464176"/>
                  <a:ext cx="0" cy="125413"/>
                </a:xfrm>
                <a:prstGeom prst="line">
                  <a:avLst/>
                </a:prstGeom>
                <a:noFill/>
                <a:ln w="19050">
                  <a:solidFill>
                    <a:schemeClr val="bg1"/>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85" name="PA-Line 309"/>
                <p:cNvSpPr>
                  <a:spLocks noChangeShapeType="1"/>
                </p:cNvSpPr>
                <p:nvPr>
                  <p:custDataLst>
                    <p:tags r:id="rId38"/>
                  </p:custDataLst>
                </p:nvPr>
              </p:nvSpPr>
              <p:spPr bwMode="auto">
                <a:xfrm flipH="1">
                  <a:off x="9220200" y="5464176"/>
                  <a:ext cx="0" cy="125413"/>
                </a:xfrm>
                <a:prstGeom prst="line">
                  <a:avLst/>
                </a:prstGeom>
                <a:noFill/>
                <a:ln w="19050">
                  <a:solidFill>
                    <a:schemeClr val="bg1"/>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86" name="PA-任意多边形 310"/>
                <p:cNvSpPr/>
                <p:nvPr>
                  <p:custDataLst>
                    <p:tags r:id="rId39"/>
                  </p:custDataLst>
                </p:nvPr>
              </p:nvSpPr>
              <p:spPr bwMode="auto">
                <a:xfrm>
                  <a:off x="9029700" y="5995988"/>
                  <a:ext cx="247650" cy="195263"/>
                </a:xfrm>
                <a:custGeom>
                  <a:avLst/>
                  <a:gdLst>
                    <a:gd name="T0" fmla="*/ 156 w 156"/>
                    <a:gd name="T1" fmla="*/ 123 h 123"/>
                    <a:gd name="T2" fmla="*/ 156 w 156"/>
                    <a:gd name="T3" fmla="*/ 123 h 123"/>
                    <a:gd name="T4" fmla="*/ 156 w 156"/>
                    <a:gd name="T5" fmla="*/ 37 h 123"/>
                    <a:gd name="T6" fmla="*/ 156 w 156"/>
                    <a:gd name="T7" fmla="*/ 37 h 123"/>
                    <a:gd name="T8" fmla="*/ 154 w 156"/>
                    <a:gd name="T9" fmla="*/ 28 h 123"/>
                    <a:gd name="T10" fmla="*/ 151 w 156"/>
                    <a:gd name="T11" fmla="*/ 19 h 123"/>
                    <a:gd name="T12" fmla="*/ 144 w 156"/>
                    <a:gd name="T13" fmla="*/ 13 h 123"/>
                    <a:gd name="T14" fmla="*/ 136 w 156"/>
                    <a:gd name="T15" fmla="*/ 9 h 123"/>
                    <a:gd name="T16" fmla="*/ 136 w 156"/>
                    <a:gd name="T17" fmla="*/ 9 h 123"/>
                    <a:gd name="T18" fmla="*/ 122 w 156"/>
                    <a:gd name="T19" fmla="*/ 6 h 123"/>
                    <a:gd name="T20" fmla="*/ 108 w 156"/>
                    <a:gd name="T21" fmla="*/ 3 h 123"/>
                    <a:gd name="T22" fmla="*/ 93 w 156"/>
                    <a:gd name="T23" fmla="*/ 2 h 123"/>
                    <a:gd name="T24" fmla="*/ 79 w 156"/>
                    <a:gd name="T25" fmla="*/ 0 h 123"/>
                    <a:gd name="T26" fmla="*/ 64 w 156"/>
                    <a:gd name="T27" fmla="*/ 2 h 123"/>
                    <a:gd name="T28" fmla="*/ 49 w 156"/>
                    <a:gd name="T29" fmla="*/ 3 h 123"/>
                    <a:gd name="T30" fmla="*/ 34 w 156"/>
                    <a:gd name="T31" fmla="*/ 6 h 123"/>
                    <a:gd name="T32" fmla="*/ 19 w 156"/>
                    <a:gd name="T33" fmla="*/ 9 h 123"/>
                    <a:gd name="T34" fmla="*/ 19 w 156"/>
                    <a:gd name="T35" fmla="*/ 9 h 123"/>
                    <a:gd name="T36" fmla="*/ 12 w 156"/>
                    <a:gd name="T37" fmla="*/ 13 h 123"/>
                    <a:gd name="T38" fmla="*/ 6 w 156"/>
                    <a:gd name="T39" fmla="*/ 19 h 123"/>
                    <a:gd name="T40" fmla="*/ 2 w 156"/>
                    <a:gd name="T41" fmla="*/ 28 h 123"/>
                    <a:gd name="T42" fmla="*/ 0 w 156"/>
                    <a:gd name="T43" fmla="*/ 37 h 123"/>
                    <a:gd name="T44" fmla="*/ 0 w 156"/>
                    <a:gd name="T45" fmla="*/ 37 h 123"/>
                    <a:gd name="T46" fmla="*/ 0 w 156"/>
                    <a:gd name="T47" fmla="*/ 123 h 123"/>
                    <a:gd name="T48" fmla="*/ 156 w 156"/>
                    <a:gd name="T49" fmla="*/ 12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23">
                      <a:moveTo>
                        <a:pt x="156" y="123"/>
                      </a:moveTo>
                      <a:lnTo>
                        <a:pt x="156" y="123"/>
                      </a:lnTo>
                      <a:lnTo>
                        <a:pt x="156" y="37"/>
                      </a:lnTo>
                      <a:lnTo>
                        <a:pt x="156" y="37"/>
                      </a:lnTo>
                      <a:lnTo>
                        <a:pt x="154" y="28"/>
                      </a:lnTo>
                      <a:lnTo>
                        <a:pt x="151" y="19"/>
                      </a:lnTo>
                      <a:lnTo>
                        <a:pt x="144" y="13"/>
                      </a:lnTo>
                      <a:lnTo>
                        <a:pt x="136" y="9"/>
                      </a:lnTo>
                      <a:lnTo>
                        <a:pt x="136" y="9"/>
                      </a:lnTo>
                      <a:lnTo>
                        <a:pt x="122" y="6"/>
                      </a:lnTo>
                      <a:lnTo>
                        <a:pt x="108" y="3"/>
                      </a:lnTo>
                      <a:lnTo>
                        <a:pt x="93" y="2"/>
                      </a:lnTo>
                      <a:lnTo>
                        <a:pt x="79" y="0"/>
                      </a:lnTo>
                      <a:lnTo>
                        <a:pt x="64" y="2"/>
                      </a:lnTo>
                      <a:lnTo>
                        <a:pt x="49" y="3"/>
                      </a:lnTo>
                      <a:lnTo>
                        <a:pt x="34" y="6"/>
                      </a:lnTo>
                      <a:lnTo>
                        <a:pt x="19" y="9"/>
                      </a:lnTo>
                      <a:lnTo>
                        <a:pt x="19" y="9"/>
                      </a:lnTo>
                      <a:lnTo>
                        <a:pt x="12" y="13"/>
                      </a:lnTo>
                      <a:lnTo>
                        <a:pt x="6" y="19"/>
                      </a:lnTo>
                      <a:lnTo>
                        <a:pt x="2" y="28"/>
                      </a:lnTo>
                      <a:lnTo>
                        <a:pt x="0" y="37"/>
                      </a:lnTo>
                      <a:lnTo>
                        <a:pt x="0" y="37"/>
                      </a:lnTo>
                      <a:lnTo>
                        <a:pt x="0" y="123"/>
                      </a:lnTo>
                      <a:lnTo>
                        <a:pt x="156" y="123"/>
                      </a:lnTo>
                      <a:close/>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87" name="PA-任意多边形 311"/>
                <p:cNvSpPr/>
                <p:nvPr>
                  <p:custDataLst>
                    <p:tags r:id="rId40"/>
                  </p:custDataLst>
                </p:nvPr>
              </p:nvSpPr>
              <p:spPr bwMode="auto">
                <a:xfrm>
                  <a:off x="9091613" y="5868988"/>
                  <a:ext cx="123825" cy="125413"/>
                </a:xfrm>
                <a:custGeom>
                  <a:avLst/>
                  <a:gdLst>
                    <a:gd name="T0" fmla="*/ 78 w 78"/>
                    <a:gd name="T1" fmla="*/ 40 h 79"/>
                    <a:gd name="T2" fmla="*/ 78 w 78"/>
                    <a:gd name="T3" fmla="*/ 40 h 79"/>
                    <a:gd name="T4" fmla="*/ 78 w 78"/>
                    <a:gd name="T5" fmla="*/ 47 h 79"/>
                    <a:gd name="T6" fmla="*/ 75 w 78"/>
                    <a:gd name="T7" fmla="*/ 55 h 79"/>
                    <a:gd name="T8" fmla="*/ 72 w 78"/>
                    <a:gd name="T9" fmla="*/ 62 h 79"/>
                    <a:gd name="T10" fmla="*/ 68 w 78"/>
                    <a:gd name="T11" fmla="*/ 68 h 79"/>
                    <a:gd name="T12" fmla="*/ 62 w 78"/>
                    <a:gd name="T13" fmla="*/ 73 h 79"/>
                    <a:gd name="T14" fmla="*/ 54 w 78"/>
                    <a:gd name="T15" fmla="*/ 76 h 79"/>
                    <a:gd name="T16" fmla="*/ 47 w 78"/>
                    <a:gd name="T17" fmla="*/ 79 h 79"/>
                    <a:gd name="T18" fmla="*/ 40 w 78"/>
                    <a:gd name="T19" fmla="*/ 79 h 79"/>
                    <a:gd name="T20" fmla="*/ 40 w 78"/>
                    <a:gd name="T21" fmla="*/ 79 h 79"/>
                    <a:gd name="T22" fmla="*/ 31 w 78"/>
                    <a:gd name="T23" fmla="*/ 79 h 79"/>
                    <a:gd name="T24" fmla="*/ 23 w 78"/>
                    <a:gd name="T25" fmla="*/ 76 h 79"/>
                    <a:gd name="T26" fmla="*/ 17 w 78"/>
                    <a:gd name="T27" fmla="*/ 73 h 79"/>
                    <a:gd name="T28" fmla="*/ 11 w 78"/>
                    <a:gd name="T29" fmla="*/ 68 h 79"/>
                    <a:gd name="T30" fmla="*/ 7 w 78"/>
                    <a:gd name="T31" fmla="*/ 62 h 79"/>
                    <a:gd name="T32" fmla="*/ 3 w 78"/>
                    <a:gd name="T33" fmla="*/ 55 h 79"/>
                    <a:gd name="T34" fmla="*/ 1 w 78"/>
                    <a:gd name="T35" fmla="*/ 47 h 79"/>
                    <a:gd name="T36" fmla="*/ 0 w 78"/>
                    <a:gd name="T37" fmla="*/ 40 h 79"/>
                    <a:gd name="T38" fmla="*/ 0 w 78"/>
                    <a:gd name="T39" fmla="*/ 40 h 79"/>
                    <a:gd name="T40" fmla="*/ 1 w 78"/>
                    <a:gd name="T41" fmla="*/ 31 h 79"/>
                    <a:gd name="T42" fmla="*/ 3 w 78"/>
                    <a:gd name="T43" fmla="*/ 24 h 79"/>
                    <a:gd name="T44" fmla="*/ 7 w 78"/>
                    <a:gd name="T45" fmla="*/ 18 h 79"/>
                    <a:gd name="T46" fmla="*/ 11 w 78"/>
                    <a:gd name="T47" fmla="*/ 12 h 79"/>
                    <a:gd name="T48" fmla="*/ 17 w 78"/>
                    <a:gd name="T49" fmla="*/ 7 h 79"/>
                    <a:gd name="T50" fmla="*/ 23 w 78"/>
                    <a:gd name="T51" fmla="*/ 3 h 79"/>
                    <a:gd name="T52" fmla="*/ 31 w 78"/>
                    <a:gd name="T53" fmla="*/ 1 h 79"/>
                    <a:gd name="T54" fmla="*/ 40 w 78"/>
                    <a:gd name="T55" fmla="*/ 0 h 79"/>
                    <a:gd name="T56" fmla="*/ 40 w 78"/>
                    <a:gd name="T57" fmla="*/ 0 h 79"/>
                    <a:gd name="T58" fmla="*/ 47 w 78"/>
                    <a:gd name="T59" fmla="*/ 1 h 79"/>
                    <a:gd name="T60" fmla="*/ 54 w 78"/>
                    <a:gd name="T61" fmla="*/ 3 h 79"/>
                    <a:gd name="T62" fmla="*/ 62 w 78"/>
                    <a:gd name="T63" fmla="*/ 7 h 79"/>
                    <a:gd name="T64" fmla="*/ 68 w 78"/>
                    <a:gd name="T65" fmla="*/ 12 h 79"/>
                    <a:gd name="T66" fmla="*/ 72 w 78"/>
                    <a:gd name="T67" fmla="*/ 18 h 79"/>
                    <a:gd name="T68" fmla="*/ 75 w 78"/>
                    <a:gd name="T69" fmla="*/ 24 h 79"/>
                    <a:gd name="T70" fmla="*/ 78 w 78"/>
                    <a:gd name="T71" fmla="*/ 31 h 79"/>
                    <a:gd name="T72" fmla="*/ 78 w 78"/>
                    <a:gd name="T73" fmla="*/ 40 h 79"/>
                    <a:gd name="T74" fmla="*/ 78 w 78"/>
                    <a:gd name="T75" fmla="*/ 4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9">
                      <a:moveTo>
                        <a:pt x="78" y="40"/>
                      </a:moveTo>
                      <a:lnTo>
                        <a:pt x="78" y="40"/>
                      </a:lnTo>
                      <a:lnTo>
                        <a:pt x="78" y="47"/>
                      </a:lnTo>
                      <a:lnTo>
                        <a:pt x="75" y="55"/>
                      </a:lnTo>
                      <a:lnTo>
                        <a:pt x="72" y="62"/>
                      </a:lnTo>
                      <a:lnTo>
                        <a:pt x="68" y="68"/>
                      </a:lnTo>
                      <a:lnTo>
                        <a:pt x="62" y="73"/>
                      </a:lnTo>
                      <a:lnTo>
                        <a:pt x="54" y="76"/>
                      </a:lnTo>
                      <a:lnTo>
                        <a:pt x="47" y="79"/>
                      </a:lnTo>
                      <a:lnTo>
                        <a:pt x="40" y="79"/>
                      </a:lnTo>
                      <a:lnTo>
                        <a:pt x="40" y="79"/>
                      </a:lnTo>
                      <a:lnTo>
                        <a:pt x="31" y="79"/>
                      </a:lnTo>
                      <a:lnTo>
                        <a:pt x="23" y="76"/>
                      </a:lnTo>
                      <a:lnTo>
                        <a:pt x="17" y="73"/>
                      </a:lnTo>
                      <a:lnTo>
                        <a:pt x="11" y="68"/>
                      </a:lnTo>
                      <a:lnTo>
                        <a:pt x="7" y="62"/>
                      </a:lnTo>
                      <a:lnTo>
                        <a:pt x="3" y="55"/>
                      </a:lnTo>
                      <a:lnTo>
                        <a:pt x="1" y="47"/>
                      </a:lnTo>
                      <a:lnTo>
                        <a:pt x="0" y="40"/>
                      </a:lnTo>
                      <a:lnTo>
                        <a:pt x="0" y="40"/>
                      </a:lnTo>
                      <a:lnTo>
                        <a:pt x="1" y="31"/>
                      </a:lnTo>
                      <a:lnTo>
                        <a:pt x="3" y="24"/>
                      </a:lnTo>
                      <a:lnTo>
                        <a:pt x="7" y="18"/>
                      </a:lnTo>
                      <a:lnTo>
                        <a:pt x="11" y="12"/>
                      </a:lnTo>
                      <a:lnTo>
                        <a:pt x="17" y="7"/>
                      </a:lnTo>
                      <a:lnTo>
                        <a:pt x="23" y="3"/>
                      </a:lnTo>
                      <a:lnTo>
                        <a:pt x="31" y="1"/>
                      </a:lnTo>
                      <a:lnTo>
                        <a:pt x="40" y="0"/>
                      </a:lnTo>
                      <a:lnTo>
                        <a:pt x="40" y="0"/>
                      </a:lnTo>
                      <a:lnTo>
                        <a:pt x="47" y="1"/>
                      </a:lnTo>
                      <a:lnTo>
                        <a:pt x="54" y="3"/>
                      </a:lnTo>
                      <a:lnTo>
                        <a:pt x="62" y="7"/>
                      </a:lnTo>
                      <a:lnTo>
                        <a:pt x="68" y="12"/>
                      </a:lnTo>
                      <a:lnTo>
                        <a:pt x="72" y="18"/>
                      </a:lnTo>
                      <a:lnTo>
                        <a:pt x="75" y="24"/>
                      </a:lnTo>
                      <a:lnTo>
                        <a:pt x="78" y="31"/>
                      </a:lnTo>
                      <a:lnTo>
                        <a:pt x="78" y="40"/>
                      </a:lnTo>
                      <a:lnTo>
                        <a:pt x="78" y="40"/>
                      </a:lnTo>
                      <a:close/>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88" name="PA-Line 312"/>
                <p:cNvSpPr>
                  <a:spLocks noChangeShapeType="1"/>
                </p:cNvSpPr>
                <p:nvPr>
                  <p:custDataLst>
                    <p:tags r:id="rId41"/>
                  </p:custDataLst>
                </p:nvPr>
              </p:nvSpPr>
              <p:spPr bwMode="auto">
                <a:xfrm flipH="1">
                  <a:off x="9086850" y="6064251"/>
                  <a:ext cx="0" cy="125413"/>
                </a:xfrm>
                <a:prstGeom prst="line">
                  <a:avLst/>
                </a:prstGeom>
                <a:noFill/>
                <a:ln w="19050">
                  <a:solidFill>
                    <a:schemeClr val="bg1"/>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89" name="PA-Line 313"/>
                <p:cNvSpPr>
                  <a:spLocks noChangeShapeType="1"/>
                </p:cNvSpPr>
                <p:nvPr>
                  <p:custDataLst>
                    <p:tags r:id="rId42"/>
                  </p:custDataLst>
                </p:nvPr>
              </p:nvSpPr>
              <p:spPr bwMode="auto">
                <a:xfrm flipH="1">
                  <a:off x="9220200" y="6064251"/>
                  <a:ext cx="0" cy="125413"/>
                </a:xfrm>
                <a:prstGeom prst="line">
                  <a:avLst/>
                </a:prstGeom>
                <a:noFill/>
                <a:ln w="19050">
                  <a:solidFill>
                    <a:schemeClr val="bg1"/>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90" name="PA-任意多边形 314"/>
                <p:cNvSpPr/>
                <p:nvPr>
                  <p:custDataLst>
                    <p:tags r:id="rId43"/>
                  </p:custDataLst>
                </p:nvPr>
              </p:nvSpPr>
              <p:spPr bwMode="auto">
                <a:xfrm>
                  <a:off x="8702675" y="5995988"/>
                  <a:ext cx="247650" cy="195263"/>
                </a:xfrm>
                <a:custGeom>
                  <a:avLst/>
                  <a:gdLst>
                    <a:gd name="T0" fmla="*/ 156 w 156"/>
                    <a:gd name="T1" fmla="*/ 123 h 123"/>
                    <a:gd name="T2" fmla="*/ 156 w 156"/>
                    <a:gd name="T3" fmla="*/ 123 h 123"/>
                    <a:gd name="T4" fmla="*/ 156 w 156"/>
                    <a:gd name="T5" fmla="*/ 37 h 123"/>
                    <a:gd name="T6" fmla="*/ 156 w 156"/>
                    <a:gd name="T7" fmla="*/ 37 h 123"/>
                    <a:gd name="T8" fmla="*/ 154 w 156"/>
                    <a:gd name="T9" fmla="*/ 28 h 123"/>
                    <a:gd name="T10" fmla="*/ 150 w 156"/>
                    <a:gd name="T11" fmla="*/ 19 h 123"/>
                    <a:gd name="T12" fmla="*/ 144 w 156"/>
                    <a:gd name="T13" fmla="*/ 13 h 123"/>
                    <a:gd name="T14" fmla="*/ 136 w 156"/>
                    <a:gd name="T15" fmla="*/ 9 h 123"/>
                    <a:gd name="T16" fmla="*/ 136 w 156"/>
                    <a:gd name="T17" fmla="*/ 9 h 123"/>
                    <a:gd name="T18" fmla="*/ 122 w 156"/>
                    <a:gd name="T19" fmla="*/ 6 h 123"/>
                    <a:gd name="T20" fmla="*/ 107 w 156"/>
                    <a:gd name="T21" fmla="*/ 3 h 123"/>
                    <a:gd name="T22" fmla="*/ 92 w 156"/>
                    <a:gd name="T23" fmla="*/ 2 h 123"/>
                    <a:gd name="T24" fmla="*/ 77 w 156"/>
                    <a:gd name="T25" fmla="*/ 0 h 123"/>
                    <a:gd name="T26" fmla="*/ 62 w 156"/>
                    <a:gd name="T27" fmla="*/ 2 h 123"/>
                    <a:gd name="T28" fmla="*/ 47 w 156"/>
                    <a:gd name="T29" fmla="*/ 3 h 123"/>
                    <a:gd name="T30" fmla="*/ 34 w 156"/>
                    <a:gd name="T31" fmla="*/ 6 h 123"/>
                    <a:gd name="T32" fmla="*/ 19 w 156"/>
                    <a:gd name="T33" fmla="*/ 9 h 123"/>
                    <a:gd name="T34" fmla="*/ 19 w 156"/>
                    <a:gd name="T35" fmla="*/ 9 h 123"/>
                    <a:gd name="T36" fmla="*/ 12 w 156"/>
                    <a:gd name="T37" fmla="*/ 13 h 123"/>
                    <a:gd name="T38" fmla="*/ 4 w 156"/>
                    <a:gd name="T39" fmla="*/ 19 h 123"/>
                    <a:gd name="T40" fmla="*/ 1 w 156"/>
                    <a:gd name="T41" fmla="*/ 28 h 123"/>
                    <a:gd name="T42" fmla="*/ 0 w 156"/>
                    <a:gd name="T43" fmla="*/ 37 h 123"/>
                    <a:gd name="T44" fmla="*/ 0 w 156"/>
                    <a:gd name="T45" fmla="*/ 37 h 123"/>
                    <a:gd name="T46" fmla="*/ 0 w 156"/>
                    <a:gd name="T47" fmla="*/ 123 h 123"/>
                    <a:gd name="T48" fmla="*/ 156 w 156"/>
                    <a:gd name="T49" fmla="*/ 12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23">
                      <a:moveTo>
                        <a:pt x="156" y="123"/>
                      </a:moveTo>
                      <a:lnTo>
                        <a:pt x="156" y="123"/>
                      </a:lnTo>
                      <a:lnTo>
                        <a:pt x="156" y="37"/>
                      </a:lnTo>
                      <a:lnTo>
                        <a:pt x="156" y="37"/>
                      </a:lnTo>
                      <a:lnTo>
                        <a:pt x="154" y="28"/>
                      </a:lnTo>
                      <a:lnTo>
                        <a:pt x="150" y="19"/>
                      </a:lnTo>
                      <a:lnTo>
                        <a:pt x="144" y="13"/>
                      </a:lnTo>
                      <a:lnTo>
                        <a:pt x="136" y="9"/>
                      </a:lnTo>
                      <a:lnTo>
                        <a:pt x="136" y="9"/>
                      </a:lnTo>
                      <a:lnTo>
                        <a:pt x="122" y="6"/>
                      </a:lnTo>
                      <a:lnTo>
                        <a:pt x="107" y="3"/>
                      </a:lnTo>
                      <a:lnTo>
                        <a:pt x="92" y="2"/>
                      </a:lnTo>
                      <a:lnTo>
                        <a:pt x="77" y="0"/>
                      </a:lnTo>
                      <a:lnTo>
                        <a:pt x="62" y="2"/>
                      </a:lnTo>
                      <a:lnTo>
                        <a:pt x="47" y="3"/>
                      </a:lnTo>
                      <a:lnTo>
                        <a:pt x="34" y="6"/>
                      </a:lnTo>
                      <a:lnTo>
                        <a:pt x="19" y="9"/>
                      </a:lnTo>
                      <a:lnTo>
                        <a:pt x="19" y="9"/>
                      </a:lnTo>
                      <a:lnTo>
                        <a:pt x="12" y="13"/>
                      </a:lnTo>
                      <a:lnTo>
                        <a:pt x="4" y="19"/>
                      </a:lnTo>
                      <a:lnTo>
                        <a:pt x="1" y="28"/>
                      </a:lnTo>
                      <a:lnTo>
                        <a:pt x="0" y="37"/>
                      </a:lnTo>
                      <a:lnTo>
                        <a:pt x="0" y="37"/>
                      </a:lnTo>
                      <a:lnTo>
                        <a:pt x="0" y="123"/>
                      </a:lnTo>
                      <a:lnTo>
                        <a:pt x="156" y="123"/>
                      </a:lnTo>
                      <a:close/>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91" name="PA-任意多边形 315"/>
                <p:cNvSpPr/>
                <p:nvPr>
                  <p:custDataLst>
                    <p:tags r:id="rId44"/>
                  </p:custDataLst>
                </p:nvPr>
              </p:nvSpPr>
              <p:spPr bwMode="auto">
                <a:xfrm>
                  <a:off x="8761413" y="5868988"/>
                  <a:ext cx="127000" cy="125413"/>
                </a:xfrm>
                <a:custGeom>
                  <a:avLst/>
                  <a:gdLst>
                    <a:gd name="T0" fmla="*/ 80 w 80"/>
                    <a:gd name="T1" fmla="*/ 40 h 79"/>
                    <a:gd name="T2" fmla="*/ 80 w 80"/>
                    <a:gd name="T3" fmla="*/ 40 h 79"/>
                    <a:gd name="T4" fmla="*/ 79 w 80"/>
                    <a:gd name="T5" fmla="*/ 47 h 79"/>
                    <a:gd name="T6" fmla="*/ 77 w 80"/>
                    <a:gd name="T7" fmla="*/ 55 h 79"/>
                    <a:gd name="T8" fmla="*/ 73 w 80"/>
                    <a:gd name="T9" fmla="*/ 62 h 79"/>
                    <a:gd name="T10" fmla="*/ 68 w 80"/>
                    <a:gd name="T11" fmla="*/ 68 h 79"/>
                    <a:gd name="T12" fmla="*/ 62 w 80"/>
                    <a:gd name="T13" fmla="*/ 73 h 79"/>
                    <a:gd name="T14" fmla="*/ 56 w 80"/>
                    <a:gd name="T15" fmla="*/ 76 h 79"/>
                    <a:gd name="T16" fmla="*/ 49 w 80"/>
                    <a:gd name="T17" fmla="*/ 79 h 79"/>
                    <a:gd name="T18" fmla="*/ 40 w 80"/>
                    <a:gd name="T19" fmla="*/ 79 h 79"/>
                    <a:gd name="T20" fmla="*/ 40 w 80"/>
                    <a:gd name="T21" fmla="*/ 79 h 79"/>
                    <a:gd name="T22" fmla="*/ 33 w 80"/>
                    <a:gd name="T23" fmla="*/ 79 h 79"/>
                    <a:gd name="T24" fmla="*/ 25 w 80"/>
                    <a:gd name="T25" fmla="*/ 76 h 79"/>
                    <a:gd name="T26" fmla="*/ 18 w 80"/>
                    <a:gd name="T27" fmla="*/ 73 h 79"/>
                    <a:gd name="T28" fmla="*/ 12 w 80"/>
                    <a:gd name="T29" fmla="*/ 68 h 79"/>
                    <a:gd name="T30" fmla="*/ 7 w 80"/>
                    <a:gd name="T31" fmla="*/ 62 h 79"/>
                    <a:gd name="T32" fmla="*/ 4 w 80"/>
                    <a:gd name="T33" fmla="*/ 55 h 79"/>
                    <a:gd name="T34" fmla="*/ 1 w 80"/>
                    <a:gd name="T35" fmla="*/ 47 h 79"/>
                    <a:gd name="T36" fmla="*/ 0 w 80"/>
                    <a:gd name="T37" fmla="*/ 40 h 79"/>
                    <a:gd name="T38" fmla="*/ 0 w 80"/>
                    <a:gd name="T39" fmla="*/ 40 h 79"/>
                    <a:gd name="T40" fmla="*/ 1 w 80"/>
                    <a:gd name="T41" fmla="*/ 31 h 79"/>
                    <a:gd name="T42" fmla="*/ 4 w 80"/>
                    <a:gd name="T43" fmla="*/ 24 h 79"/>
                    <a:gd name="T44" fmla="*/ 7 w 80"/>
                    <a:gd name="T45" fmla="*/ 18 h 79"/>
                    <a:gd name="T46" fmla="*/ 12 w 80"/>
                    <a:gd name="T47" fmla="*/ 12 h 79"/>
                    <a:gd name="T48" fmla="*/ 18 w 80"/>
                    <a:gd name="T49" fmla="*/ 7 h 79"/>
                    <a:gd name="T50" fmla="*/ 25 w 80"/>
                    <a:gd name="T51" fmla="*/ 3 h 79"/>
                    <a:gd name="T52" fmla="*/ 33 w 80"/>
                    <a:gd name="T53" fmla="*/ 1 h 79"/>
                    <a:gd name="T54" fmla="*/ 40 w 80"/>
                    <a:gd name="T55" fmla="*/ 0 h 79"/>
                    <a:gd name="T56" fmla="*/ 40 w 80"/>
                    <a:gd name="T57" fmla="*/ 0 h 79"/>
                    <a:gd name="T58" fmla="*/ 49 w 80"/>
                    <a:gd name="T59" fmla="*/ 1 h 79"/>
                    <a:gd name="T60" fmla="*/ 56 w 80"/>
                    <a:gd name="T61" fmla="*/ 3 h 79"/>
                    <a:gd name="T62" fmla="*/ 62 w 80"/>
                    <a:gd name="T63" fmla="*/ 7 h 79"/>
                    <a:gd name="T64" fmla="*/ 68 w 80"/>
                    <a:gd name="T65" fmla="*/ 12 h 79"/>
                    <a:gd name="T66" fmla="*/ 73 w 80"/>
                    <a:gd name="T67" fmla="*/ 18 h 79"/>
                    <a:gd name="T68" fmla="*/ 77 w 80"/>
                    <a:gd name="T69" fmla="*/ 24 h 79"/>
                    <a:gd name="T70" fmla="*/ 79 w 80"/>
                    <a:gd name="T71" fmla="*/ 31 h 79"/>
                    <a:gd name="T72" fmla="*/ 80 w 80"/>
                    <a:gd name="T73" fmla="*/ 40 h 79"/>
                    <a:gd name="T74" fmla="*/ 80 w 80"/>
                    <a:gd name="T75" fmla="*/ 4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0" h="79">
                      <a:moveTo>
                        <a:pt x="80" y="40"/>
                      </a:moveTo>
                      <a:lnTo>
                        <a:pt x="80" y="40"/>
                      </a:lnTo>
                      <a:lnTo>
                        <a:pt x="79" y="47"/>
                      </a:lnTo>
                      <a:lnTo>
                        <a:pt x="77" y="55"/>
                      </a:lnTo>
                      <a:lnTo>
                        <a:pt x="73" y="62"/>
                      </a:lnTo>
                      <a:lnTo>
                        <a:pt x="68" y="68"/>
                      </a:lnTo>
                      <a:lnTo>
                        <a:pt x="62" y="73"/>
                      </a:lnTo>
                      <a:lnTo>
                        <a:pt x="56" y="76"/>
                      </a:lnTo>
                      <a:lnTo>
                        <a:pt x="49" y="79"/>
                      </a:lnTo>
                      <a:lnTo>
                        <a:pt x="40" y="79"/>
                      </a:lnTo>
                      <a:lnTo>
                        <a:pt x="40" y="79"/>
                      </a:lnTo>
                      <a:lnTo>
                        <a:pt x="33" y="79"/>
                      </a:lnTo>
                      <a:lnTo>
                        <a:pt x="25" y="76"/>
                      </a:lnTo>
                      <a:lnTo>
                        <a:pt x="18" y="73"/>
                      </a:lnTo>
                      <a:lnTo>
                        <a:pt x="12" y="68"/>
                      </a:lnTo>
                      <a:lnTo>
                        <a:pt x="7" y="62"/>
                      </a:lnTo>
                      <a:lnTo>
                        <a:pt x="4" y="55"/>
                      </a:lnTo>
                      <a:lnTo>
                        <a:pt x="1" y="47"/>
                      </a:lnTo>
                      <a:lnTo>
                        <a:pt x="0" y="40"/>
                      </a:lnTo>
                      <a:lnTo>
                        <a:pt x="0" y="40"/>
                      </a:lnTo>
                      <a:lnTo>
                        <a:pt x="1" y="31"/>
                      </a:lnTo>
                      <a:lnTo>
                        <a:pt x="4" y="24"/>
                      </a:lnTo>
                      <a:lnTo>
                        <a:pt x="7" y="18"/>
                      </a:lnTo>
                      <a:lnTo>
                        <a:pt x="12" y="12"/>
                      </a:lnTo>
                      <a:lnTo>
                        <a:pt x="18" y="7"/>
                      </a:lnTo>
                      <a:lnTo>
                        <a:pt x="25" y="3"/>
                      </a:lnTo>
                      <a:lnTo>
                        <a:pt x="33" y="1"/>
                      </a:lnTo>
                      <a:lnTo>
                        <a:pt x="40" y="0"/>
                      </a:lnTo>
                      <a:lnTo>
                        <a:pt x="40" y="0"/>
                      </a:lnTo>
                      <a:lnTo>
                        <a:pt x="49" y="1"/>
                      </a:lnTo>
                      <a:lnTo>
                        <a:pt x="56" y="3"/>
                      </a:lnTo>
                      <a:lnTo>
                        <a:pt x="62" y="7"/>
                      </a:lnTo>
                      <a:lnTo>
                        <a:pt x="68" y="12"/>
                      </a:lnTo>
                      <a:lnTo>
                        <a:pt x="73" y="18"/>
                      </a:lnTo>
                      <a:lnTo>
                        <a:pt x="77" y="24"/>
                      </a:lnTo>
                      <a:lnTo>
                        <a:pt x="79" y="31"/>
                      </a:lnTo>
                      <a:lnTo>
                        <a:pt x="80" y="40"/>
                      </a:lnTo>
                      <a:lnTo>
                        <a:pt x="80" y="40"/>
                      </a:lnTo>
                      <a:close/>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92" name="PA-Line 316"/>
                <p:cNvSpPr>
                  <a:spLocks noChangeShapeType="1"/>
                </p:cNvSpPr>
                <p:nvPr>
                  <p:custDataLst>
                    <p:tags r:id="rId45"/>
                  </p:custDataLst>
                </p:nvPr>
              </p:nvSpPr>
              <p:spPr bwMode="auto">
                <a:xfrm flipH="1">
                  <a:off x="8759825" y="6064251"/>
                  <a:ext cx="0" cy="125413"/>
                </a:xfrm>
                <a:prstGeom prst="line">
                  <a:avLst/>
                </a:prstGeom>
                <a:noFill/>
                <a:ln w="19050">
                  <a:solidFill>
                    <a:schemeClr val="bg1"/>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93" name="PA-Line 317"/>
                <p:cNvSpPr>
                  <a:spLocks noChangeShapeType="1"/>
                </p:cNvSpPr>
                <p:nvPr>
                  <p:custDataLst>
                    <p:tags r:id="rId46"/>
                  </p:custDataLst>
                </p:nvPr>
              </p:nvSpPr>
              <p:spPr bwMode="auto">
                <a:xfrm flipH="1">
                  <a:off x="8893175" y="6064251"/>
                  <a:ext cx="0" cy="125413"/>
                </a:xfrm>
                <a:prstGeom prst="line">
                  <a:avLst/>
                </a:prstGeom>
                <a:noFill/>
                <a:ln w="19050">
                  <a:solidFill>
                    <a:schemeClr val="bg1"/>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94" name="PA-任意多边形 318"/>
                <p:cNvSpPr/>
                <p:nvPr>
                  <p:custDataLst>
                    <p:tags r:id="rId47"/>
                  </p:custDataLst>
                </p:nvPr>
              </p:nvSpPr>
              <p:spPr bwMode="auto">
                <a:xfrm>
                  <a:off x="9359900" y="5995988"/>
                  <a:ext cx="246062" cy="195263"/>
                </a:xfrm>
                <a:custGeom>
                  <a:avLst/>
                  <a:gdLst>
                    <a:gd name="T0" fmla="*/ 155 w 155"/>
                    <a:gd name="T1" fmla="*/ 123 h 123"/>
                    <a:gd name="T2" fmla="*/ 155 w 155"/>
                    <a:gd name="T3" fmla="*/ 123 h 123"/>
                    <a:gd name="T4" fmla="*/ 155 w 155"/>
                    <a:gd name="T5" fmla="*/ 37 h 123"/>
                    <a:gd name="T6" fmla="*/ 155 w 155"/>
                    <a:gd name="T7" fmla="*/ 37 h 123"/>
                    <a:gd name="T8" fmla="*/ 154 w 155"/>
                    <a:gd name="T9" fmla="*/ 28 h 123"/>
                    <a:gd name="T10" fmla="*/ 149 w 155"/>
                    <a:gd name="T11" fmla="*/ 19 h 123"/>
                    <a:gd name="T12" fmla="*/ 144 w 155"/>
                    <a:gd name="T13" fmla="*/ 13 h 123"/>
                    <a:gd name="T14" fmla="*/ 136 w 155"/>
                    <a:gd name="T15" fmla="*/ 9 h 123"/>
                    <a:gd name="T16" fmla="*/ 136 w 155"/>
                    <a:gd name="T17" fmla="*/ 9 h 123"/>
                    <a:gd name="T18" fmla="*/ 121 w 155"/>
                    <a:gd name="T19" fmla="*/ 6 h 123"/>
                    <a:gd name="T20" fmla="*/ 106 w 155"/>
                    <a:gd name="T21" fmla="*/ 3 h 123"/>
                    <a:gd name="T22" fmla="*/ 92 w 155"/>
                    <a:gd name="T23" fmla="*/ 2 h 123"/>
                    <a:gd name="T24" fmla="*/ 77 w 155"/>
                    <a:gd name="T25" fmla="*/ 0 h 123"/>
                    <a:gd name="T26" fmla="*/ 62 w 155"/>
                    <a:gd name="T27" fmla="*/ 2 h 123"/>
                    <a:gd name="T28" fmla="*/ 47 w 155"/>
                    <a:gd name="T29" fmla="*/ 3 h 123"/>
                    <a:gd name="T30" fmla="*/ 34 w 155"/>
                    <a:gd name="T31" fmla="*/ 6 h 123"/>
                    <a:gd name="T32" fmla="*/ 19 w 155"/>
                    <a:gd name="T33" fmla="*/ 9 h 123"/>
                    <a:gd name="T34" fmla="*/ 19 w 155"/>
                    <a:gd name="T35" fmla="*/ 9 h 123"/>
                    <a:gd name="T36" fmla="*/ 12 w 155"/>
                    <a:gd name="T37" fmla="*/ 13 h 123"/>
                    <a:gd name="T38" fmla="*/ 4 w 155"/>
                    <a:gd name="T39" fmla="*/ 19 h 123"/>
                    <a:gd name="T40" fmla="*/ 1 w 155"/>
                    <a:gd name="T41" fmla="*/ 28 h 123"/>
                    <a:gd name="T42" fmla="*/ 0 w 155"/>
                    <a:gd name="T43" fmla="*/ 37 h 123"/>
                    <a:gd name="T44" fmla="*/ 0 w 155"/>
                    <a:gd name="T45" fmla="*/ 37 h 123"/>
                    <a:gd name="T46" fmla="*/ 0 w 155"/>
                    <a:gd name="T47" fmla="*/ 123 h 123"/>
                    <a:gd name="T48" fmla="*/ 155 w 155"/>
                    <a:gd name="T49" fmla="*/ 12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5" h="123">
                      <a:moveTo>
                        <a:pt x="155" y="123"/>
                      </a:moveTo>
                      <a:lnTo>
                        <a:pt x="155" y="123"/>
                      </a:lnTo>
                      <a:lnTo>
                        <a:pt x="155" y="37"/>
                      </a:lnTo>
                      <a:lnTo>
                        <a:pt x="155" y="37"/>
                      </a:lnTo>
                      <a:lnTo>
                        <a:pt x="154" y="28"/>
                      </a:lnTo>
                      <a:lnTo>
                        <a:pt x="149" y="19"/>
                      </a:lnTo>
                      <a:lnTo>
                        <a:pt x="144" y="13"/>
                      </a:lnTo>
                      <a:lnTo>
                        <a:pt x="136" y="9"/>
                      </a:lnTo>
                      <a:lnTo>
                        <a:pt x="136" y="9"/>
                      </a:lnTo>
                      <a:lnTo>
                        <a:pt x="121" y="6"/>
                      </a:lnTo>
                      <a:lnTo>
                        <a:pt x="106" y="3"/>
                      </a:lnTo>
                      <a:lnTo>
                        <a:pt x="92" y="2"/>
                      </a:lnTo>
                      <a:lnTo>
                        <a:pt x="77" y="0"/>
                      </a:lnTo>
                      <a:lnTo>
                        <a:pt x="62" y="2"/>
                      </a:lnTo>
                      <a:lnTo>
                        <a:pt x="47" y="3"/>
                      </a:lnTo>
                      <a:lnTo>
                        <a:pt x="34" y="6"/>
                      </a:lnTo>
                      <a:lnTo>
                        <a:pt x="19" y="9"/>
                      </a:lnTo>
                      <a:lnTo>
                        <a:pt x="19" y="9"/>
                      </a:lnTo>
                      <a:lnTo>
                        <a:pt x="12" y="13"/>
                      </a:lnTo>
                      <a:lnTo>
                        <a:pt x="4" y="19"/>
                      </a:lnTo>
                      <a:lnTo>
                        <a:pt x="1" y="28"/>
                      </a:lnTo>
                      <a:lnTo>
                        <a:pt x="0" y="37"/>
                      </a:lnTo>
                      <a:lnTo>
                        <a:pt x="0" y="37"/>
                      </a:lnTo>
                      <a:lnTo>
                        <a:pt x="0" y="123"/>
                      </a:lnTo>
                      <a:lnTo>
                        <a:pt x="155" y="123"/>
                      </a:lnTo>
                      <a:close/>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95" name="PA-任意多边形 319"/>
                <p:cNvSpPr/>
                <p:nvPr>
                  <p:custDataLst>
                    <p:tags r:id="rId48"/>
                  </p:custDataLst>
                </p:nvPr>
              </p:nvSpPr>
              <p:spPr bwMode="auto">
                <a:xfrm>
                  <a:off x="9418638" y="5868988"/>
                  <a:ext cx="127000" cy="125413"/>
                </a:xfrm>
                <a:custGeom>
                  <a:avLst/>
                  <a:gdLst>
                    <a:gd name="T0" fmla="*/ 80 w 80"/>
                    <a:gd name="T1" fmla="*/ 40 h 79"/>
                    <a:gd name="T2" fmla="*/ 80 w 80"/>
                    <a:gd name="T3" fmla="*/ 40 h 79"/>
                    <a:gd name="T4" fmla="*/ 78 w 80"/>
                    <a:gd name="T5" fmla="*/ 47 h 79"/>
                    <a:gd name="T6" fmla="*/ 77 w 80"/>
                    <a:gd name="T7" fmla="*/ 55 h 79"/>
                    <a:gd name="T8" fmla="*/ 72 w 80"/>
                    <a:gd name="T9" fmla="*/ 62 h 79"/>
                    <a:gd name="T10" fmla="*/ 68 w 80"/>
                    <a:gd name="T11" fmla="*/ 68 h 79"/>
                    <a:gd name="T12" fmla="*/ 62 w 80"/>
                    <a:gd name="T13" fmla="*/ 73 h 79"/>
                    <a:gd name="T14" fmla="*/ 56 w 80"/>
                    <a:gd name="T15" fmla="*/ 76 h 79"/>
                    <a:gd name="T16" fmla="*/ 49 w 80"/>
                    <a:gd name="T17" fmla="*/ 79 h 79"/>
                    <a:gd name="T18" fmla="*/ 40 w 80"/>
                    <a:gd name="T19" fmla="*/ 79 h 79"/>
                    <a:gd name="T20" fmla="*/ 40 w 80"/>
                    <a:gd name="T21" fmla="*/ 79 h 79"/>
                    <a:gd name="T22" fmla="*/ 32 w 80"/>
                    <a:gd name="T23" fmla="*/ 79 h 79"/>
                    <a:gd name="T24" fmla="*/ 25 w 80"/>
                    <a:gd name="T25" fmla="*/ 76 h 79"/>
                    <a:gd name="T26" fmla="*/ 18 w 80"/>
                    <a:gd name="T27" fmla="*/ 73 h 79"/>
                    <a:gd name="T28" fmla="*/ 12 w 80"/>
                    <a:gd name="T29" fmla="*/ 68 h 79"/>
                    <a:gd name="T30" fmla="*/ 7 w 80"/>
                    <a:gd name="T31" fmla="*/ 62 h 79"/>
                    <a:gd name="T32" fmla="*/ 4 w 80"/>
                    <a:gd name="T33" fmla="*/ 55 h 79"/>
                    <a:gd name="T34" fmla="*/ 1 w 80"/>
                    <a:gd name="T35" fmla="*/ 47 h 79"/>
                    <a:gd name="T36" fmla="*/ 0 w 80"/>
                    <a:gd name="T37" fmla="*/ 40 h 79"/>
                    <a:gd name="T38" fmla="*/ 0 w 80"/>
                    <a:gd name="T39" fmla="*/ 40 h 79"/>
                    <a:gd name="T40" fmla="*/ 1 w 80"/>
                    <a:gd name="T41" fmla="*/ 31 h 79"/>
                    <a:gd name="T42" fmla="*/ 4 w 80"/>
                    <a:gd name="T43" fmla="*/ 24 h 79"/>
                    <a:gd name="T44" fmla="*/ 7 w 80"/>
                    <a:gd name="T45" fmla="*/ 18 h 79"/>
                    <a:gd name="T46" fmla="*/ 12 w 80"/>
                    <a:gd name="T47" fmla="*/ 12 h 79"/>
                    <a:gd name="T48" fmla="*/ 18 w 80"/>
                    <a:gd name="T49" fmla="*/ 7 h 79"/>
                    <a:gd name="T50" fmla="*/ 25 w 80"/>
                    <a:gd name="T51" fmla="*/ 3 h 79"/>
                    <a:gd name="T52" fmla="*/ 32 w 80"/>
                    <a:gd name="T53" fmla="*/ 1 h 79"/>
                    <a:gd name="T54" fmla="*/ 40 w 80"/>
                    <a:gd name="T55" fmla="*/ 0 h 79"/>
                    <a:gd name="T56" fmla="*/ 40 w 80"/>
                    <a:gd name="T57" fmla="*/ 0 h 79"/>
                    <a:gd name="T58" fmla="*/ 49 w 80"/>
                    <a:gd name="T59" fmla="*/ 1 h 79"/>
                    <a:gd name="T60" fmla="*/ 56 w 80"/>
                    <a:gd name="T61" fmla="*/ 3 h 79"/>
                    <a:gd name="T62" fmla="*/ 62 w 80"/>
                    <a:gd name="T63" fmla="*/ 7 h 79"/>
                    <a:gd name="T64" fmla="*/ 68 w 80"/>
                    <a:gd name="T65" fmla="*/ 12 h 79"/>
                    <a:gd name="T66" fmla="*/ 72 w 80"/>
                    <a:gd name="T67" fmla="*/ 18 h 79"/>
                    <a:gd name="T68" fmla="*/ 77 w 80"/>
                    <a:gd name="T69" fmla="*/ 24 h 79"/>
                    <a:gd name="T70" fmla="*/ 78 w 80"/>
                    <a:gd name="T71" fmla="*/ 31 h 79"/>
                    <a:gd name="T72" fmla="*/ 80 w 80"/>
                    <a:gd name="T73" fmla="*/ 40 h 79"/>
                    <a:gd name="T74" fmla="*/ 80 w 80"/>
                    <a:gd name="T75" fmla="*/ 4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0" h="79">
                      <a:moveTo>
                        <a:pt x="80" y="40"/>
                      </a:moveTo>
                      <a:lnTo>
                        <a:pt x="80" y="40"/>
                      </a:lnTo>
                      <a:lnTo>
                        <a:pt x="78" y="47"/>
                      </a:lnTo>
                      <a:lnTo>
                        <a:pt x="77" y="55"/>
                      </a:lnTo>
                      <a:lnTo>
                        <a:pt x="72" y="62"/>
                      </a:lnTo>
                      <a:lnTo>
                        <a:pt x="68" y="68"/>
                      </a:lnTo>
                      <a:lnTo>
                        <a:pt x="62" y="73"/>
                      </a:lnTo>
                      <a:lnTo>
                        <a:pt x="56" y="76"/>
                      </a:lnTo>
                      <a:lnTo>
                        <a:pt x="49" y="79"/>
                      </a:lnTo>
                      <a:lnTo>
                        <a:pt x="40" y="79"/>
                      </a:lnTo>
                      <a:lnTo>
                        <a:pt x="40" y="79"/>
                      </a:lnTo>
                      <a:lnTo>
                        <a:pt x="32" y="79"/>
                      </a:lnTo>
                      <a:lnTo>
                        <a:pt x="25" y="76"/>
                      </a:lnTo>
                      <a:lnTo>
                        <a:pt x="18" y="73"/>
                      </a:lnTo>
                      <a:lnTo>
                        <a:pt x="12" y="68"/>
                      </a:lnTo>
                      <a:lnTo>
                        <a:pt x="7" y="62"/>
                      </a:lnTo>
                      <a:lnTo>
                        <a:pt x="4" y="55"/>
                      </a:lnTo>
                      <a:lnTo>
                        <a:pt x="1" y="47"/>
                      </a:lnTo>
                      <a:lnTo>
                        <a:pt x="0" y="40"/>
                      </a:lnTo>
                      <a:lnTo>
                        <a:pt x="0" y="40"/>
                      </a:lnTo>
                      <a:lnTo>
                        <a:pt x="1" y="31"/>
                      </a:lnTo>
                      <a:lnTo>
                        <a:pt x="4" y="24"/>
                      </a:lnTo>
                      <a:lnTo>
                        <a:pt x="7" y="18"/>
                      </a:lnTo>
                      <a:lnTo>
                        <a:pt x="12" y="12"/>
                      </a:lnTo>
                      <a:lnTo>
                        <a:pt x="18" y="7"/>
                      </a:lnTo>
                      <a:lnTo>
                        <a:pt x="25" y="3"/>
                      </a:lnTo>
                      <a:lnTo>
                        <a:pt x="32" y="1"/>
                      </a:lnTo>
                      <a:lnTo>
                        <a:pt x="40" y="0"/>
                      </a:lnTo>
                      <a:lnTo>
                        <a:pt x="40" y="0"/>
                      </a:lnTo>
                      <a:lnTo>
                        <a:pt x="49" y="1"/>
                      </a:lnTo>
                      <a:lnTo>
                        <a:pt x="56" y="3"/>
                      </a:lnTo>
                      <a:lnTo>
                        <a:pt x="62" y="7"/>
                      </a:lnTo>
                      <a:lnTo>
                        <a:pt x="68" y="12"/>
                      </a:lnTo>
                      <a:lnTo>
                        <a:pt x="72" y="18"/>
                      </a:lnTo>
                      <a:lnTo>
                        <a:pt x="77" y="24"/>
                      </a:lnTo>
                      <a:lnTo>
                        <a:pt x="78" y="31"/>
                      </a:lnTo>
                      <a:lnTo>
                        <a:pt x="80" y="40"/>
                      </a:lnTo>
                      <a:lnTo>
                        <a:pt x="80" y="40"/>
                      </a:lnTo>
                      <a:close/>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96" name="PA-Line 320"/>
                <p:cNvSpPr>
                  <a:spLocks noChangeShapeType="1"/>
                </p:cNvSpPr>
                <p:nvPr>
                  <p:custDataLst>
                    <p:tags r:id="rId49"/>
                  </p:custDataLst>
                </p:nvPr>
              </p:nvSpPr>
              <p:spPr bwMode="auto">
                <a:xfrm flipH="1">
                  <a:off x="9415463" y="6064251"/>
                  <a:ext cx="0" cy="125413"/>
                </a:xfrm>
                <a:prstGeom prst="line">
                  <a:avLst/>
                </a:prstGeom>
                <a:noFill/>
                <a:ln w="19050">
                  <a:solidFill>
                    <a:schemeClr val="bg1"/>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97" name="PA-Line 321"/>
                <p:cNvSpPr>
                  <a:spLocks noChangeShapeType="1"/>
                </p:cNvSpPr>
                <p:nvPr>
                  <p:custDataLst>
                    <p:tags r:id="rId50"/>
                  </p:custDataLst>
                </p:nvPr>
              </p:nvSpPr>
              <p:spPr bwMode="auto">
                <a:xfrm flipH="1">
                  <a:off x="9550400" y="6064251"/>
                  <a:ext cx="0" cy="125413"/>
                </a:xfrm>
                <a:prstGeom prst="line">
                  <a:avLst/>
                </a:prstGeom>
                <a:noFill/>
                <a:ln w="19050">
                  <a:solidFill>
                    <a:schemeClr val="bg1"/>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98" name="PA-任意多边形 322"/>
                <p:cNvSpPr/>
                <p:nvPr>
                  <p:custDataLst>
                    <p:tags r:id="rId51"/>
                  </p:custDataLst>
                </p:nvPr>
              </p:nvSpPr>
              <p:spPr bwMode="auto">
                <a:xfrm>
                  <a:off x="8818563" y="5703888"/>
                  <a:ext cx="669925" cy="101600"/>
                </a:xfrm>
                <a:custGeom>
                  <a:avLst/>
                  <a:gdLst>
                    <a:gd name="T0" fmla="*/ 0 w 422"/>
                    <a:gd name="T1" fmla="*/ 64 h 64"/>
                    <a:gd name="T2" fmla="*/ 0 w 422"/>
                    <a:gd name="T3" fmla="*/ 24 h 64"/>
                    <a:gd name="T4" fmla="*/ 0 w 422"/>
                    <a:gd name="T5" fmla="*/ 24 h 64"/>
                    <a:gd name="T6" fmla="*/ 1 w 422"/>
                    <a:gd name="T7" fmla="*/ 19 h 64"/>
                    <a:gd name="T8" fmla="*/ 1 w 422"/>
                    <a:gd name="T9" fmla="*/ 15 h 64"/>
                    <a:gd name="T10" fmla="*/ 7 w 422"/>
                    <a:gd name="T11" fmla="*/ 8 h 64"/>
                    <a:gd name="T12" fmla="*/ 14 w 422"/>
                    <a:gd name="T13" fmla="*/ 3 h 64"/>
                    <a:gd name="T14" fmla="*/ 19 w 422"/>
                    <a:gd name="T15" fmla="*/ 2 h 64"/>
                    <a:gd name="T16" fmla="*/ 23 w 422"/>
                    <a:gd name="T17" fmla="*/ 0 h 64"/>
                    <a:gd name="T18" fmla="*/ 398 w 422"/>
                    <a:gd name="T19" fmla="*/ 0 h 64"/>
                    <a:gd name="T20" fmla="*/ 398 w 422"/>
                    <a:gd name="T21" fmla="*/ 0 h 64"/>
                    <a:gd name="T22" fmla="*/ 403 w 422"/>
                    <a:gd name="T23" fmla="*/ 2 h 64"/>
                    <a:gd name="T24" fmla="*/ 407 w 422"/>
                    <a:gd name="T25" fmla="*/ 3 h 64"/>
                    <a:gd name="T26" fmla="*/ 416 w 422"/>
                    <a:gd name="T27" fmla="*/ 8 h 64"/>
                    <a:gd name="T28" fmla="*/ 421 w 422"/>
                    <a:gd name="T29" fmla="*/ 15 h 64"/>
                    <a:gd name="T30" fmla="*/ 422 w 422"/>
                    <a:gd name="T31" fmla="*/ 19 h 64"/>
                    <a:gd name="T32" fmla="*/ 422 w 422"/>
                    <a:gd name="T33" fmla="*/ 24 h 64"/>
                    <a:gd name="T34" fmla="*/ 422 w 422"/>
                    <a:gd name="T35"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22" h="64">
                      <a:moveTo>
                        <a:pt x="0" y="64"/>
                      </a:moveTo>
                      <a:lnTo>
                        <a:pt x="0" y="24"/>
                      </a:lnTo>
                      <a:lnTo>
                        <a:pt x="0" y="24"/>
                      </a:lnTo>
                      <a:lnTo>
                        <a:pt x="1" y="19"/>
                      </a:lnTo>
                      <a:lnTo>
                        <a:pt x="1" y="15"/>
                      </a:lnTo>
                      <a:lnTo>
                        <a:pt x="7" y="8"/>
                      </a:lnTo>
                      <a:lnTo>
                        <a:pt x="14" y="3"/>
                      </a:lnTo>
                      <a:lnTo>
                        <a:pt x="19" y="2"/>
                      </a:lnTo>
                      <a:lnTo>
                        <a:pt x="23" y="0"/>
                      </a:lnTo>
                      <a:lnTo>
                        <a:pt x="398" y="0"/>
                      </a:lnTo>
                      <a:lnTo>
                        <a:pt x="398" y="0"/>
                      </a:lnTo>
                      <a:lnTo>
                        <a:pt x="403" y="2"/>
                      </a:lnTo>
                      <a:lnTo>
                        <a:pt x="407" y="3"/>
                      </a:lnTo>
                      <a:lnTo>
                        <a:pt x="416" y="8"/>
                      </a:lnTo>
                      <a:lnTo>
                        <a:pt x="421" y="15"/>
                      </a:lnTo>
                      <a:lnTo>
                        <a:pt x="422" y="19"/>
                      </a:lnTo>
                      <a:lnTo>
                        <a:pt x="422" y="24"/>
                      </a:lnTo>
                      <a:lnTo>
                        <a:pt x="422" y="64"/>
                      </a:lnTo>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99" name="PA-Line 323"/>
                <p:cNvSpPr>
                  <a:spLocks noChangeShapeType="1"/>
                </p:cNvSpPr>
                <p:nvPr>
                  <p:custDataLst>
                    <p:tags r:id="rId52"/>
                  </p:custDataLst>
                </p:nvPr>
              </p:nvSpPr>
              <p:spPr bwMode="auto">
                <a:xfrm flipH="1" flipV="1">
                  <a:off x="9155113" y="5630863"/>
                  <a:ext cx="0" cy="171450"/>
                </a:xfrm>
                <a:prstGeom prst="line">
                  <a:avLst/>
                </a:prstGeom>
                <a:noFill/>
                <a:ln w="19050">
                  <a:solidFill>
                    <a:schemeClr val="bg1"/>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grpSp>
        </p:grpSp>
        <p:grpSp>
          <p:nvGrpSpPr>
            <p:cNvPr id="49" name="组合 48"/>
            <p:cNvGrpSpPr/>
            <p:nvPr/>
          </p:nvGrpSpPr>
          <p:grpSpPr>
            <a:xfrm>
              <a:off x="5775007" y="1315065"/>
              <a:ext cx="862800" cy="862800"/>
              <a:chOff x="5775007" y="1315065"/>
              <a:chExt cx="862800" cy="862800"/>
            </a:xfrm>
          </p:grpSpPr>
          <p:sp>
            <p:nvSpPr>
              <p:cNvPr id="65" name="PA-椭圆 124"/>
              <p:cNvSpPr/>
              <p:nvPr>
                <p:custDataLst>
                  <p:tags r:id="rId53"/>
                </p:custDataLst>
              </p:nvPr>
            </p:nvSpPr>
            <p:spPr>
              <a:xfrm>
                <a:off x="5775007" y="1315065"/>
                <a:ext cx="862800" cy="862800"/>
              </a:xfrm>
              <a:prstGeom prst="ellips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grpSp>
            <p:nvGrpSpPr>
              <p:cNvPr id="66" name="Group 123"/>
              <p:cNvGrpSpPr/>
              <p:nvPr/>
            </p:nvGrpSpPr>
            <p:grpSpPr>
              <a:xfrm>
                <a:off x="6033931" y="1509974"/>
                <a:ext cx="344952" cy="472984"/>
                <a:chOff x="10282237" y="3676651"/>
                <a:chExt cx="671512" cy="920750"/>
              </a:xfrm>
            </p:grpSpPr>
            <p:sp>
              <p:nvSpPr>
                <p:cNvPr id="67" name="PA-任意多边形 159"/>
                <p:cNvSpPr/>
                <p:nvPr>
                  <p:custDataLst>
                    <p:tags r:id="rId54"/>
                  </p:custDataLst>
                </p:nvPr>
              </p:nvSpPr>
              <p:spPr bwMode="auto">
                <a:xfrm>
                  <a:off x="10282237" y="3676651"/>
                  <a:ext cx="671512" cy="920750"/>
                </a:xfrm>
                <a:custGeom>
                  <a:avLst/>
                  <a:gdLst>
                    <a:gd name="T0" fmla="*/ 423 w 423"/>
                    <a:gd name="T1" fmla="*/ 574 h 580"/>
                    <a:gd name="T2" fmla="*/ 423 w 423"/>
                    <a:gd name="T3" fmla="*/ 574 h 580"/>
                    <a:gd name="T4" fmla="*/ 421 w 423"/>
                    <a:gd name="T5" fmla="*/ 576 h 580"/>
                    <a:gd name="T6" fmla="*/ 420 w 423"/>
                    <a:gd name="T7" fmla="*/ 579 h 580"/>
                    <a:gd name="T8" fmla="*/ 418 w 423"/>
                    <a:gd name="T9" fmla="*/ 580 h 580"/>
                    <a:gd name="T10" fmla="*/ 415 w 423"/>
                    <a:gd name="T11" fmla="*/ 580 h 580"/>
                    <a:gd name="T12" fmla="*/ 6 w 423"/>
                    <a:gd name="T13" fmla="*/ 580 h 580"/>
                    <a:gd name="T14" fmla="*/ 6 w 423"/>
                    <a:gd name="T15" fmla="*/ 580 h 580"/>
                    <a:gd name="T16" fmla="*/ 3 w 423"/>
                    <a:gd name="T17" fmla="*/ 580 h 580"/>
                    <a:gd name="T18" fmla="*/ 1 w 423"/>
                    <a:gd name="T19" fmla="*/ 579 h 580"/>
                    <a:gd name="T20" fmla="*/ 0 w 423"/>
                    <a:gd name="T21" fmla="*/ 576 h 580"/>
                    <a:gd name="T22" fmla="*/ 0 w 423"/>
                    <a:gd name="T23" fmla="*/ 574 h 580"/>
                    <a:gd name="T24" fmla="*/ 0 w 423"/>
                    <a:gd name="T25" fmla="*/ 6 h 580"/>
                    <a:gd name="T26" fmla="*/ 0 w 423"/>
                    <a:gd name="T27" fmla="*/ 6 h 580"/>
                    <a:gd name="T28" fmla="*/ 0 w 423"/>
                    <a:gd name="T29" fmla="*/ 3 h 580"/>
                    <a:gd name="T30" fmla="*/ 1 w 423"/>
                    <a:gd name="T31" fmla="*/ 2 h 580"/>
                    <a:gd name="T32" fmla="*/ 3 w 423"/>
                    <a:gd name="T33" fmla="*/ 0 h 580"/>
                    <a:gd name="T34" fmla="*/ 6 w 423"/>
                    <a:gd name="T35" fmla="*/ 0 h 580"/>
                    <a:gd name="T36" fmla="*/ 415 w 423"/>
                    <a:gd name="T37" fmla="*/ 0 h 580"/>
                    <a:gd name="T38" fmla="*/ 415 w 423"/>
                    <a:gd name="T39" fmla="*/ 0 h 580"/>
                    <a:gd name="T40" fmla="*/ 418 w 423"/>
                    <a:gd name="T41" fmla="*/ 0 h 580"/>
                    <a:gd name="T42" fmla="*/ 420 w 423"/>
                    <a:gd name="T43" fmla="*/ 2 h 580"/>
                    <a:gd name="T44" fmla="*/ 421 w 423"/>
                    <a:gd name="T45" fmla="*/ 3 h 580"/>
                    <a:gd name="T46" fmla="*/ 423 w 423"/>
                    <a:gd name="T47" fmla="*/ 6 h 580"/>
                    <a:gd name="T48" fmla="*/ 423 w 423"/>
                    <a:gd name="T49" fmla="*/ 574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2" h="580">
                      <a:moveTo>
                        <a:pt x="423" y="574"/>
                      </a:moveTo>
                      <a:lnTo>
                        <a:pt x="423" y="574"/>
                      </a:lnTo>
                      <a:lnTo>
                        <a:pt x="421" y="576"/>
                      </a:lnTo>
                      <a:lnTo>
                        <a:pt x="420" y="579"/>
                      </a:lnTo>
                      <a:lnTo>
                        <a:pt x="418" y="580"/>
                      </a:lnTo>
                      <a:lnTo>
                        <a:pt x="415" y="580"/>
                      </a:lnTo>
                      <a:lnTo>
                        <a:pt x="6" y="580"/>
                      </a:lnTo>
                      <a:lnTo>
                        <a:pt x="6" y="580"/>
                      </a:lnTo>
                      <a:lnTo>
                        <a:pt x="3" y="580"/>
                      </a:lnTo>
                      <a:lnTo>
                        <a:pt x="1" y="579"/>
                      </a:lnTo>
                      <a:lnTo>
                        <a:pt x="0" y="576"/>
                      </a:lnTo>
                      <a:lnTo>
                        <a:pt x="0" y="574"/>
                      </a:lnTo>
                      <a:lnTo>
                        <a:pt x="0" y="6"/>
                      </a:lnTo>
                      <a:lnTo>
                        <a:pt x="0" y="6"/>
                      </a:lnTo>
                      <a:lnTo>
                        <a:pt x="0" y="3"/>
                      </a:lnTo>
                      <a:lnTo>
                        <a:pt x="1" y="2"/>
                      </a:lnTo>
                      <a:lnTo>
                        <a:pt x="3" y="0"/>
                      </a:lnTo>
                      <a:lnTo>
                        <a:pt x="6" y="0"/>
                      </a:lnTo>
                      <a:lnTo>
                        <a:pt x="415" y="0"/>
                      </a:lnTo>
                      <a:lnTo>
                        <a:pt x="415" y="0"/>
                      </a:lnTo>
                      <a:lnTo>
                        <a:pt x="418" y="0"/>
                      </a:lnTo>
                      <a:lnTo>
                        <a:pt x="420" y="2"/>
                      </a:lnTo>
                      <a:lnTo>
                        <a:pt x="421" y="3"/>
                      </a:lnTo>
                      <a:lnTo>
                        <a:pt x="423" y="6"/>
                      </a:lnTo>
                      <a:lnTo>
                        <a:pt x="423" y="574"/>
                      </a:lnTo>
                      <a:close/>
                    </a:path>
                  </a:pathLst>
                </a:custGeom>
                <a:noFill/>
                <a:ln w="19050">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68" name="PA-矩形 160"/>
                <p:cNvSpPr>
                  <a:spLocks noChangeArrowheads="1"/>
                </p:cNvSpPr>
                <p:nvPr>
                  <p:custDataLst>
                    <p:tags r:id="rId55"/>
                  </p:custDataLst>
                </p:nvPr>
              </p:nvSpPr>
              <p:spPr bwMode="auto">
                <a:xfrm>
                  <a:off x="10374312" y="3813176"/>
                  <a:ext cx="487362" cy="115888"/>
                </a:xfrm>
                <a:prstGeom prst="rect">
                  <a:avLst/>
                </a:prstGeom>
                <a:noFill/>
                <a:ln w="19050">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69" name="PA-Line 161"/>
                <p:cNvSpPr>
                  <a:spLocks noChangeShapeType="1"/>
                </p:cNvSpPr>
                <p:nvPr>
                  <p:custDataLst>
                    <p:tags r:id="rId56"/>
                  </p:custDataLst>
                </p:nvPr>
              </p:nvSpPr>
              <p:spPr bwMode="auto">
                <a:xfrm flipH="1" flipV="1">
                  <a:off x="10374312" y="4017963"/>
                  <a:ext cx="0" cy="482600"/>
                </a:xfrm>
                <a:prstGeom prst="line">
                  <a:avLst/>
                </a:prstGeom>
                <a:noFill/>
                <a:ln w="19050">
                  <a:solidFill>
                    <a:schemeClr val="bg1"/>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70" name="PA-Line 162"/>
                <p:cNvSpPr>
                  <a:spLocks noChangeShapeType="1"/>
                </p:cNvSpPr>
                <p:nvPr>
                  <p:custDataLst>
                    <p:tags r:id="rId57"/>
                  </p:custDataLst>
                </p:nvPr>
              </p:nvSpPr>
              <p:spPr bwMode="auto">
                <a:xfrm flipH="1" flipV="1">
                  <a:off x="10493375" y="4017963"/>
                  <a:ext cx="0" cy="384175"/>
                </a:xfrm>
                <a:prstGeom prst="line">
                  <a:avLst/>
                </a:prstGeom>
                <a:noFill/>
                <a:ln w="19050">
                  <a:solidFill>
                    <a:schemeClr val="bg1"/>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71" name="PA-Line 163"/>
                <p:cNvSpPr>
                  <a:spLocks noChangeShapeType="1"/>
                </p:cNvSpPr>
                <p:nvPr>
                  <p:custDataLst>
                    <p:tags r:id="rId58"/>
                  </p:custDataLst>
                </p:nvPr>
              </p:nvSpPr>
              <p:spPr bwMode="auto">
                <a:xfrm flipH="1" flipV="1">
                  <a:off x="10617200" y="4017963"/>
                  <a:ext cx="0" cy="482600"/>
                </a:xfrm>
                <a:prstGeom prst="line">
                  <a:avLst/>
                </a:prstGeom>
                <a:noFill/>
                <a:ln w="19050">
                  <a:solidFill>
                    <a:schemeClr val="bg1"/>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72" name="PA-Line 164"/>
                <p:cNvSpPr>
                  <a:spLocks noChangeShapeType="1"/>
                </p:cNvSpPr>
                <p:nvPr>
                  <p:custDataLst>
                    <p:tags r:id="rId59"/>
                  </p:custDataLst>
                </p:nvPr>
              </p:nvSpPr>
              <p:spPr bwMode="auto">
                <a:xfrm flipH="1" flipV="1">
                  <a:off x="10739437" y="4017963"/>
                  <a:ext cx="0" cy="482600"/>
                </a:xfrm>
                <a:prstGeom prst="line">
                  <a:avLst/>
                </a:prstGeom>
                <a:noFill/>
                <a:ln w="19050">
                  <a:solidFill>
                    <a:schemeClr val="bg1"/>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73" name="PA-Line 165"/>
                <p:cNvSpPr>
                  <a:spLocks noChangeShapeType="1"/>
                </p:cNvSpPr>
                <p:nvPr>
                  <p:custDataLst>
                    <p:tags r:id="rId60"/>
                  </p:custDataLst>
                </p:nvPr>
              </p:nvSpPr>
              <p:spPr bwMode="auto">
                <a:xfrm flipH="1" flipV="1">
                  <a:off x="10861675" y="4017963"/>
                  <a:ext cx="0" cy="482600"/>
                </a:xfrm>
                <a:prstGeom prst="line">
                  <a:avLst/>
                </a:prstGeom>
                <a:noFill/>
                <a:ln w="19050">
                  <a:solidFill>
                    <a:schemeClr val="bg1"/>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74" name="PA-Line 166"/>
                <p:cNvSpPr>
                  <a:spLocks noChangeShapeType="1"/>
                </p:cNvSpPr>
                <p:nvPr>
                  <p:custDataLst>
                    <p:tags r:id="rId61"/>
                  </p:custDataLst>
                </p:nvPr>
              </p:nvSpPr>
              <p:spPr bwMode="auto">
                <a:xfrm>
                  <a:off x="10364787" y="4017963"/>
                  <a:ext cx="506412" cy="0"/>
                </a:xfrm>
                <a:prstGeom prst="line">
                  <a:avLst/>
                </a:prstGeom>
                <a:noFill/>
                <a:ln w="19050">
                  <a:solidFill>
                    <a:schemeClr val="bg1"/>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75" name="PA-Line 167"/>
                <p:cNvSpPr>
                  <a:spLocks noChangeShapeType="1"/>
                </p:cNvSpPr>
                <p:nvPr>
                  <p:custDataLst>
                    <p:tags r:id="rId62"/>
                  </p:custDataLst>
                </p:nvPr>
              </p:nvSpPr>
              <p:spPr bwMode="auto">
                <a:xfrm>
                  <a:off x="10364787" y="4114801"/>
                  <a:ext cx="506412" cy="0"/>
                </a:xfrm>
                <a:prstGeom prst="line">
                  <a:avLst/>
                </a:prstGeom>
                <a:noFill/>
                <a:ln w="19050">
                  <a:solidFill>
                    <a:schemeClr val="bg1"/>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76" name="PA-Line 168"/>
                <p:cNvSpPr>
                  <a:spLocks noChangeShapeType="1"/>
                </p:cNvSpPr>
                <p:nvPr>
                  <p:custDataLst>
                    <p:tags r:id="rId63"/>
                  </p:custDataLst>
                </p:nvPr>
              </p:nvSpPr>
              <p:spPr bwMode="auto">
                <a:xfrm>
                  <a:off x="10364787" y="4208463"/>
                  <a:ext cx="506412" cy="0"/>
                </a:xfrm>
                <a:prstGeom prst="line">
                  <a:avLst/>
                </a:prstGeom>
                <a:noFill/>
                <a:ln w="19050">
                  <a:solidFill>
                    <a:schemeClr val="bg1"/>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77" name="PA-Line 169"/>
                <p:cNvSpPr>
                  <a:spLocks noChangeShapeType="1"/>
                </p:cNvSpPr>
                <p:nvPr>
                  <p:custDataLst>
                    <p:tags r:id="rId64"/>
                  </p:custDataLst>
                </p:nvPr>
              </p:nvSpPr>
              <p:spPr bwMode="auto">
                <a:xfrm>
                  <a:off x="10364787" y="4305301"/>
                  <a:ext cx="506412" cy="0"/>
                </a:xfrm>
                <a:prstGeom prst="line">
                  <a:avLst/>
                </a:prstGeom>
                <a:noFill/>
                <a:ln w="19050">
                  <a:solidFill>
                    <a:schemeClr val="bg1"/>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78" name="PA-Line 170"/>
                <p:cNvSpPr>
                  <a:spLocks noChangeShapeType="1"/>
                </p:cNvSpPr>
                <p:nvPr>
                  <p:custDataLst>
                    <p:tags r:id="rId65"/>
                  </p:custDataLst>
                </p:nvPr>
              </p:nvSpPr>
              <p:spPr bwMode="auto">
                <a:xfrm>
                  <a:off x="10364787" y="4402138"/>
                  <a:ext cx="374650" cy="0"/>
                </a:xfrm>
                <a:prstGeom prst="line">
                  <a:avLst/>
                </a:prstGeom>
                <a:noFill/>
                <a:ln w="19050">
                  <a:solidFill>
                    <a:schemeClr val="bg1"/>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sp>
              <p:nvSpPr>
                <p:cNvPr id="79" name="PA-Line 171"/>
                <p:cNvSpPr>
                  <a:spLocks noChangeShapeType="1"/>
                </p:cNvSpPr>
                <p:nvPr>
                  <p:custDataLst>
                    <p:tags r:id="rId66"/>
                  </p:custDataLst>
                </p:nvPr>
              </p:nvSpPr>
              <p:spPr bwMode="auto">
                <a:xfrm>
                  <a:off x="10364787" y="4495801"/>
                  <a:ext cx="506412" cy="0"/>
                </a:xfrm>
                <a:prstGeom prst="line">
                  <a:avLst/>
                </a:prstGeom>
                <a:noFill/>
                <a:ln w="19050">
                  <a:solidFill>
                    <a:schemeClr val="bg1"/>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ko-KR" altLang="en-US" sz="2000">
                    <a:solidFill>
                      <a:schemeClr val="tx1">
                        <a:lumMod val="65000"/>
                        <a:lumOff val="35000"/>
                      </a:schemeClr>
                    </a:solidFill>
                    <a:latin typeface="微软雅黑" panose="020B0503020204020204" pitchFamily="34" charset="-122"/>
                    <a:ea typeface="思源黑体 Medium" panose="020B0600000000000000" pitchFamily="34" charset="-122"/>
                    <a:cs typeface="+mn-ea"/>
                    <a:sym typeface="思源黑体 Medium" panose="020B0600000000000000" pitchFamily="34" charset="-122"/>
                  </a:endParaRPr>
                </a:p>
              </p:txBody>
            </p:sp>
          </p:grpSp>
        </p:grpSp>
        <p:grpSp>
          <p:nvGrpSpPr>
            <p:cNvPr id="50" name="组合 49"/>
            <p:cNvGrpSpPr/>
            <p:nvPr/>
          </p:nvGrpSpPr>
          <p:grpSpPr>
            <a:xfrm>
              <a:off x="6140713" y="2274654"/>
              <a:ext cx="147720" cy="154874"/>
              <a:chOff x="6140713" y="2274654"/>
              <a:chExt cx="147720" cy="154874"/>
            </a:xfrm>
          </p:grpSpPr>
          <p:cxnSp>
            <p:nvCxnSpPr>
              <p:cNvPr id="63" name="PA-直接连接符 140"/>
              <p:cNvCxnSpPr/>
              <p:nvPr>
                <p:custDataLst>
                  <p:tags r:id="rId67"/>
                </p:custDataLst>
              </p:nvPr>
            </p:nvCxnSpPr>
            <p:spPr>
              <a:xfrm flipH="1">
                <a:off x="6174362" y="2296367"/>
                <a:ext cx="114071" cy="114070"/>
              </a:xfrm>
              <a:prstGeom prst="line">
                <a:avLst/>
              </a:prstGeom>
              <a:ln w="254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64" name="PA-直接连接符 144"/>
              <p:cNvCxnSpPr/>
              <p:nvPr>
                <p:custDataLst>
                  <p:tags r:id="rId68"/>
                </p:custDataLst>
              </p:nvPr>
            </p:nvCxnSpPr>
            <p:spPr>
              <a:xfrm rot="8100000" flipH="1">
                <a:off x="6140713" y="2274654"/>
                <a:ext cx="0" cy="154874"/>
              </a:xfrm>
              <a:prstGeom prst="line">
                <a:avLst/>
              </a:prstGeom>
              <a:ln w="254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grpSp>
        <p:grpSp>
          <p:nvGrpSpPr>
            <p:cNvPr id="51" name="组合 50"/>
            <p:cNvGrpSpPr/>
            <p:nvPr/>
          </p:nvGrpSpPr>
          <p:grpSpPr>
            <a:xfrm>
              <a:off x="6085957" y="3554859"/>
              <a:ext cx="225156" cy="109512"/>
              <a:chOff x="6085957" y="3554859"/>
              <a:chExt cx="225156" cy="109512"/>
            </a:xfrm>
          </p:grpSpPr>
          <p:cxnSp>
            <p:nvCxnSpPr>
              <p:cNvPr id="61" name="PA-直接连接符 147"/>
              <p:cNvCxnSpPr/>
              <p:nvPr>
                <p:custDataLst>
                  <p:tags r:id="rId69"/>
                </p:custDataLst>
              </p:nvPr>
            </p:nvCxnSpPr>
            <p:spPr>
              <a:xfrm rot="8100000">
                <a:off x="6156238" y="3608648"/>
                <a:ext cx="154875" cy="0"/>
              </a:xfrm>
              <a:prstGeom prst="line">
                <a:avLst/>
              </a:prstGeom>
              <a:ln w="254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62" name="PA-直接连接符 148"/>
              <p:cNvCxnSpPr/>
              <p:nvPr>
                <p:custDataLst>
                  <p:tags r:id="rId70"/>
                </p:custDataLst>
              </p:nvPr>
            </p:nvCxnSpPr>
            <p:spPr>
              <a:xfrm flipH="1" flipV="1">
                <a:off x="6085957" y="3554859"/>
                <a:ext cx="109512" cy="109512"/>
              </a:xfrm>
              <a:prstGeom prst="line">
                <a:avLst/>
              </a:prstGeom>
              <a:ln w="254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grpSp>
        <p:grpSp>
          <p:nvGrpSpPr>
            <p:cNvPr id="52" name="组合 51"/>
            <p:cNvGrpSpPr/>
            <p:nvPr/>
          </p:nvGrpSpPr>
          <p:grpSpPr>
            <a:xfrm>
              <a:off x="6085957" y="4834598"/>
              <a:ext cx="202474" cy="110479"/>
              <a:chOff x="6085957" y="4834598"/>
              <a:chExt cx="202474" cy="110479"/>
            </a:xfrm>
          </p:grpSpPr>
          <p:cxnSp>
            <p:nvCxnSpPr>
              <p:cNvPr id="59" name="PA-直接连接符 150"/>
              <p:cNvCxnSpPr/>
              <p:nvPr>
                <p:custDataLst>
                  <p:tags r:id="rId71"/>
                </p:custDataLst>
              </p:nvPr>
            </p:nvCxnSpPr>
            <p:spPr>
              <a:xfrm flipH="1">
                <a:off x="6178917" y="4834598"/>
                <a:ext cx="109514" cy="109514"/>
              </a:xfrm>
              <a:prstGeom prst="line">
                <a:avLst/>
              </a:prstGeom>
              <a:ln w="254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60" name="PA-直接连接符 151"/>
              <p:cNvCxnSpPr/>
              <p:nvPr>
                <p:custDataLst>
                  <p:tags r:id="rId72"/>
                </p:custDataLst>
              </p:nvPr>
            </p:nvCxnSpPr>
            <p:spPr>
              <a:xfrm flipH="1" flipV="1">
                <a:off x="6085957" y="4835565"/>
                <a:ext cx="109512" cy="109512"/>
              </a:xfrm>
              <a:prstGeom prst="line">
                <a:avLst/>
              </a:prstGeom>
              <a:ln w="254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grpSp>
        <p:sp>
          <p:nvSpPr>
            <p:cNvPr id="53" name="PA-speed "/>
            <p:cNvSpPr txBox="1">
              <a:spLocks noChangeArrowheads="1"/>
            </p:cNvSpPr>
            <p:nvPr>
              <p:custDataLst>
                <p:tags r:id="rId73"/>
              </p:custDataLst>
            </p:nvPr>
          </p:nvSpPr>
          <p:spPr bwMode="auto">
            <a:xfrm>
              <a:off x="6846901" y="3746716"/>
              <a:ext cx="3925295" cy="371513"/>
            </a:xfrm>
            <a:prstGeom prst="rect">
              <a:avLst/>
            </a:prstGeom>
            <a:noFill/>
            <a:scene3d>
              <a:camera prst="orthographicFront">
                <a:rot lat="0" lon="0" rev="0"/>
              </a:camera>
              <a:lightRig rig="threePt" dir="t"/>
            </a:scene3d>
            <a:sp3d prstMaterial="matte">
              <a:bevelT w="1270" h="1270"/>
            </a:sp3d>
          </p:spPr>
          <p:txBody>
            <a:bodyPr wrap="square" lIns="90000" tIns="46800" rIns="90000" bIns="46800" anchor="t" anchorCtr="0">
              <a:spAutoFit/>
            </a:bodyPr>
            <a:lstStyle>
              <a:defPPr>
                <a:defRPr lang="ko-KR"/>
              </a:defPPr>
              <a:lvl1pPr fontAlgn="base">
                <a:lnSpc>
                  <a:spcPct val="90000"/>
                </a:lnSpc>
                <a:spcBef>
                  <a:spcPct val="0"/>
                </a:spcBef>
                <a:spcAft>
                  <a:spcPct val="0"/>
                </a:spcAft>
                <a:buClr>
                  <a:prstClr val="white"/>
                </a:buClr>
                <a:defRPr kumimoji="1" sz="1400" b="1">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defRPr>
              </a:lvl1pPr>
              <a:lvl2pPr fontAlgn="base">
                <a:spcBef>
                  <a:spcPct val="0"/>
                </a:spcBef>
                <a:spcAft>
                  <a:spcPct val="0"/>
                </a:spcAft>
                <a:defRPr kumimoji="1">
                  <a:latin typeface="Gulim" panose="020B0600000101010101" pitchFamily="50" charset="-127"/>
                  <a:ea typeface="Gulim" panose="020B0600000101010101" pitchFamily="50" charset="-127"/>
                </a:defRPr>
              </a:lvl2pPr>
              <a:lvl3pPr fontAlgn="base">
                <a:spcBef>
                  <a:spcPct val="0"/>
                </a:spcBef>
                <a:spcAft>
                  <a:spcPct val="0"/>
                </a:spcAft>
                <a:defRPr kumimoji="1">
                  <a:latin typeface="Gulim" panose="020B0600000101010101" pitchFamily="50" charset="-127"/>
                  <a:ea typeface="Gulim" panose="020B0600000101010101" pitchFamily="50" charset="-127"/>
                </a:defRPr>
              </a:lvl3pPr>
              <a:lvl4pPr fontAlgn="base">
                <a:spcBef>
                  <a:spcPct val="0"/>
                </a:spcBef>
                <a:spcAft>
                  <a:spcPct val="0"/>
                </a:spcAft>
                <a:defRPr kumimoji="1">
                  <a:latin typeface="Gulim" panose="020B0600000101010101" pitchFamily="50" charset="-127"/>
                  <a:ea typeface="Gulim" panose="020B0600000101010101" pitchFamily="50" charset="-127"/>
                </a:defRPr>
              </a:lvl4pPr>
              <a:lvl5pPr fontAlgn="base">
                <a:spcBef>
                  <a:spcPct val="0"/>
                </a:spcBef>
                <a:spcAft>
                  <a:spcPct val="0"/>
                </a:spcAft>
                <a:defRPr kumimoji="1">
                  <a:latin typeface="Gulim" panose="020B0600000101010101" pitchFamily="50" charset="-127"/>
                  <a:ea typeface="Gulim" panose="020B0600000101010101" pitchFamily="50" charset="-127"/>
                </a:defRPr>
              </a:lvl5pPr>
              <a:lvl6pPr>
                <a:defRPr kumimoji="1">
                  <a:latin typeface="Gulim" panose="020B0600000101010101" pitchFamily="50" charset="-127"/>
                  <a:ea typeface="Gulim" panose="020B0600000101010101" pitchFamily="50" charset="-127"/>
                </a:defRPr>
              </a:lvl6pPr>
              <a:lvl7pPr>
                <a:defRPr kumimoji="1">
                  <a:latin typeface="Gulim" panose="020B0600000101010101" pitchFamily="50" charset="-127"/>
                  <a:ea typeface="Gulim" panose="020B0600000101010101" pitchFamily="50" charset="-127"/>
                </a:defRPr>
              </a:lvl7pPr>
              <a:lvl8pPr>
                <a:defRPr kumimoji="1">
                  <a:latin typeface="Gulim" panose="020B0600000101010101" pitchFamily="50" charset="-127"/>
                  <a:ea typeface="Gulim" panose="020B0600000101010101" pitchFamily="50" charset="-127"/>
                </a:defRPr>
              </a:lvl8pPr>
              <a:lvl9pPr>
                <a:defRPr kumimoji="1">
                  <a:latin typeface="Gulim" panose="020B0600000101010101" pitchFamily="50" charset="-127"/>
                  <a:ea typeface="Gulim" panose="020B0600000101010101" pitchFamily="50" charset="-127"/>
                </a:defRPr>
              </a:lvl9pPr>
            </a:lstStyle>
            <a:p>
              <a:r>
                <a:rPr lang="zh-CN" altLang="en-US" sz="2000" b="0">
                  <a:solidFill>
                    <a:schemeClr val="tx1">
                      <a:lumMod val="85000"/>
                      <a:lumOff val="15000"/>
                    </a:schemeClr>
                  </a:solidFill>
                  <a:latin typeface="微软雅黑" panose="020B0503020204020204" pitchFamily="34" charset="-122"/>
                  <a:ea typeface="微软雅黑" panose="020B0503020204020204" pitchFamily="34" charset="-122"/>
                  <a:cs typeface="+mn-ea"/>
                  <a:sym typeface="思源黑体 Medium" panose="020B0600000000000000" pitchFamily="34" charset="-122"/>
                </a:rPr>
                <a:t>输入标题</a:t>
              </a:r>
              <a:endParaRPr lang="zh-CN" altLang="en-US" sz="2000" b="0">
                <a:solidFill>
                  <a:schemeClr val="tx1">
                    <a:lumMod val="85000"/>
                    <a:lumOff val="15000"/>
                  </a:schemeClr>
                </a:solidFill>
                <a:latin typeface="微软雅黑" panose="020B0503020204020204" pitchFamily="34" charset="-122"/>
                <a:ea typeface="微软雅黑" panose="020B0503020204020204" pitchFamily="34" charset="-122"/>
                <a:cs typeface="+mn-ea"/>
                <a:sym typeface="思源黑体 Medium" panose="020B0600000000000000" pitchFamily="34" charset="-122"/>
              </a:endParaRPr>
            </a:p>
          </p:txBody>
        </p:sp>
        <p:sp>
          <p:nvSpPr>
            <p:cNvPr id="54" name="PA-矩形 3"/>
            <p:cNvSpPr txBox="1">
              <a:spLocks noChangeArrowheads="1"/>
            </p:cNvSpPr>
            <p:nvPr>
              <p:custDataLst>
                <p:tags r:id="rId74"/>
              </p:custDataLst>
            </p:nvPr>
          </p:nvSpPr>
          <p:spPr bwMode="auto">
            <a:xfrm>
              <a:off x="6846901" y="4042989"/>
              <a:ext cx="4406911" cy="1171732"/>
            </a:xfrm>
            <a:prstGeom prst="rect">
              <a:avLst/>
            </a:prstGeom>
          </p:spPr>
          <p:txBody>
            <a:bodyPr wrap="square" lIns="90000" tIns="46800" rIns="90000" bIns="46800" anchor="t" anchorCtr="0">
              <a:spAutoFit/>
            </a:bodyPr>
            <a:lstStyle>
              <a:lvl1pPr marL="342900" indent="-342900" eaLnBrk="0" hangingPunct="0">
                <a:spcBef>
                  <a:spcPct val="20000"/>
                </a:spcBef>
                <a:buFont typeface="Arial" panose="020B0604020202020204" pitchFamily="34" charset="0"/>
                <a:buNone/>
                <a:defRPr lang="en-US" altLang="ko-KR" sz="2000">
                  <a:latin typeface="Microsoft Sans Serif" panose="020B0604020202020204" pitchFamily="34" charset="0"/>
                  <a:ea typeface="+mj-ea"/>
                  <a:cs typeface="Microsoft Sans Serif" panose="020B0604020202020204" pitchFamily="34" charset="0"/>
                </a:defRPr>
              </a:lvl1pPr>
              <a:lvl2pPr marL="742950" indent="-285750" eaLnBrk="0" hangingPunct="0">
                <a:spcBef>
                  <a:spcPct val="20000"/>
                </a:spcBef>
                <a:buFont typeface="Arial" panose="020B0604020202020204" pitchFamily="34" charset="0"/>
                <a:buChar char="–"/>
                <a:defRPr sz="2800">
                  <a:latin typeface="+mn-lt"/>
                  <a:ea typeface="+mn-ea"/>
                </a:defRPr>
              </a:lvl2pPr>
              <a:lvl3pPr marL="1143000" indent="-228600" eaLnBrk="0" hangingPunct="0">
                <a:spcBef>
                  <a:spcPct val="20000"/>
                </a:spcBef>
                <a:buFont typeface="Arial" panose="020B0604020202020204" pitchFamily="34" charset="0"/>
                <a:buChar char="•"/>
                <a:defRPr sz="2400">
                  <a:latin typeface="+mn-lt"/>
                  <a:ea typeface="+mn-ea"/>
                </a:defRPr>
              </a:lvl3pPr>
              <a:lvl4pPr marL="1600200" indent="-228600" eaLnBrk="0" hangingPunct="0">
                <a:spcBef>
                  <a:spcPct val="20000"/>
                </a:spcBef>
                <a:buFont typeface="Arial" panose="020B0604020202020204" pitchFamily="34" charset="0"/>
                <a:buChar char="–"/>
                <a:defRPr sz="2000">
                  <a:latin typeface="+mn-lt"/>
                  <a:ea typeface="+mn-ea"/>
                </a:defRPr>
              </a:lvl4pPr>
              <a:lvl5pPr marL="2057400" indent="-228600" eaLnBrk="0" hangingPunct="0">
                <a:spcBef>
                  <a:spcPct val="20000"/>
                </a:spcBef>
                <a:buFont typeface="Arial" panose="020B0604020202020204" pitchFamily="34" charset="0"/>
                <a:buChar char="»"/>
                <a:defRPr sz="2000">
                  <a:latin typeface="+mn-lt"/>
                  <a:ea typeface="+mn-ea"/>
                </a:defRPr>
              </a:lvl5pPr>
              <a:lvl6pPr marL="2514600" indent="-228600">
                <a:spcBef>
                  <a:spcPct val="20000"/>
                </a:spcBef>
                <a:buFont typeface="Arial" panose="020B0604020202020204" pitchFamily="34" charset="0"/>
                <a:buChar char="•"/>
                <a:defRPr sz="2000">
                  <a:latin typeface="+mn-lt"/>
                  <a:ea typeface="+mn-ea"/>
                </a:defRPr>
              </a:lvl6pPr>
              <a:lvl7pPr marL="2971800" indent="-228600">
                <a:spcBef>
                  <a:spcPct val="20000"/>
                </a:spcBef>
                <a:buFont typeface="Arial" panose="020B0604020202020204" pitchFamily="34" charset="0"/>
                <a:buChar char="•"/>
                <a:defRPr sz="2000">
                  <a:latin typeface="+mn-lt"/>
                  <a:ea typeface="+mn-ea"/>
                </a:defRPr>
              </a:lvl7pPr>
              <a:lvl8pPr marL="3429000" indent="-228600">
                <a:spcBef>
                  <a:spcPct val="20000"/>
                </a:spcBef>
                <a:buFont typeface="Arial" panose="020B0604020202020204" pitchFamily="34" charset="0"/>
                <a:buChar char="•"/>
                <a:defRPr sz="2000">
                  <a:latin typeface="+mn-lt"/>
                  <a:ea typeface="+mn-ea"/>
                </a:defRPr>
              </a:lvl8pPr>
              <a:lvl9pPr marL="3886200" indent="-228600">
                <a:spcBef>
                  <a:spcPct val="20000"/>
                </a:spcBef>
                <a:buFont typeface="Arial" panose="020B0604020202020204" pitchFamily="34" charset="0"/>
                <a:buChar char="•"/>
                <a:defRPr sz="2000">
                  <a:latin typeface="+mn-lt"/>
                  <a:ea typeface="+mn-ea"/>
                </a:defRPr>
              </a:lvl9pPr>
            </a:lstStyle>
            <a:p>
              <a:pPr marL="0" indent="0">
                <a:lnSpc>
                  <a:spcPct val="120000"/>
                </a:lnSpc>
              </a:pPr>
              <a:r>
                <a:rPr lang="zh-CN" altLang="en-US" sz="1400" spc="300">
                  <a:latin typeface="思源黑体 Light" panose="020B0300000000000000" pitchFamily="34" charset="-122"/>
                  <a:ea typeface="思源黑体 Light" panose="020B0300000000000000" pitchFamily="34" charset="-122"/>
                  <a:sym typeface="思源黑体 Medium" panose="020B0600000000000000" pitchFamily="34" charset="-122"/>
                </a:rPr>
                <a:t>在此录入上述图表的描述说明，在此录入上述图表的描述说明。在此录入上述图表的描述说明，在此录入上述图表的描述说明。</a:t>
              </a:r>
              <a:endParaRPr lang="zh-CN" altLang="en-US" sz="1400" spc="300">
                <a:latin typeface="思源黑体 Light" panose="020B0300000000000000" pitchFamily="34" charset="-122"/>
                <a:ea typeface="思源黑体 Light" panose="020B0300000000000000" pitchFamily="34" charset="-122"/>
                <a:sym typeface="思源黑体 Medium" panose="020B0600000000000000" pitchFamily="34" charset="-122"/>
              </a:endParaRPr>
            </a:p>
            <a:p>
              <a:pPr marL="0" indent="0">
                <a:lnSpc>
                  <a:spcPct val="120000"/>
                </a:lnSpc>
              </a:pPr>
              <a:endParaRPr lang="zh-CN" altLang="en-US" sz="1400" spc="300">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55" name="PA-speed "/>
            <p:cNvSpPr txBox="1">
              <a:spLocks noChangeArrowheads="1"/>
            </p:cNvSpPr>
            <p:nvPr>
              <p:custDataLst>
                <p:tags r:id="rId75"/>
              </p:custDataLst>
            </p:nvPr>
          </p:nvSpPr>
          <p:spPr bwMode="auto">
            <a:xfrm>
              <a:off x="1489524" y="2553400"/>
              <a:ext cx="3925295" cy="371513"/>
            </a:xfrm>
            <a:prstGeom prst="rect">
              <a:avLst/>
            </a:prstGeom>
            <a:noFill/>
            <a:scene3d>
              <a:camera prst="orthographicFront">
                <a:rot lat="0" lon="0" rev="0"/>
              </a:camera>
              <a:lightRig rig="threePt" dir="t"/>
            </a:scene3d>
            <a:sp3d prstMaterial="matte">
              <a:bevelT w="1270" h="1270"/>
            </a:sp3d>
          </p:spPr>
          <p:txBody>
            <a:bodyPr wrap="square" lIns="90000" tIns="46800" rIns="90000" bIns="46800" anchor="t" anchorCtr="0">
              <a:spAutoFit/>
            </a:bodyPr>
            <a:lstStyle>
              <a:defPPr>
                <a:defRPr lang="ko-KR"/>
              </a:defPPr>
              <a:lvl1pPr fontAlgn="base">
                <a:lnSpc>
                  <a:spcPct val="90000"/>
                </a:lnSpc>
                <a:spcBef>
                  <a:spcPct val="0"/>
                </a:spcBef>
                <a:spcAft>
                  <a:spcPct val="0"/>
                </a:spcAft>
                <a:buClr>
                  <a:prstClr val="white"/>
                </a:buClr>
                <a:defRPr kumimoji="1" sz="1400" b="1">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defRPr>
              </a:lvl1pPr>
              <a:lvl2pPr fontAlgn="base">
                <a:spcBef>
                  <a:spcPct val="0"/>
                </a:spcBef>
                <a:spcAft>
                  <a:spcPct val="0"/>
                </a:spcAft>
                <a:defRPr kumimoji="1">
                  <a:latin typeface="Gulim" panose="020B0600000101010101" pitchFamily="50" charset="-127"/>
                  <a:ea typeface="Gulim" panose="020B0600000101010101" pitchFamily="50" charset="-127"/>
                </a:defRPr>
              </a:lvl2pPr>
              <a:lvl3pPr fontAlgn="base">
                <a:spcBef>
                  <a:spcPct val="0"/>
                </a:spcBef>
                <a:spcAft>
                  <a:spcPct val="0"/>
                </a:spcAft>
                <a:defRPr kumimoji="1">
                  <a:latin typeface="Gulim" panose="020B0600000101010101" pitchFamily="50" charset="-127"/>
                  <a:ea typeface="Gulim" panose="020B0600000101010101" pitchFamily="50" charset="-127"/>
                </a:defRPr>
              </a:lvl3pPr>
              <a:lvl4pPr fontAlgn="base">
                <a:spcBef>
                  <a:spcPct val="0"/>
                </a:spcBef>
                <a:spcAft>
                  <a:spcPct val="0"/>
                </a:spcAft>
                <a:defRPr kumimoji="1">
                  <a:latin typeface="Gulim" panose="020B0600000101010101" pitchFamily="50" charset="-127"/>
                  <a:ea typeface="Gulim" panose="020B0600000101010101" pitchFamily="50" charset="-127"/>
                </a:defRPr>
              </a:lvl4pPr>
              <a:lvl5pPr fontAlgn="base">
                <a:spcBef>
                  <a:spcPct val="0"/>
                </a:spcBef>
                <a:spcAft>
                  <a:spcPct val="0"/>
                </a:spcAft>
                <a:defRPr kumimoji="1">
                  <a:latin typeface="Gulim" panose="020B0600000101010101" pitchFamily="50" charset="-127"/>
                  <a:ea typeface="Gulim" panose="020B0600000101010101" pitchFamily="50" charset="-127"/>
                </a:defRPr>
              </a:lvl5pPr>
              <a:lvl6pPr>
                <a:defRPr kumimoji="1">
                  <a:latin typeface="Gulim" panose="020B0600000101010101" pitchFamily="50" charset="-127"/>
                  <a:ea typeface="Gulim" panose="020B0600000101010101" pitchFamily="50" charset="-127"/>
                </a:defRPr>
              </a:lvl6pPr>
              <a:lvl7pPr>
                <a:defRPr kumimoji="1">
                  <a:latin typeface="Gulim" panose="020B0600000101010101" pitchFamily="50" charset="-127"/>
                  <a:ea typeface="Gulim" panose="020B0600000101010101" pitchFamily="50" charset="-127"/>
                </a:defRPr>
              </a:lvl7pPr>
              <a:lvl8pPr>
                <a:defRPr kumimoji="1">
                  <a:latin typeface="Gulim" panose="020B0600000101010101" pitchFamily="50" charset="-127"/>
                  <a:ea typeface="Gulim" panose="020B0600000101010101" pitchFamily="50" charset="-127"/>
                </a:defRPr>
              </a:lvl8pPr>
              <a:lvl9pPr>
                <a:defRPr kumimoji="1">
                  <a:latin typeface="Gulim" panose="020B0600000101010101" pitchFamily="50" charset="-127"/>
                  <a:ea typeface="Gulim" panose="020B0600000101010101" pitchFamily="50" charset="-127"/>
                </a:defRPr>
              </a:lvl9pPr>
            </a:lstStyle>
            <a:p>
              <a:r>
                <a:rPr lang="zh-CN" altLang="en-US" sz="2000" b="0">
                  <a:solidFill>
                    <a:schemeClr val="tx1">
                      <a:lumMod val="85000"/>
                      <a:lumOff val="15000"/>
                    </a:schemeClr>
                  </a:solidFill>
                  <a:latin typeface="微软雅黑" panose="020B0503020204020204" pitchFamily="34" charset="-122"/>
                  <a:ea typeface="微软雅黑" panose="020B0503020204020204" pitchFamily="34" charset="-122"/>
                  <a:cs typeface="+mn-ea"/>
                  <a:sym typeface="思源黑体 Medium" panose="020B0600000000000000" pitchFamily="34" charset="-122"/>
                </a:rPr>
                <a:t>输入标题</a:t>
              </a:r>
              <a:endParaRPr lang="zh-CN" altLang="en-US" sz="2000" b="0">
                <a:solidFill>
                  <a:schemeClr val="tx1">
                    <a:lumMod val="85000"/>
                    <a:lumOff val="15000"/>
                  </a:schemeClr>
                </a:solidFill>
                <a:latin typeface="微软雅黑" panose="020B0503020204020204" pitchFamily="34" charset="-122"/>
                <a:ea typeface="微软雅黑" panose="020B0503020204020204" pitchFamily="34" charset="-122"/>
                <a:cs typeface="+mn-ea"/>
                <a:sym typeface="思源黑体 Medium" panose="020B0600000000000000" pitchFamily="34" charset="-122"/>
              </a:endParaRPr>
            </a:p>
          </p:txBody>
        </p:sp>
        <p:sp>
          <p:nvSpPr>
            <p:cNvPr id="56" name="PA-矩形 3"/>
            <p:cNvSpPr txBox="1">
              <a:spLocks noChangeArrowheads="1"/>
            </p:cNvSpPr>
            <p:nvPr>
              <p:custDataLst>
                <p:tags r:id="rId76"/>
              </p:custDataLst>
            </p:nvPr>
          </p:nvSpPr>
          <p:spPr bwMode="auto">
            <a:xfrm>
              <a:off x="1462112" y="2859190"/>
              <a:ext cx="4406907" cy="1171732"/>
            </a:xfrm>
            <a:prstGeom prst="rect">
              <a:avLst/>
            </a:prstGeom>
          </p:spPr>
          <p:txBody>
            <a:bodyPr wrap="square" lIns="90000" tIns="46800" rIns="90000" bIns="46800" anchor="t" anchorCtr="0">
              <a:spAutoFit/>
            </a:bodyPr>
            <a:lstStyle>
              <a:lvl1pPr marL="342900" indent="-342900" eaLnBrk="0" hangingPunct="0">
                <a:spcBef>
                  <a:spcPct val="20000"/>
                </a:spcBef>
                <a:buFont typeface="Arial" panose="020B0604020202020204" pitchFamily="34" charset="0"/>
                <a:buNone/>
                <a:defRPr lang="en-US" altLang="ko-KR" sz="2000">
                  <a:latin typeface="Microsoft Sans Serif" panose="020B0604020202020204" pitchFamily="34" charset="0"/>
                  <a:ea typeface="+mj-ea"/>
                  <a:cs typeface="Microsoft Sans Serif" panose="020B0604020202020204" pitchFamily="34" charset="0"/>
                </a:defRPr>
              </a:lvl1pPr>
              <a:lvl2pPr marL="742950" indent="-285750" eaLnBrk="0" hangingPunct="0">
                <a:spcBef>
                  <a:spcPct val="20000"/>
                </a:spcBef>
                <a:buFont typeface="Arial" panose="020B0604020202020204" pitchFamily="34" charset="0"/>
                <a:buChar char="–"/>
                <a:defRPr sz="2800">
                  <a:latin typeface="+mn-lt"/>
                  <a:ea typeface="+mn-ea"/>
                </a:defRPr>
              </a:lvl2pPr>
              <a:lvl3pPr marL="1143000" indent="-228600" eaLnBrk="0" hangingPunct="0">
                <a:spcBef>
                  <a:spcPct val="20000"/>
                </a:spcBef>
                <a:buFont typeface="Arial" panose="020B0604020202020204" pitchFamily="34" charset="0"/>
                <a:buChar char="•"/>
                <a:defRPr sz="2400">
                  <a:latin typeface="+mn-lt"/>
                  <a:ea typeface="+mn-ea"/>
                </a:defRPr>
              </a:lvl3pPr>
              <a:lvl4pPr marL="1600200" indent="-228600" eaLnBrk="0" hangingPunct="0">
                <a:spcBef>
                  <a:spcPct val="20000"/>
                </a:spcBef>
                <a:buFont typeface="Arial" panose="020B0604020202020204" pitchFamily="34" charset="0"/>
                <a:buChar char="–"/>
                <a:defRPr sz="2000">
                  <a:latin typeface="+mn-lt"/>
                  <a:ea typeface="+mn-ea"/>
                </a:defRPr>
              </a:lvl4pPr>
              <a:lvl5pPr marL="2057400" indent="-228600" eaLnBrk="0" hangingPunct="0">
                <a:spcBef>
                  <a:spcPct val="20000"/>
                </a:spcBef>
                <a:buFont typeface="Arial" panose="020B0604020202020204" pitchFamily="34" charset="0"/>
                <a:buChar char="»"/>
                <a:defRPr sz="2000">
                  <a:latin typeface="+mn-lt"/>
                  <a:ea typeface="+mn-ea"/>
                </a:defRPr>
              </a:lvl5pPr>
              <a:lvl6pPr marL="2514600" indent="-228600">
                <a:spcBef>
                  <a:spcPct val="20000"/>
                </a:spcBef>
                <a:buFont typeface="Arial" panose="020B0604020202020204" pitchFamily="34" charset="0"/>
                <a:buChar char="•"/>
                <a:defRPr sz="2000">
                  <a:latin typeface="+mn-lt"/>
                  <a:ea typeface="+mn-ea"/>
                </a:defRPr>
              </a:lvl6pPr>
              <a:lvl7pPr marL="2971800" indent="-228600">
                <a:spcBef>
                  <a:spcPct val="20000"/>
                </a:spcBef>
                <a:buFont typeface="Arial" panose="020B0604020202020204" pitchFamily="34" charset="0"/>
                <a:buChar char="•"/>
                <a:defRPr sz="2000">
                  <a:latin typeface="+mn-lt"/>
                  <a:ea typeface="+mn-ea"/>
                </a:defRPr>
              </a:lvl7pPr>
              <a:lvl8pPr marL="3429000" indent="-228600">
                <a:spcBef>
                  <a:spcPct val="20000"/>
                </a:spcBef>
                <a:buFont typeface="Arial" panose="020B0604020202020204" pitchFamily="34" charset="0"/>
                <a:buChar char="•"/>
                <a:defRPr sz="2000">
                  <a:latin typeface="+mn-lt"/>
                  <a:ea typeface="+mn-ea"/>
                </a:defRPr>
              </a:lvl8pPr>
              <a:lvl9pPr marL="3886200" indent="-228600">
                <a:spcBef>
                  <a:spcPct val="20000"/>
                </a:spcBef>
                <a:buFont typeface="Arial" panose="020B0604020202020204" pitchFamily="34" charset="0"/>
                <a:buChar char="•"/>
                <a:defRPr sz="2000">
                  <a:latin typeface="+mn-lt"/>
                  <a:ea typeface="+mn-ea"/>
                </a:defRPr>
              </a:lvl9pPr>
            </a:lstStyle>
            <a:p>
              <a:pPr marL="0" indent="0">
                <a:lnSpc>
                  <a:spcPct val="120000"/>
                </a:lnSpc>
              </a:pPr>
              <a:r>
                <a:rPr lang="zh-CN" altLang="en-US" sz="1400" spc="300">
                  <a:latin typeface="思源黑体 Light" panose="020B0300000000000000" pitchFamily="34" charset="-122"/>
                  <a:ea typeface="思源黑体 Light" panose="020B0300000000000000" pitchFamily="34" charset="-122"/>
                  <a:sym typeface="思源黑体 Medium" panose="020B0600000000000000" pitchFamily="34" charset="-122"/>
                </a:rPr>
                <a:t>在此录入上述图表的描述说明，在此录入上述图表的描述说明。在此录入上述图表的描述说明，在此录入上述图表的描述说明。</a:t>
              </a:r>
              <a:endParaRPr lang="zh-CN" altLang="en-US" sz="1400" spc="300">
                <a:latin typeface="思源黑体 Light" panose="020B0300000000000000" pitchFamily="34" charset="-122"/>
                <a:ea typeface="思源黑体 Light" panose="020B0300000000000000" pitchFamily="34" charset="-122"/>
                <a:sym typeface="思源黑体 Medium" panose="020B0600000000000000" pitchFamily="34" charset="-122"/>
              </a:endParaRPr>
            </a:p>
            <a:p>
              <a:pPr marL="0" indent="0">
                <a:lnSpc>
                  <a:spcPct val="120000"/>
                </a:lnSpc>
              </a:pPr>
              <a:endParaRPr lang="zh-CN" altLang="en-US" sz="1400" spc="300">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57" name="PA-speed "/>
            <p:cNvSpPr txBox="1">
              <a:spLocks noChangeArrowheads="1"/>
            </p:cNvSpPr>
            <p:nvPr>
              <p:custDataLst>
                <p:tags r:id="rId77"/>
              </p:custDataLst>
            </p:nvPr>
          </p:nvSpPr>
          <p:spPr bwMode="auto">
            <a:xfrm>
              <a:off x="1489524" y="4980077"/>
              <a:ext cx="3925295" cy="371513"/>
            </a:xfrm>
            <a:prstGeom prst="rect">
              <a:avLst/>
            </a:prstGeom>
            <a:noFill/>
            <a:scene3d>
              <a:camera prst="orthographicFront">
                <a:rot lat="0" lon="0" rev="0"/>
              </a:camera>
              <a:lightRig rig="threePt" dir="t"/>
            </a:scene3d>
            <a:sp3d prstMaterial="matte">
              <a:bevelT w="1270" h="1270"/>
            </a:sp3d>
          </p:spPr>
          <p:txBody>
            <a:bodyPr wrap="square" lIns="90000" tIns="46800" rIns="90000" bIns="46800" anchor="t" anchorCtr="0">
              <a:spAutoFit/>
            </a:bodyPr>
            <a:lstStyle>
              <a:defPPr>
                <a:defRPr lang="ko-KR"/>
              </a:defPPr>
              <a:lvl1pPr fontAlgn="base">
                <a:lnSpc>
                  <a:spcPct val="90000"/>
                </a:lnSpc>
                <a:spcBef>
                  <a:spcPct val="0"/>
                </a:spcBef>
                <a:spcAft>
                  <a:spcPct val="0"/>
                </a:spcAft>
                <a:buClr>
                  <a:prstClr val="white"/>
                </a:buClr>
                <a:defRPr kumimoji="1" sz="1400" b="1">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defRPr>
              </a:lvl1pPr>
              <a:lvl2pPr fontAlgn="base">
                <a:spcBef>
                  <a:spcPct val="0"/>
                </a:spcBef>
                <a:spcAft>
                  <a:spcPct val="0"/>
                </a:spcAft>
                <a:defRPr kumimoji="1">
                  <a:latin typeface="Gulim" panose="020B0600000101010101" pitchFamily="50" charset="-127"/>
                  <a:ea typeface="Gulim" panose="020B0600000101010101" pitchFamily="50" charset="-127"/>
                </a:defRPr>
              </a:lvl2pPr>
              <a:lvl3pPr fontAlgn="base">
                <a:spcBef>
                  <a:spcPct val="0"/>
                </a:spcBef>
                <a:spcAft>
                  <a:spcPct val="0"/>
                </a:spcAft>
                <a:defRPr kumimoji="1">
                  <a:latin typeface="Gulim" panose="020B0600000101010101" pitchFamily="50" charset="-127"/>
                  <a:ea typeface="Gulim" panose="020B0600000101010101" pitchFamily="50" charset="-127"/>
                </a:defRPr>
              </a:lvl3pPr>
              <a:lvl4pPr fontAlgn="base">
                <a:spcBef>
                  <a:spcPct val="0"/>
                </a:spcBef>
                <a:spcAft>
                  <a:spcPct val="0"/>
                </a:spcAft>
                <a:defRPr kumimoji="1">
                  <a:latin typeface="Gulim" panose="020B0600000101010101" pitchFamily="50" charset="-127"/>
                  <a:ea typeface="Gulim" panose="020B0600000101010101" pitchFamily="50" charset="-127"/>
                </a:defRPr>
              </a:lvl4pPr>
              <a:lvl5pPr fontAlgn="base">
                <a:spcBef>
                  <a:spcPct val="0"/>
                </a:spcBef>
                <a:spcAft>
                  <a:spcPct val="0"/>
                </a:spcAft>
                <a:defRPr kumimoji="1">
                  <a:latin typeface="Gulim" panose="020B0600000101010101" pitchFamily="50" charset="-127"/>
                  <a:ea typeface="Gulim" panose="020B0600000101010101" pitchFamily="50" charset="-127"/>
                </a:defRPr>
              </a:lvl5pPr>
              <a:lvl6pPr>
                <a:defRPr kumimoji="1">
                  <a:latin typeface="Gulim" panose="020B0600000101010101" pitchFamily="50" charset="-127"/>
                  <a:ea typeface="Gulim" panose="020B0600000101010101" pitchFamily="50" charset="-127"/>
                </a:defRPr>
              </a:lvl6pPr>
              <a:lvl7pPr>
                <a:defRPr kumimoji="1">
                  <a:latin typeface="Gulim" panose="020B0600000101010101" pitchFamily="50" charset="-127"/>
                  <a:ea typeface="Gulim" panose="020B0600000101010101" pitchFamily="50" charset="-127"/>
                </a:defRPr>
              </a:lvl7pPr>
              <a:lvl8pPr>
                <a:defRPr kumimoji="1">
                  <a:latin typeface="Gulim" panose="020B0600000101010101" pitchFamily="50" charset="-127"/>
                  <a:ea typeface="Gulim" panose="020B0600000101010101" pitchFamily="50" charset="-127"/>
                </a:defRPr>
              </a:lvl8pPr>
              <a:lvl9pPr>
                <a:defRPr kumimoji="1">
                  <a:latin typeface="Gulim" panose="020B0600000101010101" pitchFamily="50" charset="-127"/>
                  <a:ea typeface="Gulim" panose="020B0600000101010101" pitchFamily="50" charset="-127"/>
                </a:defRPr>
              </a:lvl9pPr>
            </a:lstStyle>
            <a:p>
              <a:r>
                <a:rPr lang="zh-CN" altLang="en-US" sz="2000" b="0">
                  <a:solidFill>
                    <a:schemeClr val="tx1">
                      <a:lumMod val="85000"/>
                      <a:lumOff val="15000"/>
                    </a:schemeClr>
                  </a:solidFill>
                  <a:latin typeface="微软雅黑" panose="020B0503020204020204" pitchFamily="34" charset="-122"/>
                  <a:ea typeface="微软雅黑" panose="020B0503020204020204" pitchFamily="34" charset="-122"/>
                  <a:cs typeface="+mn-ea"/>
                  <a:sym typeface="思源黑体 Medium" panose="020B0600000000000000" pitchFamily="34" charset="-122"/>
                </a:rPr>
                <a:t>输入标题</a:t>
              </a:r>
              <a:endParaRPr lang="zh-CN" altLang="en-US" sz="2000" b="0">
                <a:solidFill>
                  <a:schemeClr val="tx1">
                    <a:lumMod val="85000"/>
                    <a:lumOff val="15000"/>
                  </a:schemeClr>
                </a:solidFill>
                <a:latin typeface="微软雅黑" panose="020B0503020204020204" pitchFamily="34" charset="-122"/>
                <a:ea typeface="微软雅黑" panose="020B0503020204020204" pitchFamily="34" charset="-122"/>
                <a:cs typeface="+mn-ea"/>
                <a:sym typeface="思源黑体 Medium" panose="020B0600000000000000" pitchFamily="34" charset="-122"/>
              </a:endParaRPr>
            </a:p>
          </p:txBody>
        </p:sp>
        <p:sp>
          <p:nvSpPr>
            <p:cNvPr id="58" name="PA-矩形 3"/>
            <p:cNvSpPr txBox="1">
              <a:spLocks noChangeArrowheads="1"/>
            </p:cNvSpPr>
            <p:nvPr>
              <p:custDataLst>
                <p:tags r:id="rId78"/>
              </p:custDataLst>
            </p:nvPr>
          </p:nvSpPr>
          <p:spPr bwMode="auto">
            <a:xfrm>
              <a:off x="1462112" y="5285867"/>
              <a:ext cx="4406907" cy="1171732"/>
            </a:xfrm>
            <a:prstGeom prst="rect">
              <a:avLst/>
            </a:prstGeom>
          </p:spPr>
          <p:txBody>
            <a:bodyPr wrap="square" lIns="90000" tIns="46800" rIns="90000" bIns="46800" anchor="t" anchorCtr="0">
              <a:spAutoFit/>
            </a:bodyPr>
            <a:lstStyle>
              <a:lvl1pPr marL="342900" indent="-342900" eaLnBrk="0" hangingPunct="0">
                <a:spcBef>
                  <a:spcPct val="20000"/>
                </a:spcBef>
                <a:buFont typeface="Arial" panose="020B0604020202020204" pitchFamily="34" charset="0"/>
                <a:buNone/>
                <a:defRPr lang="en-US" altLang="ko-KR" sz="2000">
                  <a:latin typeface="Microsoft Sans Serif" panose="020B0604020202020204" pitchFamily="34" charset="0"/>
                  <a:ea typeface="+mj-ea"/>
                  <a:cs typeface="Microsoft Sans Serif" panose="020B0604020202020204" pitchFamily="34" charset="0"/>
                </a:defRPr>
              </a:lvl1pPr>
              <a:lvl2pPr marL="742950" indent="-285750" eaLnBrk="0" hangingPunct="0">
                <a:spcBef>
                  <a:spcPct val="20000"/>
                </a:spcBef>
                <a:buFont typeface="Arial" panose="020B0604020202020204" pitchFamily="34" charset="0"/>
                <a:buChar char="–"/>
                <a:defRPr sz="2800">
                  <a:latin typeface="+mn-lt"/>
                  <a:ea typeface="+mn-ea"/>
                </a:defRPr>
              </a:lvl2pPr>
              <a:lvl3pPr marL="1143000" indent="-228600" eaLnBrk="0" hangingPunct="0">
                <a:spcBef>
                  <a:spcPct val="20000"/>
                </a:spcBef>
                <a:buFont typeface="Arial" panose="020B0604020202020204" pitchFamily="34" charset="0"/>
                <a:buChar char="•"/>
                <a:defRPr sz="2400">
                  <a:latin typeface="+mn-lt"/>
                  <a:ea typeface="+mn-ea"/>
                </a:defRPr>
              </a:lvl3pPr>
              <a:lvl4pPr marL="1600200" indent="-228600" eaLnBrk="0" hangingPunct="0">
                <a:spcBef>
                  <a:spcPct val="20000"/>
                </a:spcBef>
                <a:buFont typeface="Arial" panose="020B0604020202020204" pitchFamily="34" charset="0"/>
                <a:buChar char="–"/>
                <a:defRPr sz="2000">
                  <a:latin typeface="+mn-lt"/>
                  <a:ea typeface="+mn-ea"/>
                </a:defRPr>
              </a:lvl4pPr>
              <a:lvl5pPr marL="2057400" indent="-228600" eaLnBrk="0" hangingPunct="0">
                <a:spcBef>
                  <a:spcPct val="20000"/>
                </a:spcBef>
                <a:buFont typeface="Arial" panose="020B0604020202020204" pitchFamily="34" charset="0"/>
                <a:buChar char="»"/>
                <a:defRPr sz="2000">
                  <a:latin typeface="+mn-lt"/>
                  <a:ea typeface="+mn-ea"/>
                </a:defRPr>
              </a:lvl5pPr>
              <a:lvl6pPr marL="2514600" indent="-228600">
                <a:spcBef>
                  <a:spcPct val="20000"/>
                </a:spcBef>
                <a:buFont typeface="Arial" panose="020B0604020202020204" pitchFamily="34" charset="0"/>
                <a:buChar char="•"/>
                <a:defRPr sz="2000">
                  <a:latin typeface="+mn-lt"/>
                  <a:ea typeface="+mn-ea"/>
                </a:defRPr>
              </a:lvl6pPr>
              <a:lvl7pPr marL="2971800" indent="-228600">
                <a:spcBef>
                  <a:spcPct val="20000"/>
                </a:spcBef>
                <a:buFont typeface="Arial" panose="020B0604020202020204" pitchFamily="34" charset="0"/>
                <a:buChar char="•"/>
                <a:defRPr sz="2000">
                  <a:latin typeface="+mn-lt"/>
                  <a:ea typeface="+mn-ea"/>
                </a:defRPr>
              </a:lvl7pPr>
              <a:lvl8pPr marL="3429000" indent="-228600">
                <a:spcBef>
                  <a:spcPct val="20000"/>
                </a:spcBef>
                <a:buFont typeface="Arial" panose="020B0604020202020204" pitchFamily="34" charset="0"/>
                <a:buChar char="•"/>
                <a:defRPr sz="2000">
                  <a:latin typeface="+mn-lt"/>
                  <a:ea typeface="+mn-ea"/>
                </a:defRPr>
              </a:lvl8pPr>
              <a:lvl9pPr marL="3886200" indent="-228600">
                <a:spcBef>
                  <a:spcPct val="20000"/>
                </a:spcBef>
                <a:buFont typeface="Arial" panose="020B0604020202020204" pitchFamily="34" charset="0"/>
                <a:buChar char="•"/>
                <a:defRPr sz="2000">
                  <a:latin typeface="+mn-lt"/>
                  <a:ea typeface="+mn-ea"/>
                </a:defRPr>
              </a:lvl9pPr>
            </a:lstStyle>
            <a:p>
              <a:pPr marL="0" indent="0">
                <a:lnSpc>
                  <a:spcPct val="120000"/>
                </a:lnSpc>
              </a:pPr>
              <a:r>
                <a:rPr lang="zh-CN" altLang="en-US" sz="1400" spc="300">
                  <a:latin typeface="思源黑体 Light" panose="020B0300000000000000" pitchFamily="34" charset="-122"/>
                  <a:ea typeface="思源黑体 Light" panose="020B0300000000000000" pitchFamily="34" charset="-122"/>
                  <a:sym typeface="思源黑体 Medium" panose="020B0600000000000000" pitchFamily="34" charset="-122"/>
                </a:rPr>
                <a:t>在此录入上述图表的描述说明，在此录入上述图表的描述说明。在此录入上述图表的描述说明，在此录入上述图表的描述说明。</a:t>
              </a:r>
              <a:endParaRPr lang="zh-CN" altLang="en-US" sz="1400" spc="300">
                <a:latin typeface="思源黑体 Light" panose="020B0300000000000000" pitchFamily="34" charset="-122"/>
                <a:ea typeface="思源黑体 Light" panose="020B0300000000000000" pitchFamily="34" charset="-122"/>
                <a:sym typeface="思源黑体 Medium" panose="020B0600000000000000" pitchFamily="34" charset="-122"/>
              </a:endParaRPr>
            </a:p>
            <a:p>
              <a:pPr marL="0" indent="0">
                <a:lnSpc>
                  <a:spcPct val="120000"/>
                </a:lnSpc>
              </a:pPr>
              <a:endParaRPr lang="zh-CN" altLang="en-US" sz="1400" spc="300">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wipe(up)">
                                      <p:cBhvr>
                                        <p:cTn id="1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71451" y="184719"/>
            <a:ext cx="11849100" cy="1432832"/>
          </a:xfrm>
          <a:prstGeom prst="rect">
            <a:avLst/>
          </a:prstGeom>
          <a:solidFill>
            <a:srgbClr val="395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14" name="文本框 13"/>
          <p:cNvSpPr txBox="1"/>
          <p:nvPr/>
        </p:nvSpPr>
        <p:spPr>
          <a:xfrm>
            <a:off x="1395798" y="3482717"/>
            <a:ext cx="9400407" cy="1172629"/>
          </a:xfrm>
          <a:prstGeom prst="rect">
            <a:avLst/>
          </a:prstGeom>
          <a:noFill/>
        </p:spPr>
        <p:txBody>
          <a:bodyPr wrap="square" rtlCol="0">
            <a:spAutoFit/>
          </a:bodyPr>
          <a:lstStyle/>
          <a:p>
            <a:pPr algn="ctr">
              <a:lnSpc>
                <a:spcPct val="130000"/>
              </a:lnSpc>
            </a:pPr>
            <a:r>
              <a:rPr lang="zh-CN" altLang="en-US" sz="5400" b="1">
                <a:solidFill>
                  <a:srgbClr val="255580"/>
                </a:solidFill>
                <a:latin typeface="微软雅黑" panose="020B0503020204020204" pitchFamily="34" charset="-122"/>
                <a:ea typeface="微软雅黑" panose="020B0503020204020204" pitchFamily="34" charset="-122"/>
                <a:cs typeface="+mn-ea"/>
                <a:sym typeface="思源黑体" panose="020B0500000000000000" pitchFamily="34" charset="-122"/>
              </a:rPr>
              <a:t>第三部分 关键技术与实践难点</a:t>
            </a:r>
            <a:endParaRPr lang="zh-CN" altLang="en-US" sz="4800" b="1">
              <a:solidFill>
                <a:srgbClr val="255580"/>
              </a:solidFill>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15" name="矩形 14"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2215149" y="4607661"/>
            <a:ext cx="7767052" cy="535531"/>
          </a:xfrm>
          <a:prstGeom prst="rect">
            <a:avLst/>
          </a:prstGeom>
        </p:spPr>
        <p:txBody>
          <a:bodyPr wrap="square">
            <a:spAutoFit/>
          </a:bodyPr>
          <a:lstStyle/>
          <a:p>
            <a:pPr algn="ctr">
              <a:lnSpc>
                <a:spcPct val="120000"/>
              </a:lnSpc>
            </a:pPr>
            <a:r>
              <a:rPr lang="zh-CN" altLang="en-US" sz="1200" spc="300">
                <a:solidFill>
                  <a:schemeClr val="bg1">
                    <a:lumMod val="50000"/>
                  </a:schemeClr>
                </a:solidFill>
                <a:latin typeface="微软雅黑" panose="020B0503020204020204" pitchFamily="34" charset="-122"/>
                <a:ea typeface="微软雅黑" panose="020B0503020204020204" pitchFamily="34" charset="-122"/>
                <a:sym typeface="思源黑体" panose="020B0500000000000000" pitchFamily="34" charset="-122"/>
              </a:rPr>
              <a:t>在此录入上述图表的描述说明，在此录入上述图表的描述说明。在此录入上述图表的描述说明，在此录入上述图表的描述说明。</a:t>
            </a:r>
            <a:endParaRPr lang="zh-CN" altLang="en-US" sz="1200" spc="300">
              <a:solidFill>
                <a:schemeClr val="bg1">
                  <a:lumMod val="50000"/>
                </a:schemeClr>
              </a:solidFill>
              <a:latin typeface="微软雅黑" panose="020B0503020204020204" pitchFamily="34" charset="-122"/>
              <a:ea typeface="微软雅黑" panose="020B0503020204020204" pitchFamily="34" charset="-122"/>
              <a:sym typeface="思源黑体" panose="020B0500000000000000" pitchFamily="34" charset="-122"/>
            </a:endParaRPr>
          </a:p>
        </p:txBody>
      </p:sp>
      <p:sp>
        <p:nvSpPr>
          <p:cNvPr id="24" name="椭圆 18"/>
          <p:cNvSpPr>
            <a:spLocks noChangeArrowheads="1"/>
          </p:cNvSpPr>
          <p:nvPr/>
        </p:nvSpPr>
        <p:spPr bwMode="auto">
          <a:xfrm>
            <a:off x="4848995" y="763468"/>
            <a:ext cx="2447156" cy="2452540"/>
          </a:xfrm>
          <a:prstGeom prst="ellipse">
            <a:avLst/>
          </a:prstGeom>
          <a:solidFill>
            <a:srgbClr val="395E7F"/>
          </a:solidFill>
          <a:ln w="38100">
            <a:solidFill>
              <a:schemeClr val="bg1">
                <a:lumMod val="75000"/>
              </a:schemeClr>
            </a:solid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defTabSz="457200">
              <a:spcBef>
                <a:spcPct val="0"/>
              </a:spcBef>
              <a:buNone/>
            </a:pPr>
            <a:endParaRPr lang="zh-CN" altLang="zh-CN" sz="2400">
              <a:solidFill>
                <a:srgbClr val="FFFFFF"/>
              </a:solidFill>
              <a:cs typeface="+mn-ea"/>
              <a:sym typeface="思源黑体" panose="020B0500000000000000" pitchFamily="34" charset="-122"/>
            </a:endParaRPr>
          </a:p>
        </p:txBody>
      </p:sp>
      <p:sp>
        <p:nvSpPr>
          <p:cNvPr id="25" name="medal-of-award_49824"/>
          <p:cNvSpPr>
            <a:spLocks noChangeAspect="1"/>
          </p:cNvSpPr>
          <p:nvPr/>
        </p:nvSpPr>
        <p:spPr bwMode="auto">
          <a:xfrm>
            <a:off x="5214931" y="1415111"/>
            <a:ext cx="1762140" cy="1134076"/>
          </a:xfrm>
          <a:custGeom>
            <a:avLst/>
            <a:gdLst>
              <a:gd name="connsiteX0" fmla="*/ 104550 w 604718"/>
              <a:gd name="connsiteY0" fmla="*/ 208330 h 382112"/>
              <a:gd name="connsiteX1" fmla="*/ 156180 w 604718"/>
              <a:gd name="connsiteY1" fmla="*/ 208330 h 382112"/>
              <a:gd name="connsiteX2" fmla="*/ 261642 w 604718"/>
              <a:gd name="connsiteY2" fmla="*/ 248878 h 382112"/>
              <a:gd name="connsiteX3" fmla="*/ 298947 w 604718"/>
              <a:gd name="connsiteY3" fmla="*/ 255007 h 382112"/>
              <a:gd name="connsiteX4" fmla="*/ 340187 w 604718"/>
              <a:gd name="connsiteY4" fmla="*/ 247621 h 382112"/>
              <a:gd name="connsiteX5" fmla="*/ 433687 w 604718"/>
              <a:gd name="connsiteY5" fmla="*/ 208330 h 382112"/>
              <a:gd name="connsiteX6" fmla="*/ 490825 w 604718"/>
              <a:gd name="connsiteY6" fmla="*/ 208330 h 382112"/>
              <a:gd name="connsiteX7" fmla="*/ 490825 w 604718"/>
              <a:gd name="connsiteY7" fmla="*/ 271509 h 382112"/>
              <a:gd name="connsiteX8" fmla="*/ 458400 w 604718"/>
              <a:gd name="connsiteY8" fmla="*/ 320701 h 382112"/>
              <a:gd name="connsiteX9" fmla="*/ 329326 w 604718"/>
              <a:gd name="connsiteY9" fmla="*/ 376337 h 382112"/>
              <a:gd name="connsiteX10" fmla="*/ 264632 w 604718"/>
              <a:gd name="connsiteY10" fmla="*/ 376337 h 382112"/>
              <a:gd name="connsiteX11" fmla="*/ 136819 w 604718"/>
              <a:gd name="connsiteY11" fmla="*/ 320701 h 382112"/>
              <a:gd name="connsiteX12" fmla="*/ 104550 w 604718"/>
              <a:gd name="connsiteY12" fmla="*/ 271509 h 382112"/>
              <a:gd name="connsiteX13" fmla="*/ 300973 w 604718"/>
              <a:gd name="connsiteY13" fmla="*/ 5 h 382112"/>
              <a:gd name="connsiteX14" fmla="*/ 334162 w 604718"/>
              <a:gd name="connsiteY14" fmla="*/ 4701 h 382112"/>
              <a:gd name="connsiteX15" fmla="*/ 581267 w 604718"/>
              <a:gd name="connsiteY15" fmla="*/ 92552 h 382112"/>
              <a:gd name="connsiteX16" fmla="*/ 588822 w 604718"/>
              <a:gd name="connsiteY16" fmla="*/ 114398 h 382112"/>
              <a:gd name="connsiteX17" fmla="*/ 589136 w 604718"/>
              <a:gd name="connsiteY17" fmla="*/ 114398 h 382112"/>
              <a:gd name="connsiteX18" fmla="*/ 589136 w 604718"/>
              <a:gd name="connsiteY18" fmla="*/ 270771 h 382112"/>
              <a:gd name="connsiteX19" fmla="*/ 604718 w 604718"/>
              <a:gd name="connsiteY19" fmla="*/ 321376 h 382112"/>
              <a:gd name="connsiteX20" fmla="*/ 561278 w 604718"/>
              <a:gd name="connsiteY20" fmla="*/ 321376 h 382112"/>
              <a:gd name="connsiteX21" fmla="*/ 576388 w 604718"/>
              <a:gd name="connsiteY21" fmla="*/ 271242 h 382112"/>
              <a:gd name="connsiteX22" fmla="*/ 576388 w 604718"/>
              <a:gd name="connsiteY22" fmla="*/ 120370 h 382112"/>
              <a:gd name="connsiteX23" fmla="*/ 333376 w 604718"/>
              <a:gd name="connsiteY23" fmla="*/ 222680 h 382112"/>
              <a:gd name="connsiteX24" fmla="*/ 268058 w 604718"/>
              <a:gd name="connsiteY24" fmla="*/ 223780 h 382112"/>
              <a:gd name="connsiteX25" fmla="*/ 13556 w 604718"/>
              <a:gd name="connsiteY25" fmla="*/ 125870 h 382112"/>
              <a:gd name="connsiteX26" fmla="*/ 13714 w 604718"/>
              <a:gd name="connsiteY26" fmla="*/ 100882 h 382112"/>
              <a:gd name="connsiteX27" fmla="*/ 267901 w 604718"/>
              <a:gd name="connsiteY27" fmla="*/ 5329 h 382112"/>
              <a:gd name="connsiteX28" fmla="*/ 300973 w 604718"/>
              <a:gd name="connsiteY28" fmla="*/ 5 h 38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4718" h="382112">
                <a:moveTo>
                  <a:pt x="104550" y="208330"/>
                </a:moveTo>
                <a:lnTo>
                  <a:pt x="156180" y="208330"/>
                </a:lnTo>
                <a:lnTo>
                  <a:pt x="261642" y="248878"/>
                </a:lnTo>
                <a:cubicBezTo>
                  <a:pt x="274864" y="253907"/>
                  <a:pt x="289188" y="255007"/>
                  <a:pt x="298947" y="255007"/>
                </a:cubicBezTo>
                <a:cubicBezTo>
                  <a:pt x="314373" y="255007"/>
                  <a:pt x="329012" y="252493"/>
                  <a:pt x="340187" y="247621"/>
                </a:cubicBezTo>
                <a:lnTo>
                  <a:pt x="433687" y="208330"/>
                </a:lnTo>
                <a:lnTo>
                  <a:pt x="490825" y="208330"/>
                </a:lnTo>
                <a:lnTo>
                  <a:pt x="490825" y="271509"/>
                </a:lnTo>
                <a:cubicBezTo>
                  <a:pt x="490825" y="290998"/>
                  <a:pt x="476344" y="313000"/>
                  <a:pt x="458400" y="320701"/>
                </a:cubicBezTo>
                <a:lnTo>
                  <a:pt x="329326" y="376337"/>
                </a:lnTo>
                <a:cubicBezTo>
                  <a:pt x="311382" y="384038"/>
                  <a:pt x="282419" y="384038"/>
                  <a:pt x="264632" y="376337"/>
                </a:cubicBezTo>
                <a:lnTo>
                  <a:pt x="136819" y="320701"/>
                </a:lnTo>
                <a:cubicBezTo>
                  <a:pt x="119032" y="313000"/>
                  <a:pt x="104550" y="290998"/>
                  <a:pt x="104550" y="271509"/>
                </a:cubicBezTo>
                <a:close/>
                <a:moveTo>
                  <a:pt x="300973" y="5"/>
                </a:moveTo>
                <a:cubicBezTo>
                  <a:pt x="312954" y="-93"/>
                  <a:pt x="324955" y="1479"/>
                  <a:pt x="334162" y="4701"/>
                </a:cubicBezTo>
                <a:lnTo>
                  <a:pt x="581267" y="92552"/>
                </a:lnTo>
                <a:cubicBezTo>
                  <a:pt x="596849" y="98053"/>
                  <a:pt x="599210" y="107168"/>
                  <a:pt x="588822" y="114398"/>
                </a:cubicBezTo>
                <a:lnTo>
                  <a:pt x="589136" y="114398"/>
                </a:lnTo>
                <a:lnTo>
                  <a:pt x="589136" y="270771"/>
                </a:lnTo>
                <a:lnTo>
                  <a:pt x="604718" y="321376"/>
                </a:lnTo>
                <a:lnTo>
                  <a:pt x="561278" y="321376"/>
                </a:lnTo>
                <a:lnTo>
                  <a:pt x="576388" y="271242"/>
                </a:lnTo>
                <a:lnTo>
                  <a:pt x="576388" y="120370"/>
                </a:lnTo>
                <a:lnTo>
                  <a:pt x="333376" y="222680"/>
                </a:lnTo>
                <a:cubicBezTo>
                  <a:pt x="315433" y="230224"/>
                  <a:pt x="286158" y="230695"/>
                  <a:pt x="268058" y="223780"/>
                </a:cubicBezTo>
                <a:lnTo>
                  <a:pt x="13556" y="125870"/>
                </a:lnTo>
                <a:cubicBezTo>
                  <a:pt x="-4544" y="118798"/>
                  <a:pt x="-4544" y="107640"/>
                  <a:pt x="13714" y="100882"/>
                </a:cubicBezTo>
                <a:lnTo>
                  <a:pt x="267901" y="5329"/>
                </a:lnTo>
                <a:cubicBezTo>
                  <a:pt x="277030" y="1872"/>
                  <a:pt x="288991" y="104"/>
                  <a:pt x="300973" y="5"/>
                </a:cubicBezTo>
                <a:close/>
              </a:path>
            </a:pathLst>
          </a:custGeom>
          <a:solidFill>
            <a:schemeClr val="bg1"/>
          </a:solidFill>
          <a:ln w="31750">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30A081"/>
              </a:solidFill>
              <a:effectLst/>
              <a:uLnTx/>
              <a:uFillTx/>
              <a:latin typeface="微软雅黑" panose="020B0503020204020204" pitchFamily="34" charset="-122"/>
              <a:ea typeface="微软雅黑" panose="020B0503020204020204" pitchFamily="34" charset="-122"/>
              <a:sym typeface="思源黑体" panose="020B05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1000"/>
                                        <p:tgtEl>
                                          <p:spTgt spid="14"/>
                                        </p:tgtEl>
                                      </p:cBhvr>
                                    </p:animEffect>
                                    <p:anim calcmode="lin" valueType="num">
                                      <p:cBhvr>
                                        <p:cTn id="12" dur="1000" fill="hold"/>
                                        <p:tgtEl>
                                          <p:spTgt spid="14"/>
                                        </p:tgtEl>
                                        <p:attrNameLst>
                                          <p:attrName>ppt_x</p:attrName>
                                        </p:attrNameLst>
                                      </p:cBhvr>
                                      <p:tavLst>
                                        <p:tav tm="0">
                                          <p:val>
                                            <p:strVal val="#ppt_x"/>
                                          </p:val>
                                        </p:tav>
                                        <p:tav tm="100000">
                                          <p:val>
                                            <p:strVal val="#ppt_x"/>
                                          </p:val>
                                        </p:tav>
                                      </p:tavLst>
                                    </p:anim>
                                    <p:anim calcmode="lin" valueType="num">
                                      <p:cBhvr>
                                        <p:cTn id="13" dur="1000" fill="hold"/>
                                        <p:tgtEl>
                                          <p:spTgt spid="14"/>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10" presetClass="entr" presetSubtype="0" fill="hold" grpId="0"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0"/>
          <p:cNvSpPr>
            <a:spLocks noChangeArrowheads="1"/>
          </p:cNvSpPr>
          <p:nvPr/>
        </p:nvSpPr>
        <p:spPr bwMode="auto">
          <a:xfrm>
            <a:off x="934588" y="322124"/>
            <a:ext cx="4065203"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457200">
              <a:spcBef>
                <a:spcPct val="0"/>
              </a:spcBef>
              <a:buNone/>
            </a:pPr>
            <a:r>
              <a:rPr lang="zh-CN" altLang="en-US" sz="2400">
                <a:solidFill>
                  <a:srgbClr val="325B7F"/>
                </a:solidFill>
                <a:cs typeface="+mn-ea"/>
                <a:sym typeface="思源黑体" panose="020B0500000000000000" pitchFamily="34" charset="-122"/>
              </a:rPr>
              <a:t>添加论文第三部分内容标题</a:t>
            </a:r>
            <a:endParaRPr lang="zh-CN" altLang="en-US" sz="2400">
              <a:solidFill>
                <a:srgbClr val="325B7F"/>
              </a:solidFill>
              <a:cs typeface="+mn-ea"/>
              <a:sym typeface="思源黑体" panose="020B0500000000000000" pitchFamily="34" charset="-122"/>
            </a:endParaRPr>
          </a:p>
        </p:txBody>
      </p:sp>
      <p:sp>
        <p:nvSpPr>
          <p:cNvPr id="46" name="PA-任意多边形 5"/>
          <p:cNvSpPr>
            <a:spLocks noChangeAspect="1"/>
          </p:cNvSpPr>
          <p:nvPr>
            <p:custDataLst>
              <p:tags r:id="rId1"/>
            </p:custDataLst>
          </p:nvPr>
        </p:nvSpPr>
        <p:spPr>
          <a:xfrm rot="10800000">
            <a:off x="1400175" y="2276475"/>
            <a:ext cx="2447925" cy="2783498"/>
          </a:xfrm>
          <a:custGeom>
            <a:avLst/>
            <a:gdLst>
              <a:gd name="connsiteX0" fmla="*/ 2682494 w 2836097"/>
              <a:gd name="connsiteY0" fmla="*/ 3067706 h 3067706"/>
              <a:gd name="connsiteX1" fmla="*/ 876045 w 2836097"/>
              <a:gd name="connsiteY1" fmla="*/ 3067706 h 3067706"/>
              <a:gd name="connsiteX2" fmla="*/ 0 w 2836097"/>
              <a:gd name="connsiteY2" fmla="*/ 1533853 h 3067706"/>
              <a:gd name="connsiteX3" fmla="*/ 876045 w 2836097"/>
              <a:gd name="connsiteY3" fmla="*/ 0 h 3067706"/>
              <a:gd name="connsiteX4" fmla="*/ 2682494 w 2836097"/>
              <a:gd name="connsiteY4" fmla="*/ 0 h 3067706"/>
              <a:gd name="connsiteX5" fmla="*/ 2836097 w 2836097"/>
              <a:gd name="connsiteY5" fmla="*/ 268941 h 3067706"/>
              <a:gd name="connsiteX6" fmla="*/ 1473384 w 2836097"/>
              <a:gd name="connsiteY6" fmla="*/ 268941 h 3067706"/>
              <a:gd name="connsiteX7" fmla="*/ 747356 w 2836097"/>
              <a:gd name="connsiteY7" fmla="*/ 1540132 h 3067706"/>
              <a:gd name="connsiteX8" fmla="*/ 1473384 w 2836097"/>
              <a:gd name="connsiteY8" fmla="*/ 2811322 h 3067706"/>
              <a:gd name="connsiteX9" fmla="*/ 2828925 w 2836097"/>
              <a:gd name="connsiteY9" fmla="*/ 2811322 h 3067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36097" h="3067706">
                <a:moveTo>
                  <a:pt x="2682494" y="3067706"/>
                </a:moveTo>
                <a:lnTo>
                  <a:pt x="876045" y="3067706"/>
                </a:lnTo>
                <a:lnTo>
                  <a:pt x="0" y="1533853"/>
                </a:lnTo>
                <a:lnTo>
                  <a:pt x="876045" y="0"/>
                </a:lnTo>
                <a:lnTo>
                  <a:pt x="2682494" y="0"/>
                </a:lnTo>
                <a:lnTo>
                  <a:pt x="2836097" y="268941"/>
                </a:lnTo>
                <a:lnTo>
                  <a:pt x="1473384" y="268941"/>
                </a:lnTo>
                <a:lnTo>
                  <a:pt x="747356" y="1540132"/>
                </a:lnTo>
                <a:lnTo>
                  <a:pt x="1473384" y="2811322"/>
                </a:lnTo>
                <a:lnTo>
                  <a:pt x="2828925" y="2811322"/>
                </a:lnTo>
                <a:close/>
              </a:path>
            </a:pathLst>
          </a:custGeom>
          <a:solidFill>
            <a:srgbClr val="7F7F7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rgbClr val="FFFFFF"/>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47" name="PA-文本框 8"/>
          <p:cNvSpPr txBox="1">
            <a:spLocks noChangeArrowheads="1"/>
          </p:cNvSpPr>
          <p:nvPr>
            <p:custDataLst>
              <p:tags r:id="rId2"/>
            </p:custDataLst>
          </p:nvPr>
        </p:nvSpPr>
        <p:spPr bwMode="auto">
          <a:xfrm>
            <a:off x="3192465" y="3302002"/>
            <a:ext cx="66556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a:solidFill>
                  <a:srgbClr val="FEFEFE"/>
                </a:solidFill>
                <a:latin typeface="微软雅黑" panose="020B0503020204020204" pitchFamily="34" charset="-122"/>
                <a:ea typeface="微软雅黑" panose="020B0503020204020204" pitchFamily="34" charset="-122"/>
                <a:sym typeface="思源黑体 Medium" panose="020B0600000000000000" pitchFamily="34" charset="-122"/>
              </a:rPr>
              <a:t>01</a:t>
            </a:r>
            <a:endParaRPr lang="zh-CN" altLang="en-US" sz="3200">
              <a:solidFill>
                <a:srgbClr val="FEFEFE"/>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48" name="矩形 47"/>
          <p:cNvSpPr/>
          <p:nvPr/>
        </p:nvSpPr>
        <p:spPr>
          <a:xfrm>
            <a:off x="892786" y="2761606"/>
            <a:ext cx="1498967" cy="430879"/>
          </a:xfrm>
          <a:prstGeom prst="rect">
            <a:avLst/>
          </a:prstGeom>
        </p:spPr>
        <p:txBody>
          <a:bodyPr wrap="square" lIns="91431" tIns="45716" rIns="91431" bIns="45716">
            <a:spAutoFit/>
          </a:bodyPr>
          <a:lstStyle/>
          <a:p>
            <a:pPr algn="ctr"/>
            <a:r>
              <a:rPr lang="zh-CN" altLang="en-US" sz="2200">
                <a:latin typeface="微软雅黑" panose="020B0503020204020204" pitchFamily="34" charset="-122"/>
                <a:ea typeface="微软雅黑" panose="020B0503020204020204" pitchFamily="34" charset="-122"/>
                <a:sym typeface="思源黑体 Medium" panose="020B0600000000000000" pitchFamily="34" charset="-122"/>
              </a:rPr>
              <a:t>添加标题</a:t>
            </a:r>
            <a:endParaRPr lang="en-US" altLang="zh-CN" sz="2200">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49" name="矩形 47"/>
          <p:cNvSpPr>
            <a:spLocks noChangeArrowheads="1"/>
          </p:cNvSpPr>
          <p:nvPr/>
        </p:nvSpPr>
        <p:spPr bwMode="auto">
          <a:xfrm>
            <a:off x="576263" y="3177199"/>
            <a:ext cx="2132012" cy="1492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30000"/>
              </a:lnSpc>
              <a:spcBef>
                <a:spcPct val="0"/>
              </a:spcBef>
              <a:buNone/>
            </a:pPr>
            <a:r>
              <a:rPr lang="zh-CN" altLang="en-US" sz="1400" spc="300">
                <a:latin typeface="思源黑体 Light" panose="020B0300000000000000" pitchFamily="34" charset="-122"/>
                <a:ea typeface="思源黑体 Light" panose="020B0300000000000000" pitchFamily="34" charset="-122"/>
                <a:cs typeface="+mn-ea"/>
                <a:sym typeface="思源黑体 Medium" panose="020B0600000000000000" pitchFamily="34" charset="-122"/>
              </a:rPr>
              <a:t>在此录入上述图表的综合描述说明，在此录入上述图表的综合描述说明，在此录入上述。</a:t>
            </a:r>
            <a:endParaRPr lang="zh-CN" altLang="en-US" sz="1400" spc="300">
              <a:latin typeface="思源黑体 Light" panose="020B0300000000000000" pitchFamily="34" charset="-122"/>
              <a:ea typeface="思源黑体 Light" panose="020B0300000000000000" pitchFamily="34" charset="-122"/>
              <a:cs typeface="+mn-ea"/>
              <a:sym typeface="思源黑体 Medium" panose="020B0600000000000000" pitchFamily="34" charset="-122"/>
            </a:endParaRPr>
          </a:p>
        </p:txBody>
      </p:sp>
      <p:sp>
        <p:nvSpPr>
          <p:cNvPr id="50" name="PA-任意多边形 5"/>
          <p:cNvSpPr>
            <a:spLocks noChangeAspect="1"/>
          </p:cNvSpPr>
          <p:nvPr>
            <p:custDataLst>
              <p:tags r:id="rId3"/>
            </p:custDataLst>
          </p:nvPr>
        </p:nvSpPr>
        <p:spPr>
          <a:xfrm rot="10800000">
            <a:off x="5286375" y="2276475"/>
            <a:ext cx="2447925" cy="2783498"/>
          </a:xfrm>
          <a:custGeom>
            <a:avLst/>
            <a:gdLst>
              <a:gd name="connsiteX0" fmla="*/ 2682494 w 2836097"/>
              <a:gd name="connsiteY0" fmla="*/ 3067706 h 3067706"/>
              <a:gd name="connsiteX1" fmla="*/ 876045 w 2836097"/>
              <a:gd name="connsiteY1" fmla="*/ 3067706 h 3067706"/>
              <a:gd name="connsiteX2" fmla="*/ 0 w 2836097"/>
              <a:gd name="connsiteY2" fmla="*/ 1533853 h 3067706"/>
              <a:gd name="connsiteX3" fmla="*/ 876045 w 2836097"/>
              <a:gd name="connsiteY3" fmla="*/ 0 h 3067706"/>
              <a:gd name="connsiteX4" fmla="*/ 2682494 w 2836097"/>
              <a:gd name="connsiteY4" fmla="*/ 0 h 3067706"/>
              <a:gd name="connsiteX5" fmla="*/ 2836097 w 2836097"/>
              <a:gd name="connsiteY5" fmla="*/ 268941 h 3067706"/>
              <a:gd name="connsiteX6" fmla="*/ 1473384 w 2836097"/>
              <a:gd name="connsiteY6" fmla="*/ 268941 h 3067706"/>
              <a:gd name="connsiteX7" fmla="*/ 747356 w 2836097"/>
              <a:gd name="connsiteY7" fmla="*/ 1540132 h 3067706"/>
              <a:gd name="connsiteX8" fmla="*/ 1473384 w 2836097"/>
              <a:gd name="connsiteY8" fmla="*/ 2811322 h 3067706"/>
              <a:gd name="connsiteX9" fmla="*/ 2828925 w 2836097"/>
              <a:gd name="connsiteY9" fmla="*/ 2811322 h 3067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36097" h="3067706">
                <a:moveTo>
                  <a:pt x="2682494" y="3067706"/>
                </a:moveTo>
                <a:lnTo>
                  <a:pt x="876045" y="3067706"/>
                </a:lnTo>
                <a:lnTo>
                  <a:pt x="0" y="1533853"/>
                </a:lnTo>
                <a:lnTo>
                  <a:pt x="876045" y="0"/>
                </a:lnTo>
                <a:lnTo>
                  <a:pt x="2682494" y="0"/>
                </a:lnTo>
                <a:lnTo>
                  <a:pt x="2836097" y="268941"/>
                </a:lnTo>
                <a:lnTo>
                  <a:pt x="1473384" y="268941"/>
                </a:lnTo>
                <a:lnTo>
                  <a:pt x="747356" y="1540132"/>
                </a:lnTo>
                <a:lnTo>
                  <a:pt x="1473384" y="2811322"/>
                </a:lnTo>
                <a:lnTo>
                  <a:pt x="2828925" y="2811322"/>
                </a:lnTo>
                <a:close/>
              </a:path>
            </a:pathLst>
          </a:custGeom>
          <a:solidFill>
            <a:srgbClr val="335C8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rgbClr val="FFFFFF"/>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1" name="PA-文本框 8"/>
          <p:cNvSpPr txBox="1">
            <a:spLocks noChangeArrowheads="1"/>
          </p:cNvSpPr>
          <p:nvPr>
            <p:custDataLst>
              <p:tags r:id="rId4"/>
            </p:custDataLst>
          </p:nvPr>
        </p:nvSpPr>
        <p:spPr bwMode="auto">
          <a:xfrm>
            <a:off x="7078665" y="3302002"/>
            <a:ext cx="66556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a:solidFill>
                  <a:srgbClr val="FEFEFE"/>
                </a:solidFill>
                <a:latin typeface="微软雅黑" panose="020B0503020204020204" pitchFamily="34" charset="-122"/>
                <a:ea typeface="微软雅黑" panose="020B0503020204020204" pitchFamily="34" charset="-122"/>
                <a:sym typeface="思源黑体 Medium" panose="020B0600000000000000" pitchFamily="34" charset="-122"/>
              </a:rPr>
              <a:t>02</a:t>
            </a:r>
            <a:endParaRPr lang="zh-CN" altLang="en-US" sz="3200">
              <a:solidFill>
                <a:srgbClr val="FEFEFE"/>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2" name="矩形 51"/>
          <p:cNvSpPr/>
          <p:nvPr/>
        </p:nvSpPr>
        <p:spPr>
          <a:xfrm>
            <a:off x="4778986" y="2761606"/>
            <a:ext cx="1498967" cy="430879"/>
          </a:xfrm>
          <a:prstGeom prst="rect">
            <a:avLst/>
          </a:prstGeom>
        </p:spPr>
        <p:txBody>
          <a:bodyPr wrap="square" lIns="91431" tIns="45716" rIns="91431" bIns="45716">
            <a:spAutoFit/>
          </a:bodyPr>
          <a:lstStyle/>
          <a:p>
            <a:pPr algn="ctr"/>
            <a:r>
              <a:rPr lang="zh-CN" altLang="en-US" sz="2200">
                <a:latin typeface="微软雅黑" panose="020B0503020204020204" pitchFamily="34" charset="-122"/>
                <a:ea typeface="微软雅黑" panose="020B0503020204020204" pitchFamily="34" charset="-122"/>
                <a:sym typeface="思源黑体 Medium" panose="020B0600000000000000" pitchFamily="34" charset="-122"/>
              </a:rPr>
              <a:t>添加标题</a:t>
            </a:r>
            <a:endParaRPr lang="en-US" altLang="zh-CN" sz="2200">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3" name="矩形 47"/>
          <p:cNvSpPr>
            <a:spLocks noChangeArrowheads="1"/>
          </p:cNvSpPr>
          <p:nvPr/>
        </p:nvSpPr>
        <p:spPr bwMode="auto">
          <a:xfrm>
            <a:off x="4462463" y="3177199"/>
            <a:ext cx="2132012" cy="1492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30000"/>
              </a:lnSpc>
              <a:spcBef>
                <a:spcPct val="0"/>
              </a:spcBef>
              <a:buNone/>
            </a:pPr>
            <a:r>
              <a:rPr lang="zh-CN" altLang="en-US" sz="1400" spc="300">
                <a:latin typeface="思源黑体 Light" panose="020B0300000000000000" pitchFamily="34" charset="-122"/>
                <a:ea typeface="思源黑体 Light" panose="020B0300000000000000" pitchFamily="34" charset="-122"/>
                <a:cs typeface="+mn-ea"/>
                <a:sym typeface="思源黑体 Medium" panose="020B0600000000000000" pitchFamily="34" charset="-122"/>
              </a:rPr>
              <a:t>在此录入上述图表的综合描述说明，在此录入上述图表的综合描述说明，在此录入上述。</a:t>
            </a:r>
            <a:endParaRPr lang="zh-CN" altLang="en-US" sz="1400" spc="300">
              <a:latin typeface="思源黑体 Light" panose="020B0300000000000000" pitchFamily="34" charset="-122"/>
              <a:ea typeface="思源黑体 Light" panose="020B0300000000000000" pitchFamily="34" charset="-122"/>
              <a:cs typeface="+mn-ea"/>
              <a:sym typeface="思源黑体 Medium" panose="020B0600000000000000" pitchFamily="34" charset="-122"/>
            </a:endParaRPr>
          </a:p>
        </p:txBody>
      </p:sp>
      <p:sp>
        <p:nvSpPr>
          <p:cNvPr id="54" name="PA-任意多边形 5"/>
          <p:cNvSpPr>
            <a:spLocks noChangeAspect="1"/>
          </p:cNvSpPr>
          <p:nvPr>
            <p:custDataLst>
              <p:tags r:id="rId5"/>
            </p:custDataLst>
          </p:nvPr>
        </p:nvSpPr>
        <p:spPr>
          <a:xfrm rot="10800000">
            <a:off x="8943975" y="2276475"/>
            <a:ext cx="2447925" cy="2783498"/>
          </a:xfrm>
          <a:custGeom>
            <a:avLst/>
            <a:gdLst>
              <a:gd name="connsiteX0" fmla="*/ 2682494 w 2836097"/>
              <a:gd name="connsiteY0" fmla="*/ 3067706 h 3067706"/>
              <a:gd name="connsiteX1" fmla="*/ 876045 w 2836097"/>
              <a:gd name="connsiteY1" fmla="*/ 3067706 h 3067706"/>
              <a:gd name="connsiteX2" fmla="*/ 0 w 2836097"/>
              <a:gd name="connsiteY2" fmla="*/ 1533853 h 3067706"/>
              <a:gd name="connsiteX3" fmla="*/ 876045 w 2836097"/>
              <a:gd name="connsiteY3" fmla="*/ 0 h 3067706"/>
              <a:gd name="connsiteX4" fmla="*/ 2682494 w 2836097"/>
              <a:gd name="connsiteY4" fmla="*/ 0 h 3067706"/>
              <a:gd name="connsiteX5" fmla="*/ 2836097 w 2836097"/>
              <a:gd name="connsiteY5" fmla="*/ 268941 h 3067706"/>
              <a:gd name="connsiteX6" fmla="*/ 1473384 w 2836097"/>
              <a:gd name="connsiteY6" fmla="*/ 268941 h 3067706"/>
              <a:gd name="connsiteX7" fmla="*/ 747356 w 2836097"/>
              <a:gd name="connsiteY7" fmla="*/ 1540132 h 3067706"/>
              <a:gd name="connsiteX8" fmla="*/ 1473384 w 2836097"/>
              <a:gd name="connsiteY8" fmla="*/ 2811322 h 3067706"/>
              <a:gd name="connsiteX9" fmla="*/ 2828925 w 2836097"/>
              <a:gd name="connsiteY9" fmla="*/ 2811322 h 3067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36097" h="3067706">
                <a:moveTo>
                  <a:pt x="2682494" y="3067706"/>
                </a:moveTo>
                <a:lnTo>
                  <a:pt x="876045" y="3067706"/>
                </a:lnTo>
                <a:lnTo>
                  <a:pt x="0" y="1533853"/>
                </a:lnTo>
                <a:lnTo>
                  <a:pt x="876045" y="0"/>
                </a:lnTo>
                <a:lnTo>
                  <a:pt x="2682494" y="0"/>
                </a:lnTo>
                <a:lnTo>
                  <a:pt x="2836097" y="268941"/>
                </a:lnTo>
                <a:lnTo>
                  <a:pt x="1473384" y="268941"/>
                </a:lnTo>
                <a:lnTo>
                  <a:pt x="747356" y="1540132"/>
                </a:lnTo>
                <a:lnTo>
                  <a:pt x="1473384" y="2811322"/>
                </a:lnTo>
                <a:lnTo>
                  <a:pt x="2828925" y="2811322"/>
                </a:lnTo>
                <a:close/>
              </a:path>
            </a:pathLst>
          </a:custGeom>
          <a:solidFill>
            <a:srgbClr val="7F7F7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rgbClr val="FFFFFF"/>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5" name="PA-文本框 8"/>
          <p:cNvSpPr txBox="1">
            <a:spLocks noChangeArrowheads="1"/>
          </p:cNvSpPr>
          <p:nvPr>
            <p:custDataLst>
              <p:tags r:id="rId6"/>
            </p:custDataLst>
          </p:nvPr>
        </p:nvSpPr>
        <p:spPr bwMode="auto">
          <a:xfrm>
            <a:off x="10736265" y="3302002"/>
            <a:ext cx="66556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a:solidFill>
                  <a:srgbClr val="FEFEFE"/>
                </a:solidFill>
                <a:latin typeface="微软雅黑" panose="020B0503020204020204" pitchFamily="34" charset="-122"/>
                <a:ea typeface="微软雅黑" panose="020B0503020204020204" pitchFamily="34" charset="-122"/>
                <a:sym typeface="思源黑体 Medium" panose="020B0600000000000000" pitchFamily="34" charset="-122"/>
              </a:rPr>
              <a:t>03</a:t>
            </a:r>
            <a:endParaRPr lang="zh-CN" altLang="en-US" sz="3200">
              <a:solidFill>
                <a:srgbClr val="FEFEFE"/>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6" name="矩形 55"/>
          <p:cNvSpPr/>
          <p:nvPr/>
        </p:nvSpPr>
        <p:spPr>
          <a:xfrm>
            <a:off x="8436586" y="2761606"/>
            <a:ext cx="1498967" cy="430879"/>
          </a:xfrm>
          <a:prstGeom prst="rect">
            <a:avLst/>
          </a:prstGeom>
        </p:spPr>
        <p:txBody>
          <a:bodyPr wrap="square" lIns="91431" tIns="45716" rIns="91431" bIns="45716">
            <a:spAutoFit/>
          </a:bodyPr>
          <a:lstStyle/>
          <a:p>
            <a:pPr algn="ctr"/>
            <a:r>
              <a:rPr lang="zh-CN" altLang="en-US" sz="2200">
                <a:latin typeface="微软雅黑" panose="020B0503020204020204" pitchFamily="34" charset="-122"/>
                <a:ea typeface="微软雅黑" panose="020B0503020204020204" pitchFamily="34" charset="-122"/>
                <a:sym typeface="思源黑体 Medium" panose="020B0600000000000000" pitchFamily="34" charset="-122"/>
              </a:rPr>
              <a:t>添加标题</a:t>
            </a:r>
            <a:endParaRPr lang="en-US" altLang="zh-CN" sz="2200">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7" name="矩形 47"/>
          <p:cNvSpPr>
            <a:spLocks noChangeArrowheads="1"/>
          </p:cNvSpPr>
          <p:nvPr/>
        </p:nvSpPr>
        <p:spPr bwMode="auto">
          <a:xfrm>
            <a:off x="8120063" y="3177199"/>
            <a:ext cx="2132012" cy="1492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30000"/>
              </a:lnSpc>
              <a:spcBef>
                <a:spcPct val="0"/>
              </a:spcBef>
              <a:buNone/>
            </a:pPr>
            <a:r>
              <a:rPr lang="zh-CN" altLang="en-US" sz="1400" spc="300">
                <a:latin typeface="思源黑体 Light" panose="020B0300000000000000" pitchFamily="34" charset="-122"/>
                <a:ea typeface="思源黑体 Light" panose="020B0300000000000000" pitchFamily="34" charset="-122"/>
                <a:cs typeface="+mn-ea"/>
                <a:sym typeface="思源黑体 Medium" panose="020B0600000000000000" pitchFamily="34" charset="-122"/>
              </a:rPr>
              <a:t>在此录入上述图表的综合描述说明，在此录入上述图表的综合描述说明，在此录入上述。</a:t>
            </a:r>
            <a:endParaRPr lang="zh-CN" altLang="en-US" sz="1400" spc="300">
              <a:latin typeface="思源黑体 Light" panose="020B0300000000000000" pitchFamily="34" charset="-122"/>
              <a:ea typeface="思源黑体 Light" panose="020B0300000000000000" pitchFamily="34" charset="-122"/>
              <a:cs typeface="+mn-ea"/>
              <a:sym typeface="思源黑体 Medium" panose="020B06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12" presetClass="entr" presetSubtype="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 calcmode="lin" valueType="num">
                                      <p:cBhvr additive="base">
                                        <p:cTn id="11" dur="500"/>
                                        <p:tgtEl>
                                          <p:spTgt spid="48"/>
                                        </p:tgtEl>
                                        <p:attrNameLst>
                                          <p:attrName>ppt_y</p:attrName>
                                        </p:attrNameLst>
                                      </p:cBhvr>
                                      <p:tavLst>
                                        <p:tav tm="0">
                                          <p:val>
                                            <p:strVal val="#ppt_y-#ppt_h*1.125000"/>
                                          </p:val>
                                        </p:tav>
                                        <p:tav tm="100000">
                                          <p:val>
                                            <p:strVal val="#ppt_y"/>
                                          </p:val>
                                        </p:tav>
                                      </p:tavLst>
                                    </p:anim>
                                    <p:animEffect transition="in" filter="wipe(down)">
                                      <p:cBhvr>
                                        <p:cTn id="12" dur="500"/>
                                        <p:tgtEl>
                                          <p:spTgt spid="48"/>
                                        </p:tgtEl>
                                      </p:cBhvr>
                                    </p:animEffect>
                                  </p:childTnLst>
                                </p:cTn>
                              </p:par>
                            </p:childTnLst>
                          </p:cTn>
                        </p:par>
                        <p:par>
                          <p:cTn id="13" fill="hold">
                            <p:stCondLst>
                              <p:cond delay="1000"/>
                            </p:stCondLst>
                            <p:childTnLst>
                              <p:par>
                                <p:cTn id="14" presetID="22" presetClass="entr" presetSubtype="1" fill="hold" grpId="0" nodeType="afterEffect">
                                  <p:stCondLst>
                                    <p:cond delay="0"/>
                                  </p:stCondLst>
                                  <p:childTnLst>
                                    <p:set>
                                      <p:cBhvr>
                                        <p:cTn id="15" dur="1" fill="hold">
                                          <p:stCondLst>
                                            <p:cond delay="0"/>
                                          </p:stCondLst>
                                        </p:cTn>
                                        <p:tgtEl>
                                          <p:spTgt spid="49"/>
                                        </p:tgtEl>
                                        <p:attrNameLst>
                                          <p:attrName>style.visibility</p:attrName>
                                        </p:attrNameLst>
                                      </p:cBhvr>
                                      <p:to>
                                        <p:strVal val="visible"/>
                                      </p:to>
                                    </p:set>
                                    <p:animEffect transition="in" filter="wipe(up)">
                                      <p:cBhvr>
                                        <p:cTn id="16" dur="500"/>
                                        <p:tgtEl>
                                          <p:spTgt spid="49"/>
                                        </p:tgtEl>
                                      </p:cBhvr>
                                    </p:animEffect>
                                  </p:childTnLst>
                                </p:cTn>
                              </p:par>
                            </p:childTnLst>
                          </p:cTn>
                        </p:par>
                        <p:par>
                          <p:cTn id="17" fill="hold">
                            <p:stCondLst>
                              <p:cond delay="1500"/>
                            </p:stCondLst>
                            <p:childTnLst>
                              <p:par>
                                <p:cTn id="18" presetID="12" presetClass="entr" presetSubtype="1" fill="hold" grpId="0" nodeType="afterEffect">
                                  <p:stCondLst>
                                    <p:cond delay="0"/>
                                  </p:stCondLst>
                                  <p:childTnLst>
                                    <p:set>
                                      <p:cBhvr>
                                        <p:cTn id="19" dur="1" fill="hold">
                                          <p:stCondLst>
                                            <p:cond delay="0"/>
                                          </p:stCondLst>
                                        </p:cTn>
                                        <p:tgtEl>
                                          <p:spTgt spid="52"/>
                                        </p:tgtEl>
                                        <p:attrNameLst>
                                          <p:attrName>style.visibility</p:attrName>
                                        </p:attrNameLst>
                                      </p:cBhvr>
                                      <p:to>
                                        <p:strVal val="visible"/>
                                      </p:to>
                                    </p:set>
                                    <p:anim calcmode="lin" valueType="num">
                                      <p:cBhvr additive="base">
                                        <p:cTn id="20" dur="500"/>
                                        <p:tgtEl>
                                          <p:spTgt spid="52"/>
                                        </p:tgtEl>
                                        <p:attrNameLst>
                                          <p:attrName>ppt_y</p:attrName>
                                        </p:attrNameLst>
                                      </p:cBhvr>
                                      <p:tavLst>
                                        <p:tav tm="0">
                                          <p:val>
                                            <p:strVal val="#ppt_y-#ppt_h*1.125000"/>
                                          </p:val>
                                        </p:tav>
                                        <p:tav tm="100000">
                                          <p:val>
                                            <p:strVal val="#ppt_y"/>
                                          </p:val>
                                        </p:tav>
                                      </p:tavLst>
                                    </p:anim>
                                    <p:animEffect transition="in" filter="wipe(down)">
                                      <p:cBhvr>
                                        <p:cTn id="21" dur="500"/>
                                        <p:tgtEl>
                                          <p:spTgt spid="52"/>
                                        </p:tgtEl>
                                      </p:cBhvr>
                                    </p:animEffect>
                                  </p:childTnLst>
                                </p:cTn>
                              </p:par>
                            </p:childTnLst>
                          </p:cTn>
                        </p:par>
                        <p:par>
                          <p:cTn id="22" fill="hold">
                            <p:stCondLst>
                              <p:cond delay="2000"/>
                            </p:stCondLst>
                            <p:childTnLst>
                              <p:par>
                                <p:cTn id="23" presetID="22" presetClass="entr" presetSubtype="1" fill="hold" grpId="0" nodeType="afterEffect">
                                  <p:stCondLst>
                                    <p:cond delay="0"/>
                                  </p:stCondLst>
                                  <p:childTnLst>
                                    <p:set>
                                      <p:cBhvr>
                                        <p:cTn id="24" dur="1" fill="hold">
                                          <p:stCondLst>
                                            <p:cond delay="0"/>
                                          </p:stCondLst>
                                        </p:cTn>
                                        <p:tgtEl>
                                          <p:spTgt spid="53"/>
                                        </p:tgtEl>
                                        <p:attrNameLst>
                                          <p:attrName>style.visibility</p:attrName>
                                        </p:attrNameLst>
                                      </p:cBhvr>
                                      <p:to>
                                        <p:strVal val="visible"/>
                                      </p:to>
                                    </p:set>
                                    <p:animEffect transition="in" filter="wipe(up)">
                                      <p:cBhvr>
                                        <p:cTn id="25" dur="500"/>
                                        <p:tgtEl>
                                          <p:spTgt spid="53"/>
                                        </p:tgtEl>
                                      </p:cBhvr>
                                    </p:animEffect>
                                  </p:childTnLst>
                                </p:cTn>
                              </p:par>
                            </p:childTnLst>
                          </p:cTn>
                        </p:par>
                        <p:par>
                          <p:cTn id="26" fill="hold">
                            <p:stCondLst>
                              <p:cond delay="2500"/>
                            </p:stCondLst>
                            <p:childTnLst>
                              <p:par>
                                <p:cTn id="27" presetID="12" presetClass="entr" presetSubtype="1" fill="hold" grpId="0" nodeType="afterEffect">
                                  <p:stCondLst>
                                    <p:cond delay="0"/>
                                  </p:stCondLst>
                                  <p:childTnLst>
                                    <p:set>
                                      <p:cBhvr>
                                        <p:cTn id="28" dur="1" fill="hold">
                                          <p:stCondLst>
                                            <p:cond delay="0"/>
                                          </p:stCondLst>
                                        </p:cTn>
                                        <p:tgtEl>
                                          <p:spTgt spid="56"/>
                                        </p:tgtEl>
                                        <p:attrNameLst>
                                          <p:attrName>style.visibility</p:attrName>
                                        </p:attrNameLst>
                                      </p:cBhvr>
                                      <p:to>
                                        <p:strVal val="visible"/>
                                      </p:to>
                                    </p:set>
                                    <p:anim calcmode="lin" valueType="num">
                                      <p:cBhvr additive="base">
                                        <p:cTn id="29" dur="500"/>
                                        <p:tgtEl>
                                          <p:spTgt spid="56"/>
                                        </p:tgtEl>
                                        <p:attrNameLst>
                                          <p:attrName>ppt_y</p:attrName>
                                        </p:attrNameLst>
                                      </p:cBhvr>
                                      <p:tavLst>
                                        <p:tav tm="0">
                                          <p:val>
                                            <p:strVal val="#ppt_y-#ppt_h*1.125000"/>
                                          </p:val>
                                        </p:tav>
                                        <p:tav tm="100000">
                                          <p:val>
                                            <p:strVal val="#ppt_y"/>
                                          </p:val>
                                        </p:tav>
                                      </p:tavLst>
                                    </p:anim>
                                    <p:animEffect transition="in" filter="wipe(down)">
                                      <p:cBhvr>
                                        <p:cTn id="30" dur="500"/>
                                        <p:tgtEl>
                                          <p:spTgt spid="56"/>
                                        </p:tgtEl>
                                      </p:cBhvr>
                                    </p:animEffect>
                                  </p:childTnLst>
                                </p:cTn>
                              </p:par>
                            </p:childTnLst>
                          </p:cTn>
                        </p:par>
                        <p:par>
                          <p:cTn id="31" fill="hold">
                            <p:stCondLst>
                              <p:cond delay="3000"/>
                            </p:stCondLst>
                            <p:childTnLst>
                              <p:par>
                                <p:cTn id="32" presetID="22" presetClass="entr" presetSubtype="1" fill="hold" grpId="0" nodeType="afterEffect">
                                  <p:stCondLst>
                                    <p:cond delay="0"/>
                                  </p:stCondLst>
                                  <p:childTnLst>
                                    <p:set>
                                      <p:cBhvr>
                                        <p:cTn id="33" dur="1" fill="hold">
                                          <p:stCondLst>
                                            <p:cond delay="0"/>
                                          </p:stCondLst>
                                        </p:cTn>
                                        <p:tgtEl>
                                          <p:spTgt spid="57"/>
                                        </p:tgtEl>
                                        <p:attrNameLst>
                                          <p:attrName>style.visibility</p:attrName>
                                        </p:attrNameLst>
                                      </p:cBhvr>
                                      <p:to>
                                        <p:strVal val="visible"/>
                                      </p:to>
                                    </p:set>
                                    <p:animEffect transition="in" filter="wipe(up)">
                                      <p:cBhvr>
                                        <p:cTn id="34"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8" grpId="0"/>
      <p:bldP spid="49" grpId="0"/>
      <p:bldP spid="52" grpId="0"/>
      <p:bldP spid="53" grpId="0"/>
      <p:bldP spid="56" grpId="0"/>
      <p:bldP spid="5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0"/>
          <p:cNvSpPr>
            <a:spLocks noChangeArrowheads="1"/>
          </p:cNvSpPr>
          <p:nvPr/>
        </p:nvSpPr>
        <p:spPr bwMode="auto">
          <a:xfrm>
            <a:off x="934588" y="322124"/>
            <a:ext cx="4065203"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457200">
              <a:spcBef>
                <a:spcPct val="0"/>
              </a:spcBef>
              <a:buNone/>
            </a:pPr>
            <a:r>
              <a:rPr lang="zh-CN" altLang="en-US" sz="2400">
                <a:solidFill>
                  <a:srgbClr val="325B7F"/>
                </a:solidFill>
                <a:cs typeface="+mn-ea"/>
                <a:sym typeface="思源黑体" panose="020B0500000000000000" pitchFamily="34" charset="-122"/>
              </a:rPr>
              <a:t>添加论文第三部分内容标题</a:t>
            </a:r>
            <a:endParaRPr lang="zh-CN" altLang="en-US" sz="2400">
              <a:solidFill>
                <a:srgbClr val="325B7F"/>
              </a:solidFill>
              <a:cs typeface="+mn-ea"/>
              <a:sym typeface="思源黑体" panose="020B0500000000000000" pitchFamily="34" charset="-122"/>
            </a:endParaRPr>
          </a:p>
        </p:txBody>
      </p:sp>
      <p:grpSp>
        <p:nvGrpSpPr>
          <p:cNvPr id="25" name="组合 24"/>
          <p:cNvGrpSpPr/>
          <p:nvPr/>
        </p:nvGrpSpPr>
        <p:grpSpPr>
          <a:xfrm>
            <a:off x="1494971" y="1409856"/>
            <a:ext cx="9202059" cy="2539326"/>
            <a:chOff x="2441477" y="2420527"/>
            <a:chExt cx="7309045" cy="2016946"/>
          </a:xfrm>
        </p:grpSpPr>
        <p:grpSp>
          <p:nvGrpSpPr>
            <p:cNvPr id="36" name="Group 63"/>
            <p:cNvGrpSpPr/>
            <p:nvPr/>
          </p:nvGrpSpPr>
          <p:grpSpPr>
            <a:xfrm>
              <a:off x="2838156" y="3171689"/>
              <a:ext cx="987150" cy="987150"/>
              <a:chOff x="1034776" y="1670601"/>
              <a:chExt cx="717824" cy="717824"/>
            </a:xfrm>
          </p:grpSpPr>
          <p:sp>
            <p:nvSpPr>
              <p:cNvPr id="64" name="Freeform 67"/>
              <p:cNvSpPr/>
              <p:nvPr/>
            </p:nvSpPr>
            <p:spPr>
              <a:xfrm>
                <a:off x="1034776" y="1670601"/>
                <a:ext cx="717824" cy="717824"/>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rgbClr val="7F7F7F"/>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82880" rIns="158008" bIns="158008" numCol="1" spcCol="1270" anchor="ctr" anchorCtr="0">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defTabSz="889000">
                  <a:lnSpc>
                    <a:spcPct val="90000"/>
                  </a:lnSpc>
                  <a:spcBef>
                    <a:spcPct val="0"/>
                  </a:spcBef>
                  <a:spcAft>
                    <a:spcPct val="35000"/>
                  </a:spcAft>
                </a:pPr>
                <a:endParaRPr lang="en-US" sz="4000" kern="1200">
                  <a:solidFill>
                    <a:schemeClr val="tx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65" name="Freeform 105"/>
              <p:cNvSpPr>
                <a:spLocks noEditPoints="1"/>
              </p:cNvSpPr>
              <p:nvPr/>
            </p:nvSpPr>
            <p:spPr bwMode="auto">
              <a:xfrm>
                <a:off x="1214341" y="1852764"/>
                <a:ext cx="358694" cy="353498"/>
              </a:xfrm>
              <a:custGeom>
                <a:avLst/>
                <a:gdLst/>
                <a:ahLst/>
                <a:cxnLst>
                  <a:cxn ang="0">
                    <a:pos x="59" y="63"/>
                  </a:cxn>
                  <a:cxn ang="0">
                    <a:pos x="55" y="61"/>
                  </a:cxn>
                  <a:cxn ang="0">
                    <a:pos x="42" y="48"/>
                  </a:cxn>
                  <a:cxn ang="0">
                    <a:pos x="27" y="53"/>
                  </a:cxn>
                  <a:cxn ang="0">
                    <a:pos x="0" y="26"/>
                  </a:cxn>
                  <a:cxn ang="0">
                    <a:pos x="27" y="0"/>
                  </a:cxn>
                  <a:cxn ang="0">
                    <a:pos x="54" y="26"/>
                  </a:cxn>
                  <a:cxn ang="0">
                    <a:pos x="49" y="41"/>
                  </a:cxn>
                  <a:cxn ang="0">
                    <a:pos x="62" y="54"/>
                  </a:cxn>
                  <a:cxn ang="0">
                    <a:pos x="64" y="58"/>
                  </a:cxn>
                  <a:cxn ang="0">
                    <a:pos x="59" y="63"/>
                  </a:cxn>
                  <a:cxn ang="0">
                    <a:pos x="27" y="9"/>
                  </a:cxn>
                  <a:cxn ang="0">
                    <a:pos x="10" y="26"/>
                  </a:cxn>
                  <a:cxn ang="0">
                    <a:pos x="27" y="43"/>
                  </a:cxn>
                  <a:cxn ang="0">
                    <a:pos x="44" y="26"/>
                  </a:cxn>
                  <a:cxn ang="0">
                    <a:pos x="27" y="9"/>
                  </a:cxn>
                </a:cxnLst>
                <a:rect l="0" t="0" r="r" b="b"/>
                <a:pathLst>
                  <a:path w="64" h="62">
                    <a:moveTo>
                      <a:pt x="59" y="63"/>
                    </a:moveTo>
                    <a:cubicBezTo>
                      <a:pt x="57" y="63"/>
                      <a:pt x="56" y="62"/>
                      <a:pt x="55" y="61"/>
                    </a:cubicBezTo>
                    <a:cubicBezTo>
                      <a:pt x="42" y="48"/>
                      <a:pt x="42" y="48"/>
                      <a:pt x="42" y="48"/>
                    </a:cubicBezTo>
                    <a:cubicBezTo>
                      <a:pt x="38" y="51"/>
                      <a:pt x="33" y="53"/>
                      <a:pt x="27" y="53"/>
                    </a:cubicBezTo>
                    <a:cubicBezTo>
                      <a:pt x="12" y="53"/>
                      <a:pt x="0" y="41"/>
                      <a:pt x="0" y="26"/>
                    </a:cubicBezTo>
                    <a:cubicBezTo>
                      <a:pt x="0" y="12"/>
                      <a:pt x="12" y="0"/>
                      <a:pt x="27" y="0"/>
                    </a:cubicBezTo>
                    <a:cubicBezTo>
                      <a:pt x="42" y="0"/>
                      <a:pt x="54" y="12"/>
                      <a:pt x="54" y="26"/>
                    </a:cubicBezTo>
                    <a:cubicBezTo>
                      <a:pt x="54" y="32"/>
                      <a:pt x="52" y="37"/>
                      <a:pt x="49" y="41"/>
                    </a:cubicBezTo>
                    <a:cubicBezTo>
                      <a:pt x="62" y="54"/>
                      <a:pt x="62" y="54"/>
                      <a:pt x="62" y="54"/>
                    </a:cubicBezTo>
                    <a:cubicBezTo>
                      <a:pt x="63" y="55"/>
                      <a:pt x="64" y="57"/>
                      <a:pt x="64" y="58"/>
                    </a:cubicBezTo>
                    <a:cubicBezTo>
                      <a:pt x="64" y="61"/>
                      <a:pt x="61" y="63"/>
                      <a:pt x="59" y="63"/>
                    </a:cubicBezTo>
                    <a:close/>
                    <a:moveTo>
                      <a:pt x="27" y="9"/>
                    </a:moveTo>
                    <a:cubicBezTo>
                      <a:pt x="18" y="9"/>
                      <a:pt x="10" y="17"/>
                      <a:pt x="10" y="26"/>
                    </a:cubicBezTo>
                    <a:cubicBezTo>
                      <a:pt x="10" y="36"/>
                      <a:pt x="18" y="43"/>
                      <a:pt x="27" y="43"/>
                    </a:cubicBezTo>
                    <a:cubicBezTo>
                      <a:pt x="37" y="43"/>
                      <a:pt x="44" y="36"/>
                      <a:pt x="44" y="26"/>
                    </a:cubicBezTo>
                    <a:cubicBezTo>
                      <a:pt x="44" y="17"/>
                      <a:pt x="37" y="9"/>
                      <a:pt x="27" y="9"/>
                    </a:cubicBezTo>
                    <a:close/>
                  </a:path>
                </a:pathLst>
              </a:custGeom>
              <a:solidFill>
                <a:schemeClr val="bg1"/>
              </a:soli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37" name="Group 124"/>
            <p:cNvGrpSpPr/>
            <p:nvPr/>
          </p:nvGrpSpPr>
          <p:grpSpPr>
            <a:xfrm>
              <a:off x="2441477" y="2420527"/>
              <a:ext cx="1834954" cy="2016946"/>
              <a:chOff x="920555" y="1310107"/>
              <a:chExt cx="1834954" cy="2016946"/>
            </a:xfrm>
          </p:grpSpPr>
          <p:sp>
            <p:nvSpPr>
              <p:cNvPr id="62" name="U-Turn Arrow 64"/>
              <p:cNvSpPr/>
              <p:nvPr/>
            </p:nvSpPr>
            <p:spPr>
              <a:xfrm rot="10800000">
                <a:off x="920555" y="1672057"/>
                <a:ext cx="1672234" cy="1654996"/>
              </a:xfrm>
              <a:prstGeom prst="uturnArrow">
                <a:avLst>
                  <a:gd name="adj1" fmla="val 12130"/>
                  <a:gd name="adj2" fmla="val 12902"/>
                  <a:gd name="adj3" fmla="val 0"/>
                  <a:gd name="adj4" fmla="val 47102"/>
                  <a:gd name="adj5" fmla="val 51834"/>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solidFill>
                    <a:schemeClr val="tx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63" name="Isosceles Triangle 72"/>
              <p:cNvSpPr/>
              <p:nvPr/>
            </p:nvSpPr>
            <p:spPr>
              <a:xfrm>
                <a:off x="2222109" y="1310107"/>
                <a:ext cx="533400" cy="533400"/>
              </a:xfrm>
              <a:prstGeom prst="triangl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solidFill>
                    <a:schemeClr val="tx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38" name="Group 125"/>
            <p:cNvGrpSpPr/>
            <p:nvPr/>
          </p:nvGrpSpPr>
          <p:grpSpPr>
            <a:xfrm>
              <a:off x="4250658" y="2420527"/>
              <a:ext cx="1834954" cy="2016946"/>
              <a:chOff x="2729736" y="1310107"/>
              <a:chExt cx="1834954" cy="2016946"/>
            </a:xfrm>
          </p:grpSpPr>
          <p:sp>
            <p:nvSpPr>
              <p:cNvPr id="60" name="U-Turn Arrow 76"/>
              <p:cNvSpPr/>
              <p:nvPr/>
            </p:nvSpPr>
            <p:spPr>
              <a:xfrm rot="10800000">
                <a:off x="2729736" y="1672057"/>
                <a:ext cx="1672234" cy="1654996"/>
              </a:xfrm>
              <a:prstGeom prst="uturnArrow">
                <a:avLst>
                  <a:gd name="adj1" fmla="val 12130"/>
                  <a:gd name="adj2" fmla="val 12902"/>
                  <a:gd name="adj3" fmla="val 0"/>
                  <a:gd name="adj4" fmla="val 47102"/>
                  <a:gd name="adj5" fmla="val 51834"/>
                </a:avLst>
              </a:prstGeom>
              <a:solidFill>
                <a:srgbClr val="335C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solidFill>
                    <a:schemeClr val="tx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61" name="Isosceles Triangle 84"/>
              <p:cNvSpPr/>
              <p:nvPr/>
            </p:nvSpPr>
            <p:spPr>
              <a:xfrm>
                <a:off x="4031290" y="1310107"/>
                <a:ext cx="533400" cy="533400"/>
              </a:xfrm>
              <a:prstGeom prst="triangle">
                <a:avLst/>
              </a:prstGeom>
              <a:solidFill>
                <a:srgbClr val="335C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solidFill>
                    <a:schemeClr val="tx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39" name="Group 126"/>
            <p:cNvGrpSpPr/>
            <p:nvPr/>
          </p:nvGrpSpPr>
          <p:grpSpPr>
            <a:xfrm>
              <a:off x="6086768" y="2420527"/>
              <a:ext cx="1834954" cy="2016946"/>
              <a:chOff x="4565846" y="1310107"/>
              <a:chExt cx="1834954" cy="2016946"/>
            </a:xfrm>
          </p:grpSpPr>
          <p:sp>
            <p:nvSpPr>
              <p:cNvPr id="58" name="U-Turn Arrow 90"/>
              <p:cNvSpPr/>
              <p:nvPr/>
            </p:nvSpPr>
            <p:spPr>
              <a:xfrm rot="10800000">
                <a:off x="4565846" y="1672057"/>
                <a:ext cx="1672234" cy="1654996"/>
              </a:xfrm>
              <a:prstGeom prst="uturnArrow">
                <a:avLst>
                  <a:gd name="adj1" fmla="val 12130"/>
                  <a:gd name="adj2" fmla="val 12902"/>
                  <a:gd name="adj3" fmla="val 0"/>
                  <a:gd name="adj4" fmla="val 47102"/>
                  <a:gd name="adj5" fmla="val 51834"/>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solidFill>
                    <a:schemeClr val="tx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9" name="Isosceles Triangle 94"/>
              <p:cNvSpPr/>
              <p:nvPr/>
            </p:nvSpPr>
            <p:spPr>
              <a:xfrm>
                <a:off x="5867400" y="1310107"/>
                <a:ext cx="533400" cy="533400"/>
              </a:xfrm>
              <a:prstGeom prst="triangl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solidFill>
                    <a:schemeClr val="tx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40" name="Group 127"/>
            <p:cNvGrpSpPr/>
            <p:nvPr/>
          </p:nvGrpSpPr>
          <p:grpSpPr>
            <a:xfrm>
              <a:off x="7915568" y="2420527"/>
              <a:ext cx="1834954" cy="2016946"/>
              <a:chOff x="6394646" y="1310107"/>
              <a:chExt cx="1834954" cy="2016946"/>
            </a:xfrm>
          </p:grpSpPr>
          <p:sp>
            <p:nvSpPr>
              <p:cNvPr id="56" name="U-Turn Arrow 97"/>
              <p:cNvSpPr/>
              <p:nvPr/>
            </p:nvSpPr>
            <p:spPr>
              <a:xfrm rot="10800000">
                <a:off x="6394646" y="1672057"/>
                <a:ext cx="1672234" cy="1654996"/>
              </a:xfrm>
              <a:prstGeom prst="uturnArrow">
                <a:avLst>
                  <a:gd name="adj1" fmla="val 12130"/>
                  <a:gd name="adj2" fmla="val 12902"/>
                  <a:gd name="adj3" fmla="val 0"/>
                  <a:gd name="adj4" fmla="val 47102"/>
                  <a:gd name="adj5" fmla="val 51834"/>
                </a:avLst>
              </a:prstGeom>
              <a:solidFill>
                <a:srgbClr val="335C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solidFill>
                    <a:schemeClr val="tx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7" name="Isosceles Triangle 103"/>
              <p:cNvSpPr/>
              <p:nvPr/>
            </p:nvSpPr>
            <p:spPr>
              <a:xfrm>
                <a:off x="7696200" y="1310107"/>
                <a:ext cx="533400" cy="533400"/>
              </a:xfrm>
              <a:prstGeom prst="triangle">
                <a:avLst/>
              </a:prstGeom>
              <a:solidFill>
                <a:srgbClr val="335C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solidFill>
                    <a:schemeClr val="tx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41" name="Group 111"/>
            <p:cNvGrpSpPr/>
            <p:nvPr/>
          </p:nvGrpSpPr>
          <p:grpSpPr>
            <a:xfrm>
              <a:off x="4647337" y="3171689"/>
              <a:ext cx="987150" cy="987150"/>
              <a:chOff x="3126415" y="2070794"/>
              <a:chExt cx="987150" cy="987150"/>
            </a:xfrm>
          </p:grpSpPr>
          <p:sp>
            <p:nvSpPr>
              <p:cNvPr id="54" name="Freeform 79"/>
              <p:cNvSpPr/>
              <p:nvPr/>
            </p:nvSpPr>
            <p:spPr>
              <a:xfrm>
                <a:off x="3126415" y="2070794"/>
                <a:ext cx="987150" cy="987150"/>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rgbClr val="335C80"/>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82880" rIns="158008" bIns="158008" numCol="1" spcCol="1270" anchor="ctr" anchorCtr="0">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defTabSz="889000">
                  <a:lnSpc>
                    <a:spcPct val="90000"/>
                  </a:lnSpc>
                  <a:spcBef>
                    <a:spcPct val="0"/>
                  </a:spcBef>
                  <a:spcAft>
                    <a:spcPct val="35000"/>
                  </a:spcAft>
                </a:pPr>
                <a:endParaRPr lang="en-US" sz="4000" kern="1200">
                  <a:solidFill>
                    <a:schemeClr val="tx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5" name="Freeform 144"/>
              <p:cNvSpPr>
                <a:spLocks noEditPoints="1"/>
              </p:cNvSpPr>
              <p:nvPr/>
            </p:nvSpPr>
            <p:spPr bwMode="auto">
              <a:xfrm>
                <a:off x="3362981" y="2341493"/>
                <a:ext cx="514019" cy="445753"/>
              </a:xfrm>
              <a:custGeom>
                <a:avLst/>
                <a:gdLst/>
                <a:ahLst/>
                <a:cxnLst>
                  <a:cxn ang="0">
                    <a:pos x="59" y="26"/>
                  </a:cxn>
                  <a:cxn ang="0">
                    <a:pos x="57" y="28"/>
                  </a:cxn>
                  <a:cxn ang="0">
                    <a:pos x="20" y="32"/>
                  </a:cxn>
                  <a:cxn ang="0">
                    <a:pos x="20" y="35"/>
                  </a:cxn>
                  <a:cxn ang="0">
                    <a:pos x="19" y="37"/>
                  </a:cxn>
                  <a:cxn ang="0">
                    <a:pos x="52" y="37"/>
                  </a:cxn>
                  <a:cxn ang="0">
                    <a:pos x="55" y="39"/>
                  </a:cxn>
                  <a:cxn ang="0">
                    <a:pos x="52" y="42"/>
                  </a:cxn>
                  <a:cxn ang="0">
                    <a:pos x="16" y="42"/>
                  </a:cxn>
                  <a:cxn ang="0">
                    <a:pos x="13" y="39"/>
                  </a:cxn>
                  <a:cxn ang="0">
                    <a:pos x="16" y="34"/>
                  </a:cxn>
                  <a:cxn ang="0">
                    <a:pos x="9" y="5"/>
                  </a:cxn>
                  <a:cxn ang="0">
                    <a:pos x="2" y="5"/>
                  </a:cxn>
                  <a:cxn ang="0">
                    <a:pos x="0" y="3"/>
                  </a:cxn>
                  <a:cxn ang="0">
                    <a:pos x="2" y="0"/>
                  </a:cxn>
                  <a:cxn ang="0">
                    <a:pos x="11" y="0"/>
                  </a:cxn>
                  <a:cxn ang="0">
                    <a:pos x="14" y="5"/>
                  </a:cxn>
                  <a:cxn ang="0">
                    <a:pos x="57" y="5"/>
                  </a:cxn>
                  <a:cxn ang="0">
                    <a:pos x="59" y="7"/>
                  </a:cxn>
                  <a:cxn ang="0">
                    <a:pos x="59" y="26"/>
                  </a:cxn>
                  <a:cxn ang="0">
                    <a:pos x="18" y="51"/>
                  </a:cxn>
                  <a:cxn ang="0">
                    <a:pos x="13" y="46"/>
                  </a:cxn>
                  <a:cxn ang="0">
                    <a:pos x="18" y="42"/>
                  </a:cxn>
                  <a:cxn ang="0">
                    <a:pos x="23" y="46"/>
                  </a:cxn>
                  <a:cxn ang="0">
                    <a:pos x="18" y="51"/>
                  </a:cxn>
                  <a:cxn ang="0">
                    <a:pos x="50" y="51"/>
                  </a:cxn>
                  <a:cxn ang="0">
                    <a:pos x="45" y="46"/>
                  </a:cxn>
                  <a:cxn ang="0">
                    <a:pos x="50" y="42"/>
                  </a:cxn>
                  <a:cxn ang="0">
                    <a:pos x="55" y="46"/>
                  </a:cxn>
                  <a:cxn ang="0">
                    <a:pos x="50" y="51"/>
                  </a:cxn>
                </a:cxnLst>
                <a:rect l="0" t="0" r="r" b="b"/>
                <a:pathLst>
                  <a:path w="59" h="51">
                    <a:moveTo>
                      <a:pt x="59" y="26"/>
                    </a:moveTo>
                    <a:cubicBezTo>
                      <a:pt x="59" y="27"/>
                      <a:pt x="58" y="28"/>
                      <a:pt x="57" y="28"/>
                    </a:cubicBezTo>
                    <a:cubicBezTo>
                      <a:pt x="20" y="32"/>
                      <a:pt x="20" y="32"/>
                      <a:pt x="20" y="32"/>
                    </a:cubicBezTo>
                    <a:cubicBezTo>
                      <a:pt x="20" y="33"/>
                      <a:pt x="20" y="34"/>
                      <a:pt x="20" y="35"/>
                    </a:cubicBezTo>
                    <a:cubicBezTo>
                      <a:pt x="20" y="36"/>
                      <a:pt x="20" y="36"/>
                      <a:pt x="19" y="37"/>
                    </a:cubicBezTo>
                    <a:cubicBezTo>
                      <a:pt x="52" y="37"/>
                      <a:pt x="52" y="37"/>
                      <a:pt x="52" y="37"/>
                    </a:cubicBezTo>
                    <a:cubicBezTo>
                      <a:pt x="54" y="37"/>
                      <a:pt x="55" y="38"/>
                      <a:pt x="55" y="39"/>
                    </a:cubicBezTo>
                    <a:cubicBezTo>
                      <a:pt x="55" y="41"/>
                      <a:pt x="54" y="42"/>
                      <a:pt x="52" y="42"/>
                    </a:cubicBezTo>
                    <a:cubicBezTo>
                      <a:pt x="16" y="42"/>
                      <a:pt x="16" y="42"/>
                      <a:pt x="16" y="42"/>
                    </a:cubicBezTo>
                    <a:cubicBezTo>
                      <a:pt x="15" y="42"/>
                      <a:pt x="13" y="41"/>
                      <a:pt x="13" y="39"/>
                    </a:cubicBezTo>
                    <a:cubicBezTo>
                      <a:pt x="13" y="38"/>
                      <a:pt x="15" y="35"/>
                      <a:pt x="16" y="34"/>
                    </a:cubicBezTo>
                    <a:cubicBezTo>
                      <a:pt x="9" y="5"/>
                      <a:pt x="9" y="5"/>
                      <a:pt x="9" y="5"/>
                    </a:cubicBezTo>
                    <a:cubicBezTo>
                      <a:pt x="2" y="5"/>
                      <a:pt x="2" y="5"/>
                      <a:pt x="2" y="5"/>
                    </a:cubicBezTo>
                    <a:cubicBezTo>
                      <a:pt x="1" y="5"/>
                      <a:pt x="0" y="4"/>
                      <a:pt x="0" y="3"/>
                    </a:cubicBezTo>
                    <a:cubicBezTo>
                      <a:pt x="0" y="2"/>
                      <a:pt x="1" y="0"/>
                      <a:pt x="2" y="0"/>
                    </a:cubicBezTo>
                    <a:cubicBezTo>
                      <a:pt x="11" y="0"/>
                      <a:pt x="11" y="0"/>
                      <a:pt x="11" y="0"/>
                    </a:cubicBezTo>
                    <a:cubicBezTo>
                      <a:pt x="14" y="0"/>
                      <a:pt x="14" y="3"/>
                      <a:pt x="14" y="5"/>
                    </a:cubicBezTo>
                    <a:cubicBezTo>
                      <a:pt x="57" y="5"/>
                      <a:pt x="57" y="5"/>
                      <a:pt x="57" y="5"/>
                    </a:cubicBezTo>
                    <a:cubicBezTo>
                      <a:pt x="58" y="5"/>
                      <a:pt x="59" y="6"/>
                      <a:pt x="59" y="7"/>
                    </a:cubicBezTo>
                    <a:lnTo>
                      <a:pt x="59" y="26"/>
                    </a:lnTo>
                    <a:close/>
                    <a:moveTo>
                      <a:pt x="18" y="51"/>
                    </a:moveTo>
                    <a:cubicBezTo>
                      <a:pt x="16" y="51"/>
                      <a:pt x="13" y="49"/>
                      <a:pt x="13" y="46"/>
                    </a:cubicBezTo>
                    <a:cubicBezTo>
                      <a:pt x="13" y="44"/>
                      <a:pt x="16" y="42"/>
                      <a:pt x="18" y="42"/>
                    </a:cubicBezTo>
                    <a:cubicBezTo>
                      <a:pt x="21" y="42"/>
                      <a:pt x="23" y="44"/>
                      <a:pt x="23" y="46"/>
                    </a:cubicBezTo>
                    <a:cubicBezTo>
                      <a:pt x="23" y="49"/>
                      <a:pt x="21" y="51"/>
                      <a:pt x="18" y="51"/>
                    </a:cubicBezTo>
                    <a:close/>
                    <a:moveTo>
                      <a:pt x="50" y="51"/>
                    </a:moveTo>
                    <a:cubicBezTo>
                      <a:pt x="47" y="51"/>
                      <a:pt x="45" y="49"/>
                      <a:pt x="45" y="46"/>
                    </a:cubicBezTo>
                    <a:cubicBezTo>
                      <a:pt x="45" y="44"/>
                      <a:pt x="47" y="42"/>
                      <a:pt x="50" y="42"/>
                    </a:cubicBezTo>
                    <a:cubicBezTo>
                      <a:pt x="53" y="42"/>
                      <a:pt x="55" y="44"/>
                      <a:pt x="55" y="46"/>
                    </a:cubicBezTo>
                    <a:cubicBezTo>
                      <a:pt x="55" y="49"/>
                      <a:pt x="53" y="51"/>
                      <a:pt x="50" y="51"/>
                    </a:cubicBezTo>
                    <a:close/>
                  </a:path>
                </a:pathLst>
              </a:custGeom>
              <a:solidFill>
                <a:schemeClr val="bg1"/>
              </a:soli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42" name="Group 113"/>
            <p:cNvGrpSpPr/>
            <p:nvPr/>
          </p:nvGrpSpPr>
          <p:grpSpPr>
            <a:xfrm>
              <a:off x="6483447" y="3171689"/>
              <a:ext cx="987150" cy="987150"/>
              <a:chOff x="4962525" y="2070794"/>
              <a:chExt cx="987150" cy="987150"/>
            </a:xfrm>
          </p:grpSpPr>
          <p:sp>
            <p:nvSpPr>
              <p:cNvPr id="52" name="Freeform 92"/>
              <p:cNvSpPr/>
              <p:nvPr/>
            </p:nvSpPr>
            <p:spPr>
              <a:xfrm>
                <a:off x="4962525" y="2070794"/>
                <a:ext cx="987150" cy="987150"/>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rgbClr val="7F7F7F"/>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82880" rIns="158008" bIns="158008" numCol="1" spcCol="1270" anchor="ctr" anchorCtr="0">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defTabSz="889000">
                  <a:lnSpc>
                    <a:spcPct val="90000"/>
                  </a:lnSpc>
                  <a:spcBef>
                    <a:spcPct val="0"/>
                  </a:spcBef>
                  <a:spcAft>
                    <a:spcPct val="35000"/>
                  </a:spcAft>
                </a:pPr>
                <a:endParaRPr lang="en-US" sz="4000" kern="1200">
                  <a:solidFill>
                    <a:schemeClr val="tx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3" name="Freeform 71"/>
              <p:cNvSpPr>
                <a:spLocks noEditPoints="1"/>
              </p:cNvSpPr>
              <p:nvPr/>
            </p:nvSpPr>
            <p:spPr bwMode="auto">
              <a:xfrm>
                <a:off x="5207467" y="2331398"/>
                <a:ext cx="497266" cy="465942"/>
              </a:xfrm>
              <a:custGeom>
                <a:avLst/>
                <a:gdLst/>
                <a:ahLst/>
                <a:cxnLst>
                  <a:cxn ang="0">
                    <a:pos x="65" y="22"/>
                  </a:cxn>
                  <a:cxn ang="0">
                    <a:pos x="26" y="45"/>
                  </a:cxn>
                  <a:cxn ang="0">
                    <a:pos x="0" y="26"/>
                  </a:cxn>
                  <a:cxn ang="0">
                    <a:pos x="39" y="0"/>
                  </a:cxn>
                  <a:cxn ang="0">
                    <a:pos x="65" y="22"/>
                  </a:cxn>
                  <a:cxn ang="0">
                    <a:pos x="65" y="69"/>
                  </a:cxn>
                  <a:cxn ang="0">
                    <a:pos x="39" y="91"/>
                  </a:cxn>
                  <a:cxn ang="0">
                    <a:pos x="0" y="67"/>
                  </a:cxn>
                  <a:cxn ang="0">
                    <a:pos x="26" y="45"/>
                  </a:cxn>
                  <a:cxn ang="0">
                    <a:pos x="65" y="69"/>
                  </a:cxn>
                  <a:cxn ang="0">
                    <a:pos x="101" y="97"/>
                  </a:cxn>
                  <a:cxn ang="0">
                    <a:pos x="65" y="119"/>
                  </a:cxn>
                  <a:cxn ang="0">
                    <a:pos x="65" y="119"/>
                  </a:cxn>
                  <a:cxn ang="0">
                    <a:pos x="65" y="119"/>
                  </a:cxn>
                  <a:cxn ang="0">
                    <a:pos x="65" y="119"/>
                  </a:cxn>
                  <a:cxn ang="0">
                    <a:pos x="65" y="119"/>
                  </a:cxn>
                  <a:cxn ang="0">
                    <a:pos x="26" y="97"/>
                  </a:cxn>
                  <a:cxn ang="0">
                    <a:pos x="26" y="89"/>
                  </a:cxn>
                  <a:cxn ang="0">
                    <a:pos x="39" y="95"/>
                  </a:cxn>
                  <a:cxn ang="0">
                    <a:pos x="65" y="74"/>
                  </a:cxn>
                  <a:cxn ang="0">
                    <a:pos x="65" y="74"/>
                  </a:cxn>
                  <a:cxn ang="0">
                    <a:pos x="65" y="74"/>
                  </a:cxn>
                  <a:cxn ang="0">
                    <a:pos x="65" y="74"/>
                  </a:cxn>
                  <a:cxn ang="0">
                    <a:pos x="65" y="74"/>
                  </a:cxn>
                  <a:cxn ang="0">
                    <a:pos x="91" y="95"/>
                  </a:cxn>
                  <a:cxn ang="0">
                    <a:pos x="101" y="89"/>
                  </a:cxn>
                  <a:cxn ang="0">
                    <a:pos x="101" y="97"/>
                  </a:cxn>
                  <a:cxn ang="0">
                    <a:pos x="127" y="26"/>
                  </a:cxn>
                  <a:cxn ang="0">
                    <a:pos x="101" y="45"/>
                  </a:cxn>
                  <a:cxn ang="0">
                    <a:pos x="65" y="22"/>
                  </a:cxn>
                  <a:cxn ang="0">
                    <a:pos x="91" y="0"/>
                  </a:cxn>
                  <a:cxn ang="0">
                    <a:pos x="127" y="26"/>
                  </a:cxn>
                  <a:cxn ang="0">
                    <a:pos x="127" y="67"/>
                  </a:cxn>
                  <a:cxn ang="0">
                    <a:pos x="91" y="91"/>
                  </a:cxn>
                  <a:cxn ang="0">
                    <a:pos x="65" y="69"/>
                  </a:cxn>
                  <a:cxn ang="0">
                    <a:pos x="101" y="45"/>
                  </a:cxn>
                  <a:cxn ang="0">
                    <a:pos x="127" y="67"/>
                  </a:cxn>
                </a:cxnLst>
                <a:rect l="0" t="0" r="r" b="b"/>
                <a:pathLst>
                  <a:path w="127" h="119">
                    <a:moveTo>
                      <a:pt x="65" y="22"/>
                    </a:moveTo>
                    <a:lnTo>
                      <a:pt x="26" y="45"/>
                    </a:lnTo>
                    <a:lnTo>
                      <a:pt x="0" y="26"/>
                    </a:lnTo>
                    <a:lnTo>
                      <a:pt x="39" y="0"/>
                    </a:lnTo>
                    <a:lnTo>
                      <a:pt x="65" y="22"/>
                    </a:lnTo>
                    <a:close/>
                    <a:moveTo>
                      <a:pt x="65" y="69"/>
                    </a:moveTo>
                    <a:lnTo>
                      <a:pt x="39" y="91"/>
                    </a:lnTo>
                    <a:lnTo>
                      <a:pt x="0" y="67"/>
                    </a:lnTo>
                    <a:lnTo>
                      <a:pt x="26" y="45"/>
                    </a:lnTo>
                    <a:lnTo>
                      <a:pt x="65" y="69"/>
                    </a:lnTo>
                    <a:close/>
                    <a:moveTo>
                      <a:pt x="101" y="97"/>
                    </a:moveTo>
                    <a:lnTo>
                      <a:pt x="65" y="119"/>
                    </a:lnTo>
                    <a:lnTo>
                      <a:pt x="65" y="119"/>
                    </a:lnTo>
                    <a:lnTo>
                      <a:pt x="65" y="119"/>
                    </a:lnTo>
                    <a:lnTo>
                      <a:pt x="65" y="119"/>
                    </a:lnTo>
                    <a:lnTo>
                      <a:pt x="65" y="119"/>
                    </a:lnTo>
                    <a:lnTo>
                      <a:pt x="26" y="97"/>
                    </a:lnTo>
                    <a:lnTo>
                      <a:pt x="26" y="89"/>
                    </a:lnTo>
                    <a:lnTo>
                      <a:pt x="39" y="95"/>
                    </a:lnTo>
                    <a:lnTo>
                      <a:pt x="65" y="74"/>
                    </a:lnTo>
                    <a:lnTo>
                      <a:pt x="65" y="74"/>
                    </a:lnTo>
                    <a:lnTo>
                      <a:pt x="65" y="74"/>
                    </a:lnTo>
                    <a:lnTo>
                      <a:pt x="65" y="74"/>
                    </a:lnTo>
                    <a:lnTo>
                      <a:pt x="65" y="74"/>
                    </a:lnTo>
                    <a:lnTo>
                      <a:pt x="91" y="95"/>
                    </a:lnTo>
                    <a:lnTo>
                      <a:pt x="101" y="89"/>
                    </a:lnTo>
                    <a:lnTo>
                      <a:pt x="101" y="97"/>
                    </a:lnTo>
                    <a:close/>
                    <a:moveTo>
                      <a:pt x="127" y="26"/>
                    </a:moveTo>
                    <a:lnTo>
                      <a:pt x="101" y="45"/>
                    </a:lnTo>
                    <a:lnTo>
                      <a:pt x="65" y="22"/>
                    </a:lnTo>
                    <a:lnTo>
                      <a:pt x="91" y="0"/>
                    </a:lnTo>
                    <a:lnTo>
                      <a:pt x="127" y="26"/>
                    </a:lnTo>
                    <a:close/>
                    <a:moveTo>
                      <a:pt x="127" y="67"/>
                    </a:moveTo>
                    <a:lnTo>
                      <a:pt x="91" y="91"/>
                    </a:lnTo>
                    <a:lnTo>
                      <a:pt x="65" y="69"/>
                    </a:lnTo>
                    <a:lnTo>
                      <a:pt x="101" y="45"/>
                    </a:lnTo>
                    <a:lnTo>
                      <a:pt x="127" y="67"/>
                    </a:lnTo>
                    <a:close/>
                  </a:path>
                </a:pathLst>
              </a:custGeom>
              <a:solidFill>
                <a:schemeClr val="bg1"/>
              </a:soli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43" name="Group 123"/>
            <p:cNvGrpSpPr/>
            <p:nvPr/>
          </p:nvGrpSpPr>
          <p:grpSpPr>
            <a:xfrm>
              <a:off x="8312247" y="3171689"/>
              <a:ext cx="987150" cy="987150"/>
              <a:chOff x="6791325" y="2070794"/>
              <a:chExt cx="987150" cy="987150"/>
            </a:xfrm>
          </p:grpSpPr>
          <p:sp>
            <p:nvSpPr>
              <p:cNvPr id="44" name="Freeform 99"/>
              <p:cNvSpPr/>
              <p:nvPr/>
            </p:nvSpPr>
            <p:spPr>
              <a:xfrm>
                <a:off x="6791325" y="2070794"/>
                <a:ext cx="987150" cy="987150"/>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rgbClr val="335C80"/>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82880" rIns="158008" bIns="158008" numCol="1" spcCol="1270" anchor="ctr" anchorCtr="0">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defTabSz="889000">
                  <a:lnSpc>
                    <a:spcPct val="90000"/>
                  </a:lnSpc>
                  <a:spcBef>
                    <a:spcPct val="0"/>
                  </a:spcBef>
                  <a:spcAft>
                    <a:spcPct val="35000"/>
                  </a:spcAft>
                </a:pPr>
                <a:endParaRPr lang="en-US" sz="4000" kern="1200">
                  <a:solidFill>
                    <a:schemeClr val="tx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nvGrpSpPr>
              <p:cNvPr id="45" name="Group 133"/>
              <p:cNvGrpSpPr/>
              <p:nvPr/>
            </p:nvGrpSpPr>
            <p:grpSpPr>
              <a:xfrm>
                <a:off x="6997703" y="2311400"/>
                <a:ext cx="504549" cy="505564"/>
                <a:chOff x="2436813" y="361950"/>
                <a:chExt cx="790575" cy="792163"/>
              </a:xfrm>
              <a:solidFill>
                <a:schemeClr val="bg1"/>
              </a:solidFill>
            </p:grpSpPr>
            <p:sp>
              <p:nvSpPr>
                <p:cNvPr id="46" name="Freeform 6"/>
                <p:cNvSpPr>
                  <a:spLocks noEditPoints="1"/>
                </p:cNvSpPr>
                <p:nvPr/>
              </p:nvSpPr>
              <p:spPr bwMode="auto">
                <a:xfrm>
                  <a:off x="2436813" y="509588"/>
                  <a:ext cx="692150" cy="446088"/>
                </a:xfrm>
                <a:custGeom>
                  <a:avLst/>
                  <a:gdLst/>
                  <a:ahLst/>
                  <a:cxnLst>
                    <a:cxn ang="0">
                      <a:pos x="436" y="281"/>
                    </a:cxn>
                    <a:cxn ang="0">
                      <a:pos x="177" y="281"/>
                    </a:cxn>
                    <a:cxn ang="0">
                      <a:pos x="68" y="31"/>
                    </a:cxn>
                    <a:cxn ang="0">
                      <a:pos x="0" y="31"/>
                    </a:cxn>
                    <a:cxn ang="0">
                      <a:pos x="0" y="0"/>
                    </a:cxn>
                    <a:cxn ang="0">
                      <a:pos x="88" y="0"/>
                    </a:cxn>
                    <a:cxn ang="0">
                      <a:pos x="197" y="250"/>
                    </a:cxn>
                    <a:cxn ang="0">
                      <a:pos x="436" y="250"/>
                    </a:cxn>
                    <a:cxn ang="0">
                      <a:pos x="436" y="281"/>
                    </a:cxn>
                    <a:cxn ang="0">
                      <a:pos x="436" y="281"/>
                    </a:cxn>
                    <a:cxn ang="0">
                      <a:pos x="436" y="281"/>
                    </a:cxn>
                  </a:cxnLst>
                  <a:rect l="0" t="0" r="r" b="b"/>
                  <a:pathLst>
                    <a:path w="436" h="281">
                      <a:moveTo>
                        <a:pt x="436" y="281"/>
                      </a:moveTo>
                      <a:lnTo>
                        <a:pt x="177" y="281"/>
                      </a:lnTo>
                      <a:lnTo>
                        <a:pt x="68" y="31"/>
                      </a:lnTo>
                      <a:lnTo>
                        <a:pt x="0" y="31"/>
                      </a:lnTo>
                      <a:lnTo>
                        <a:pt x="0" y="0"/>
                      </a:lnTo>
                      <a:lnTo>
                        <a:pt x="88" y="0"/>
                      </a:lnTo>
                      <a:lnTo>
                        <a:pt x="197" y="250"/>
                      </a:lnTo>
                      <a:lnTo>
                        <a:pt x="436" y="250"/>
                      </a:lnTo>
                      <a:lnTo>
                        <a:pt x="436" y="281"/>
                      </a:lnTo>
                      <a:close/>
                      <a:moveTo>
                        <a:pt x="436" y="281"/>
                      </a:moveTo>
                      <a:lnTo>
                        <a:pt x="436" y="281"/>
                      </a:lnTo>
                      <a:close/>
                    </a:path>
                  </a:pathLst>
                </a:custGeom>
                <a:grp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47" name="Freeform 7"/>
                <p:cNvSpPr>
                  <a:spLocks noEditPoints="1"/>
                </p:cNvSpPr>
                <p:nvPr/>
              </p:nvSpPr>
              <p:spPr bwMode="auto">
                <a:xfrm>
                  <a:off x="2436813" y="509588"/>
                  <a:ext cx="692150" cy="446088"/>
                </a:xfrm>
                <a:custGeom>
                  <a:avLst/>
                  <a:gdLst/>
                  <a:ahLst/>
                  <a:cxnLst>
                    <a:cxn ang="0">
                      <a:pos x="436" y="281"/>
                    </a:cxn>
                    <a:cxn ang="0">
                      <a:pos x="177" y="281"/>
                    </a:cxn>
                    <a:cxn ang="0">
                      <a:pos x="68" y="31"/>
                    </a:cxn>
                    <a:cxn ang="0">
                      <a:pos x="0" y="31"/>
                    </a:cxn>
                    <a:cxn ang="0">
                      <a:pos x="0" y="0"/>
                    </a:cxn>
                    <a:cxn ang="0">
                      <a:pos x="88" y="0"/>
                    </a:cxn>
                    <a:cxn ang="0">
                      <a:pos x="197" y="250"/>
                    </a:cxn>
                    <a:cxn ang="0">
                      <a:pos x="436" y="250"/>
                    </a:cxn>
                    <a:cxn ang="0">
                      <a:pos x="436" y="281"/>
                    </a:cxn>
                    <a:cxn ang="0">
                      <a:pos x="436" y="281"/>
                    </a:cxn>
                    <a:cxn ang="0">
                      <a:pos x="436" y="281"/>
                    </a:cxn>
                  </a:cxnLst>
                  <a:rect l="0" t="0" r="r" b="b"/>
                  <a:pathLst>
                    <a:path w="436" h="281">
                      <a:moveTo>
                        <a:pt x="436" y="281"/>
                      </a:moveTo>
                      <a:lnTo>
                        <a:pt x="177" y="281"/>
                      </a:lnTo>
                      <a:lnTo>
                        <a:pt x="68" y="31"/>
                      </a:lnTo>
                      <a:lnTo>
                        <a:pt x="0" y="31"/>
                      </a:lnTo>
                      <a:lnTo>
                        <a:pt x="0" y="0"/>
                      </a:lnTo>
                      <a:lnTo>
                        <a:pt x="88" y="0"/>
                      </a:lnTo>
                      <a:lnTo>
                        <a:pt x="197" y="250"/>
                      </a:lnTo>
                      <a:lnTo>
                        <a:pt x="436" y="250"/>
                      </a:lnTo>
                      <a:lnTo>
                        <a:pt x="436" y="281"/>
                      </a:lnTo>
                      <a:moveTo>
                        <a:pt x="436" y="281"/>
                      </a:moveTo>
                      <a:lnTo>
                        <a:pt x="436" y="281"/>
                      </a:lnTo>
                    </a:path>
                  </a:pathLst>
                </a:custGeom>
                <a:grp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48" name="Freeform 8"/>
                <p:cNvSpPr>
                  <a:spLocks noEditPoints="1"/>
                </p:cNvSpPr>
                <p:nvPr/>
              </p:nvSpPr>
              <p:spPr bwMode="auto">
                <a:xfrm>
                  <a:off x="2733675" y="1006475"/>
                  <a:ext cx="147638" cy="147638"/>
                </a:xfrm>
                <a:custGeom>
                  <a:avLst/>
                  <a:gdLst/>
                  <a:ahLst/>
                  <a:cxnLst>
                    <a:cxn ang="0">
                      <a:pos x="109" y="54"/>
                    </a:cxn>
                    <a:cxn ang="0">
                      <a:pos x="54" y="109"/>
                    </a:cxn>
                    <a:cxn ang="0">
                      <a:pos x="0" y="54"/>
                    </a:cxn>
                    <a:cxn ang="0">
                      <a:pos x="54" y="0"/>
                    </a:cxn>
                    <a:cxn ang="0">
                      <a:pos x="109" y="54"/>
                    </a:cxn>
                    <a:cxn ang="0">
                      <a:pos x="109" y="54"/>
                    </a:cxn>
                    <a:cxn ang="0">
                      <a:pos x="109" y="54"/>
                    </a:cxn>
                  </a:cxnLst>
                  <a:rect l="0" t="0" r="r" b="b"/>
                  <a:pathLst>
                    <a:path w="109" h="109">
                      <a:moveTo>
                        <a:pt x="109" y="54"/>
                      </a:moveTo>
                      <a:cubicBezTo>
                        <a:pt x="109" y="84"/>
                        <a:pt x="84" y="109"/>
                        <a:pt x="54" y="109"/>
                      </a:cubicBezTo>
                      <a:cubicBezTo>
                        <a:pt x="24" y="109"/>
                        <a:pt x="0" y="84"/>
                        <a:pt x="0" y="54"/>
                      </a:cubicBezTo>
                      <a:cubicBezTo>
                        <a:pt x="0" y="24"/>
                        <a:pt x="24" y="0"/>
                        <a:pt x="54" y="0"/>
                      </a:cubicBezTo>
                      <a:cubicBezTo>
                        <a:pt x="84" y="0"/>
                        <a:pt x="109" y="24"/>
                        <a:pt x="109" y="54"/>
                      </a:cubicBezTo>
                      <a:close/>
                      <a:moveTo>
                        <a:pt x="109" y="54"/>
                      </a:moveTo>
                      <a:cubicBezTo>
                        <a:pt x="109" y="54"/>
                        <a:pt x="109" y="54"/>
                        <a:pt x="109" y="54"/>
                      </a:cubicBezTo>
                    </a:path>
                  </a:pathLst>
                </a:custGeom>
                <a:grp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49" name="Freeform 9"/>
                <p:cNvSpPr>
                  <a:spLocks noEditPoints="1"/>
                </p:cNvSpPr>
                <p:nvPr/>
              </p:nvSpPr>
              <p:spPr bwMode="auto">
                <a:xfrm>
                  <a:off x="2981325" y="1006475"/>
                  <a:ext cx="147638" cy="147638"/>
                </a:xfrm>
                <a:custGeom>
                  <a:avLst/>
                  <a:gdLst/>
                  <a:ahLst/>
                  <a:cxnLst>
                    <a:cxn ang="0">
                      <a:pos x="109" y="54"/>
                    </a:cxn>
                    <a:cxn ang="0">
                      <a:pos x="54" y="109"/>
                    </a:cxn>
                    <a:cxn ang="0">
                      <a:pos x="0" y="54"/>
                    </a:cxn>
                    <a:cxn ang="0">
                      <a:pos x="54" y="0"/>
                    </a:cxn>
                    <a:cxn ang="0">
                      <a:pos x="109" y="54"/>
                    </a:cxn>
                    <a:cxn ang="0">
                      <a:pos x="109" y="54"/>
                    </a:cxn>
                    <a:cxn ang="0">
                      <a:pos x="109" y="54"/>
                    </a:cxn>
                  </a:cxnLst>
                  <a:rect l="0" t="0" r="r" b="b"/>
                  <a:pathLst>
                    <a:path w="109" h="109">
                      <a:moveTo>
                        <a:pt x="109" y="54"/>
                      </a:moveTo>
                      <a:cubicBezTo>
                        <a:pt x="109" y="84"/>
                        <a:pt x="84" y="109"/>
                        <a:pt x="54" y="109"/>
                      </a:cubicBezTo>
                      <a:cubicBezTo>
                        <a:pt x="24" y="109"/>
                        <a:pt x="0" y="84"/>
                        <a:pt x="0" y="54"/>
                      </a:cubicBezTo>
                      <a:cubicBezTo>
                        <a:pt x="0" y="24"/>
                        <a:pt x="24" y="0"/>
                        <a:pt x="54" y="0"/>
                      </a:cubicBezTo>
                      <a:cubicBezTo>
                        <a:pt x="84" y="0"/>
                        <a:pt x="109" y="24"/>
                        <a:pt x="109" y="54"/>
                      </a:cubicBezTo>
                      <a:close/>
                      <a:moveTo>
                        <a:pt x="109" y="54"/>
                      </a:moveTo>
                      <a:cubicBezTo>
                        <a:pt x="109" y="54"/>
                        <a:pt x="109" y="54"/>
                        <a:pt x="109" y="54"/>
                      </a:cubicBezTo>
                    </a:path>
                  </a:pathLst>
                </a:custGeom>
                <a:grp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0" name="Freeform 10"/>
                <p:cNvSpPr>
                  <a:spLocks noEditPoints="1"/>
                </p:cNvSpPr>
                <p:nvPr/>
              </p:nvSpPr>
              <p:spPr bwMode="auto">
                <a:xfrm>
                  <a:off x="2684463" y="609600"/>
                  <a:ext cx="501649" cy="247650"/>
                </a:xfrm>
                <a:custGeom>
                  <a:avLst/>
                  <a:gdLst/>
                  <a:ahLst/>
                  <a:cxnLst>
                    <a:cxn ang="0">
                      <a:pos x="273" y="109"/>
                    </a:cxn>
                    <a:cxn ang="0">
                      <a:pos x="120" y="0"/>
                    </a:cxn>
                    <a:cxn ang="0">
                      <a:pos x="0" y="0"/>
                    </a:cxn>
                    <a:cxn ang="0">
                      <a:pos x="73" y="182"/>
                    </a:cxn>
                    <a:cxn ang="0">
                      <a:pos x="328" y="182"/>
                    </a:cxn>
                    <a:cxn ang="0">
                      <a:pos x="370" y="77"/>
                    </a:cxn>
                    <a:cxn ang="0">
                      <a:pos x="273" y="109"/>
                    </a:cxn>
                    <a:cxn ang="0">
                      <a:pos x="273" y="109"/>
                    </a:cxn>
                    <a:cxn ang="0">
                      <a:pos x="273" y="109"/>
                    </a:cxn>
                  </a:cxnLst>
                  <a:rect l="0" t="0" r="r" b="b"/>
                  <a:pathLst>
                    <a:path w="370" h="182">
                      <a:moveTo>
                        <a:pt x="273" y="109"/>
                      </a:moveTo>
                      <a:cubicBezTo>
                        <a:pt x="202" y="109"/>
                        <a:pt x="142" y="63"/>
                        <a:pt x="120" y="0"/>
                      </a:cubicBezTo>
                      <a:cubicBezTo>
                        <a:pt x="0" y="0"/>
                        <a:pt x="0" y="0"/>
                        <a:pt x="0" y="0"/>
                      </a:cubicBezTo>
                      <a:cubicBezTo>
                        <a:pt x="73" y="182"/>
                        <a:pt x="73" y="182"/>
                        <a:pt x="73" y="182"/>
                      </a:cubicBezTo>
                      <a:cubicBezTo>
                        <a:pt x="328" y="182"/>
                        <a:pt x="328" y="182"/>
                        <a:pt x="328" y="182"/>
                      </a:cubicBezTo>
                      <a:cubicBezTo>
                        <a:pt x="370" y="77"/>
                        <a:pt x="370" y="77"/>
                        <a:pt x="370" y="77"/>
                      </a:cubicBezTo>
                      <a:cubicBezTo>
                        <a:pt x="343" y="97"/>
                        <a:pt x="309" y="109"/>
                        <a:pt x="273" y="109"/>
                      </a:cubicBezTo>
                      <a:close/>
                      <a:moveTo>
                        <a:pt x="273" y="109"/>
                      </a:moveTo>
                      <a:cubicBezTo>
                        <a:pt x="273" y="109"/>
                        <a:pt x="273" y="109"/>
                        <a:pt x="273" y="109"/>
                      </a:cubicBezTo>
                    </a:path>
                  </a:pathLst>
                </a:custGeom>
                <a:grp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1" name="Freeform 11"/>
                <p:cNvSpPr>
                  <a:spLocks noEditPoints="1"/>
                </p:cNvSpPr>
                <p:nvPr/>
              </p:nvSpPr>
              <p:spPr bwMode="auto">
                <a:xfrm>
                  <a:off x="2881313" y="361950"/>
                  <a:ext cx="346075" cy="346075"/>
                </a:xfrm>
                <a:custGeom>
                  <a:avLst/>
                  <a:gdLst/>
                  <a:ahLst/>
                  <a:cxnLst>
                    <a:cxn ang="0">
                      <a:pos x="127" y="0"/>
                    </a:cxn>
                    <a:cxn ang="0">
                      <a:pos x="0" y="127"/>
                    </a:cxn>
                    <a:cxn ang="0">
                      <a:pos x="127" y="254"/>
                    </a:cxn>
                    <a:cxn ang="0">
                      <a:pos x="255" y="127"/>
                    </a:cxn>
                    <a:cxn ang="0">
                      <a:pos x="127" y="0"/>
                    </a:cxn>
                    <a:cxn ang="0">
                      <a:pos x="108" y="191"/>
                    </a:cxn>
                    <a:cxn ang="0">
                      <a:pos x="44" y="127"/>
                    </a:cxn>
                    <a:cxn ang="0">
                      <a:pos x="69" y="101"/>
                    </a:cxn>
                    <a:cxn ang="0">
                      <a:pos x="108" y="140"/>
                    </a:cxn>
                    <a:cxn ang="0">
                      <a:pos x="185" y="63"/>
                    </a:cxn>
                    <a:cxn ang="0">
                      <a:pos x="211" y="89"/>
                    </a:cxn>
                    <a:cxn ang="0">
                      <a:pos x="108" y="191"/>
                    </a:cxn>
                    <a:cxn ang="0">
                      <a:pos x="108" y="191"/>
                    </a:cxn>
                    <a:cxn ang="0">
                      <a:pos x="108" y="191"/>
                    </a:cxn>
                  </a:cxnLst>
                  <a:rect l="0" t="0" r="r" b="b"/>
                  <a:pathLst>
                    <a:path w="255" h="254">
                      <a:moveTo>
                        <a:pt x="127" y="0"/>
                      </a:moveTo>
                      <a:cubicBezTo>
                        <a:pt x="57" y="0"/>
                        <a:pt x="0" y="57"/>
                        <a:pt x="0" y="127"/>
                      </a:cubicBezTo>
                      <a:cubicBezTo>
                        <a:pt x="0" y="197"/>
                        <a:pt x="57" y="254"/>
                        <a:pt x="127" y="254"/>
                      </a:cubicBezTo>
                      <a:cubicBezTo>
                        <a:pt x="198" y="254"/>
                        <a:pt x="255" y="197"/>
                        <a:pt x="255" y="127"/>
                      </a:cubicBezTo>
                      <a:cubicBezTo>
                        <a:pt x="255" y="57"/>
                        <a:pt x="198" y="0"/>
                        <a:pt x="127" y="0"/>
                      </a:cubicBezTo>
                      <a:close/>
                      <a:moveTo>
                        <a:pt x="108" y="191"/>
                      </a:moveTo>
                      <a:cubicBezTo>
                        <a:pt x="44" y="127"/>
                        <a:pt x="44" y="127"/>
                        <a:pt x="44" y="127"/>
                      </a:cubicBezTo>
                      <a:cubicBezTo>
                        <a:pt x="69" y="101"/>
                        <a:pt x="69" y="101"/>
                        <a:pt x="69" y="101"/>
                      </a:cubicBezTo>
                      <a:cubicBezTo>
                        <a:pt x="108" y="140"/>
                        <a:pt x="108" y="140"/>
                        <a:pt x="108" y="140"/>
                      </a:cubicBezTo>
                      <a:cubicBezTo>
                        <a:pt x="185" y="63"/>
                        <a:pt x="185" y="63"/>
                        <a:pt x="185" y="63"/>
                      </a:cubicBezTo>
                      <a:cubicBezTo>
                        <a:pt x="211" y="89"/>
                        <a:pt x="211" y="89"/>
                        <a:pt x="211" y="89"/>
                      </a:cubicBezTo>
                      <a:lnTo>
                        <a:pt x="108" y="191"/>
                      </a:lnTo>
                      <a:close/>
                      <a:moveTo>
                        <a:pt x="108" y="191"/>
                      </a:moveTo>
                      <a:cubicBezTo>
                        <a:pt x="108" y="191"/>
                        <a:pt x="108" y="191"/>
                        <a:pt x="108" y="191"/>
                      </a:cubicBezTo>
                    </a:path>
                  </a:pathLst>
                </a:custGeom>
                <a:grp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grpSp>
      <p:grpSp>
        <p:nvGrpSpPr>
          <p:cNvPr id="66" name="组合 65"/>
          <p:cNvGrpSpPr/>
          <p:nvPr/>
        </p:nvGrpSpPr>
        <p:grpSpPr>
          <a:xfrm>
            <a:off x="1108338" y="4246880"/>
            <a:ext cx="2312500" cy="1754327"/>
            <a:chOff x="2136360" y="3893492"/>
            <a:chExt cx="1886136" cy="1754327"/>
          </a:xfrm>
        </p:grpSpPr>
        <p:sp>
          <p:nvSpPr>
            <p:cNvPr id="67" name="文本框 66"/>
            <p:cNvSpPr txBox="1"/>
            <p:nvPr/>
          </p:nvSpPr>
          <p:spPr>
            <a:xfrm>
              <a:off x="2136360" y="4262824"/>
              <a:ext cx="1886136" cy="1384995"/>
            </a:xfrm>
            <a:prstGeom prst="rect">
              <a:avLst/>
            </a:prstGeom>
            <a:noFill/>
          </p:spPr>
          <p:txBody>
            <a:bodyPr wrap="square" rtlCol="0">
              <a:spAutoFit/>
            </a:bodyPr>
            <a:lstStyle/>
            <a:p>
              <a:pPr algn="ctr">
                <a:lnSpc>
                  <a:spcPct val="150000"/>
                </a:lnSpc>
                <a:defRPr/>
              </a:pPr>
              <a:r>
                <a:rPr lang="zh-CN" altLang="en-US" sz="1400">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400">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68" name="矩形 67"/>
            <p:cNvSpPr/>
            <p:nvPr/>
          </p:nvSpPr>
          <p:spPr>
            <a:xfrm>
              <a:off x="2502057" y="3893492"/>
              <a:ext cx="1154741" cy="461665"/>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sz="2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69" name="组合 68"/>
          <p:cNvGrpSpPr/>
          <p:nvPr/>
        </p:nvGrpSpPr>
        <p:grpSpPr>
          <a:xfrm>
            <a:off x="3670109" y="4246880"/>
            <a:ext cx="2312500" cy="1754327"/>
            <a:chOff x="2136360" y="3893492"/>
            <a:chExt cx="1886136" cy="1754327"/>
          </a:xfrm>
        </p:grpSpPr>
        <p:sp>
          <p:nvSpPr>
            <p:cNvPr id="70" name="文本框 69"/>
            <p:cNvSpPr txBox="1"/>
            <p:nvPr/>
          </p:nvSpPr>
          <p:spPr>
            <a:xfrm>
              <a:off x="2136360" y="4262824"/>
              <a:ext cx="1886136" cy="1384995"/>
            </a:xfrm>
            <a:prstGeom prst="rect">
              <a:avLst/>
            </a:prstGeom>
            <a:noFill/>
          </p:spPr>
          <p:txBody>
            <a:bodyPr wrap="square" rtlCol="0">
              <a:spAutoFit/>
            </a:bodyPr>
            <a:lstStyle/>
            <a:p>
              <a:pPr algn="ctr">
                <a:lnSpc>
                  <a:spcPct val="150000"/>
                </a:lnSpc>
                <a:defRPr/>
              </a:pPr>
              <a:r>
                <a:rPr lang="zh-CN" altLang="en-US" sz="1400">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400">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71" name="矩形 70"/>
            <p:cNvSpPr/>
            <p:nvPr/>
          </p:nvSpPr>
          <p:spPr>
            <a:xfrm>
              <a:off x="2502057" y="3893492"/>
              <a:ext cx="1154741" cy="461665"/>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sz="2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72" name="组合 71"/>
          <p:cNvGrpSpPr/>
          <p:nvPr/>
        </p:nvGrpSpPr>
        <p:grpSpPr>
          <a:xfrm>
            <a:off x="6231879" y="4246880"/>
            <a:ext cx="2312500" cy="1754327"/>
            <a:chOff x="2136360" y="3893492"/>
            <a:chExt cx="1886136" cy="1754327"/>
          </a:xfrm>
        </p:grpSpPr>
        <p:sp>
          <p:nvSpPr>
            <p:cNvPr id="73" name="文本框 72"/>
            <p:cNvSpPr txBox="1"/>
            <p:nvPr/>
          </p:nvSpPr>
          <p:spPr>
            <a:xfrm>
              <a:off x="2136360" y="4262824"/>
              <a:ext cx="1886136" cy="1384995"/>
            </a:xfrm>
            <a:prstGeom prst="rect">
              <a:avLst/>
            </a:prstGeom>
            <a:noFill/>
          </p:spPr>
          <p:txBody>
            <a:bodyPr wrap="square" rtlCol="0">
              <a:spAutoFit/>
            </a:bodyPr>
            <a:lstStyle/>
            <a:p>
              <a:pPr algn="ctr">
                <a:lnSpc>
                  <a:spcPct val="150000"/>
                </a:lnSpc>
                <a:defRPr/>
              </a:pPr>
              <a:r>
                <a:rPr lang="zh-CN" altLang="en-US" sz="1400">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400">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74" name="矩形 73"/>
            <p:cNvSpPr/>
            <p:nvPr/>
          </p:nvSpPr>
          <p:spPr>
            <a:xfrm>
              <a:off x="2502057" y="3893492"/>
              <a:ext cx="1154741" cy="461665"/>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sz="2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75" name="组合 74"/>
          <p:cNvGrpSpPr/>
          <p:nvPr/>
        </p:nvGrpSpPr>
        <p:grpSpPr>
          <a:xfrm>
            <a:off x="8793651" y="4246880"/>
            <a:ext cx="2312500" cy="1754327"/>
            <a:chOff x="2136360" y="3893492"/>
            <a:chExt cx="1886136" cy="1754327"/>
          </a:xfrm>
        </p:grpSpPr>
        <p:sp>
          <p:nvSpPr>
            <p:cNvPr id="76" name="文本框 75"/>
            <p:cNvSpPr txBox="1"/>
            <p:nvPr/>
          </p:nvSpPr>
          <p:spPr>
            <a:xfrm>
              <a:off x="2136360" y="4262824"/>
              <a:ext cx="1886136" cy="1384995"/>
            </a:xfrm>
            <a:prstGeom prst="rect">
              <a:avLst/>
            </a:prstGeom>
            <a:noFill/>
          </p:spPr>
          <p:txBody>
            <a:bodyPr wrap="square" rtlCol="0">
              <a:spAutoFit/>
            </a:bodyPr>
            <a:lstStyle/>
            <a:p>
              <a:pPr algn="ctr">
                <a:lnSpc>
                  <a:spcPct val="150000"/>
                </a:lnSpc>
                <a:defRPr/>
              </a:pPr>
              <a:r>
                <a:rPr lang="zh-CN" altLang="en-US" sz="1400">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400">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77" name="矩形 76"/>
            <p:cNvSpPr/>
            <p:nvPr/>
          </p:nvSpPr>
          <p:spPr>
            <a:xfrm>
              <a:off x="2502057" y="3893492"/>
              <a:ext cx="1154741" cy="461665"/>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sz="24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1000"/>
                                        <p:tgtEl>
                                          <p:spTgt spid="25"/>
                                        </p:tgtEl>
                                      </p:cBhvr>
                                    </p:animEffect>
                                    <p:anim calcmode="lin" valueType="num">
                                      <p:cBhvr>
                                        <p:cTn id="13" dur="1000" fill="hold"/>
                                        <p:tgtEl>
                                          <p:spTgt spid="25"/>
                                        </p:tgtEl>
                                        <p:attrNameLst>
                                          <p:attrName>ppt_x</p:attrName>
                                        </p:attrNameLst>
                                      </p:cBhvr>
                                      <p:tavLst>
                                        <p:tav tm="0">
                                          <p:val>
                                            <p:strVal val="#ppt_x"/>
                                          </p:val>
                                        </p:tav>
                                        <p:tav tm="100000">
                                          <p:val>
                                            <p:strVal val="#ppt_x"/>
                                          </p:val>
                                        </p:tav>
                                      </p:tavLst>
                                    </p:anim>
                                    <p:anim calcmode="lin" valueType="num">
                                      <p:cBhvr>
                                        <p:cTn id="14"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6"/>
                                        </p:tgtEl>
                                        <p:attrNameLst>
                                          <p:attrName>style.visibility</p:attrName>
                                        </p:attrNameLst>
                                      </p:cBhvr>
                                      <p:to>
                                        <p:strVal val="visible"/>
                                      </p:to>
                                    </p:set>
                                    <p:animEffect transition="in" filter="fade">
                                      <p:cBhvr>
                                        <p:cTn id="19" dur="1000"/>
                                        <p:tgtEl>
                                          <p:spTgt spid="66"/>
                                        </p:tgtEl>
                                      </p:cBhvr>
                                    </p:animEffect>
                                    <p:anim calcmode="lin" valueType="num">
                                      <p:cBhvr>
                                        <p:cTn id="20" dur="1000" fill="hold"/>
                                        <p:tgtEl>
                                          <p:spTgt spid="66"/>
                                        </p:tgtEl>
                                        <p:attrNameLst>
                                          <p:attrName>ppt_x</p:attrName>
                                        </p:attrNameLst>
                                      </p:cBhvr>
                                      <p:tavLst>
                                        <p:tav tm="0">
                                          <p:val>
                                            <p:strVal val="#ppt_x"/>
                                          </p:val>
                                        </p:tav>
                                        <p:tav tm="100000">
                                          <p:val>
                                            <p:strVal val="#ppt_x"/>
                                          </p:val>
                                        </p:tav>
                                      </p:tavLst>
                                    </p:anim>
                                    <p:anim calcmode="lin" valueType="num">
                                      <p:cBhvr>
                                        <p:cTn id="21" dur="1000" fill="hold"/>
                                        <p:tgtEl>
                                          <p:spTgt spid="6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69"/>
                                        </p:tgtEl>
                                        <p:attrNameLst>
                                          <p:attrName>style.visibility</p:attrName>
                                        </p:attrNameLst>
                                      </p:cBhvr>
                                      <p:to>
                                        <p:strVal val="visible"/>
                                      </p:to>
                                    </p:set>
                                    <p:animEffect transition="in" filter="fade">
                                      <p:cBhvr>
                                        <p:cTn id="26" dur="1000"/>
                                        <p:tgtEl>
                                          <p:spTgt spid="69"/>
                                        </p:tgtEl>
                                      </p:cBhvr>
                                    </p:animEffect>
                                    <p:anim calcmode="lin" valueType="num">
                                      <p:cBhvr>
                                        <p:cTn id="27" dur="1000" fill="hold"/>
                                        <p:tgtEl>
                                          <p:spTgt spid="69"/>
                                        </p:tgtEl>
                                        <p:attrNameLst>
                                          <p:attrName>ppt_x</p:attrName>
                                        </p:attrNameLst>
                                      </p:cBhvr>
                                      <p:tavLst>
                                        <p:tav tm="0">
                                          <p:val>
                                            <p:strVal val="#ppt_x"/>
                                          </p:val>
                                        </p:tav>
                                        <p:tav tm="100000">
                                          <p:val>
                                            <p:strVal val="#ppt_x"/>
                                          </p:val>
                                        </p:tav>
                                      </p:tavLst>
                                    </p:anim>
                                    <p:anim calcmode="lin" valueType="num">
                                      <p:cBhvr>
                                        <p:cTn id="28" dur="1000" fill="hold"/>
                                        <p:tgtEl>
                                          <p:spTgt spid="6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72"/>
                                        </p:tgtEl>
                                        <p:attrNameLst>
                                          <p:attrName>style.visibility</p:attrName>
                                        </p:attrNameLst>
                                      </p:cBhvr>
                                      <p:to>
                                        <p:strVal val="visible"/>
                                      </p:to>
                                    </p:set>
                                    <p:animEffect transition="in" filter="fade">
                                      <p:cBhvr>
                                        <p:cTn id="33" dur="1000"/>
                                        <p:tgtEl>
                                          <p:spTgt spid="72"/>
                                        </p:tgtEl>
                                      </p:cBhvr>
                                    </p:animEffect>
                                    <p:anim calcmode="lin" valueType="num">
                                      <p:cBhvr>
                                        <p:cTn id="34" dur="1000" fill="hold"/>
                                        <p:tgtEl>
                                          <p:spTgt spid="72"/>
                                        </p:tgtEl>
                                        <p:attrNameLst>
                                          <p:attrName>ppt_x</p:attrName>
                                        </p:attrNameLst>
                                      </p:cBhvr>
                                      <p:tavLst>
                                        <p:tav tm="0">
                                          <p:val>
                                            <p:strVal val="#ppt_x"/>
                                          </p:val>
                                        </p:tav>
                                        <p:tav tm="100000">
                                          <p:val>
                                            <p:strVal val="#ppt_x"/>
                                          </p:val>
                                        </p:tav>
                                      </p:tavLst>
                                    </p:anim>
                                    <p:anim calcmode="lin" valueType="num">
                                      <p:cBhvr>
                                        <p:cTn id="35" dur="1000" fill="hold"/>
                                        <p:tgtEl>
                                          <p:spTgt spid="72"/>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75"/>
                                        </p:tgtEl>
                                        <p:attrNameLst>
                                          <p:attrName>style.visibility</p:attrName>
                                        </p:attrNameLst>
                                      </p:cBhvr>
                                      <p:to>
                                        <p:strVal val="visible"/>
                                      </p:to>
                                    </p:set>
                                    <p:animEffect transition="in" filter="fade">
                                      <p:cBhvr>
                                        <p:cTn id="40" dur="1000"/>
                                        <p:tgtEl>
                                          <p:spTgt spid="75"/>
                                        </p:tgtEl>
                                      </p:cBhvr>
                                    </p:animEffect>
                                    <p:anim calcmode="lin" valueType="num">
                                      <p:cBhvr>
                                        <p:cTn id="41" dur="1000" fill="hold"/>
                                        <p:tgtEl>
                                          <p:spTgt spid="75"/>
                                        </p:tgtEl>
                                        <p:attrNameLst>
                                          <p:attrName>ppt_x</p:attrName>
                                        </p:attrNameLst>
                                      </p:cBhvr>
                                      <p:tavLst>
                                        <p:tav tm="0">
                                          <p:val>
                                            <p:strVal val="#ppt_x"/>
                                          </p:val>
                                        </p:tav>
                                        <p:tav tm="100000">
                                          <p:val>
                                            <p:strVal val="#ppt_x"/>
                                          </p:val>
                                        </p:tav>
                                      </p:tavLst>
                                    </p:anim>
                                    <p:anim calcmode="lin" valueType="num">
                                      <p:cBhvr>
                                        <p:cTn id="42" dur="1000" fill="hold"/>
                                        <p:tgtEl>
                                          <p:spTgt spid="7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0"/>
          <p:cNvSpPr>
            <a:spLocks noChangeArrowheads="1"/>
          </p:cNvSpPr>
          <p:nvPr/>
        </p:nvSpPr>
        <p:spPr bwMode="auto">
          <a:xfrm>
            <a:off x="934588" y="322124"/>
            <a:ext cx="4065203"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457200">
              <a:spcBef>
                <a:spcPct val="0"/>
              </a:spcBef>
              <a:buNone/>
            </a:pPr>
            <a:r>
              <a:rPr lang="zh-CN" altLang="en-US" sz="2400">
                <a:solidFill>
                  <a:srgbClr val="325B7F"/>
                </a:solidFill>
                <a:cs typeface="+mn-ea"/>
                <a:sym typeface="思源黑体" panose="020B0500000000000000" pitchFamily="34" charset="-122"/>
              </a:rPr>
              <a:t>添加论文第三部分内容标题</a:t>
            </a:r>
            <a:endParaRPr lang="zh-CN" altLang="en-US" sz="2400">
              <a:solidFill>
                <a:srgbClr val="325B7F"/>
              </a:solidFill>
              <a:cs typeface="+mn-ea"/>
              <a:sym typeface="思源黑体" panose="020B0500000000000000" pitchFamily="34" charset="-122"/>
            </a:endParaRPr>
          </a:p>
        </p:txBody>
      </p:sp>
      <p:grpSp>
        <p:nvGrpSpPr>
          <p:cNvPr id="48" name="组合 47"/>
          <p:cNvGrpSpPr/>
          <p:nvPr/>
        </p:nvGrpSpPr>
        <p:grpSpPr>
          <a:xfrm>
            <a:off x="610870" y="1924793"/>
            <a:ext cx="596900" cy="596900"/>
            <a:chOff x="927100" y="1498600"/>
            <a:chExt cx="596900" cy="596900"/>
          </a:xfrm>
          <a:solidFill>
            <a:srgbClr val="335C80"/>
          </a:solidFill>
        </p:grpSpPr>
        <p:sp>
          <p:nvSpPr>
            <p:cNvPr id="49" name="PA-椭圆 6"/>
            <p:cNvSpPr/>
            <p:nvPr>
              <p:custDataLst>
                <p:tags r:id="rId1"/>
              </p:custDataLst>
            </p:nvPr>
          </p:nvSpPr>
          <p:spPr>
            <a:xfrm>
              <a:off x="927100" y="1498600"/>
              <a:ext cx="596900" cy="5969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0" name="PA-文本框 7"/>
            <p:cNvSpPr txBox="1"/>
            <p:nvPr>
              <p:custDataLst>
                <p:tags r:id="rId2"/>
              </p:custDataLst>
            </p:nvPr>
          </p:nvSpPr>
          <p:spPr>
            <a:xfrm>
              <a:off x="982135" y="1566217"/>
              <a:ext cx="489480" cy="400110"/>
            </a:xfrm>
            <a:prstGeom prst="rect">
              <a:avLst/>
            </a:prstGeom>
            <a:grpFill/>
            <a:ln>
              <a:noFill/>
            </a:ln>
          </p:spPr>
          <p:txBody>
            <a:bodyPr wrap="square" rtlCol="0">
              <a:spAutoFit/>
            </a:bodyPr>
            <a:lstStyle/>
            <a:p>
              <a:r>
                <a:rPr lang="en-US" altLang="zh-CN" sz="20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01</a:t>
              </a:r>
              <a:endParaRPr lang="zh-CN" altLang="en-US" sz="20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sp>
        <p:nvSpPr>
          <p:cNvPr id="51" name="PA-speed "/>
          <p:cNvSpPr txBox="1">
            <a:spLocks noChangeArrowheads="1"/>
          </p:cNvSpPr>
          <p:nvPr>
            <p:custDataLst>
              <p:tags r:id="rId3"/>
            </p:custDataLst>
          </p:nvPr>
        </p:nvSpPr>
        <p:spPr bwMode="auto">
          <a:xfrm>
            <a:off x="1262805" y="1781255"/>
            <a:ext cx="3925295" cy="343813"/>
          </a:xfrm>
          <a:prstGeom prst="rect">
            <a:avLst/>
          </a:prstGeom>
          <a:noFill/>
          <a:scene3d>
            <a:camera prst="orthographicFront">
              <a:rot lat="0" lon="0" rev="0"/>
            </a:camera>
            <a:lightRig rig="threePt" dir="t"/>
          </a:scene3d>
          <a:sp3d prstMaterial="matte">
            <a:bevelT w="1270" h="1270"/>
          </a:sp3d>
        </p:spPr>
        <p:txBody>
          <a:bodyPr wrap="square" lIns="90000" tIns="46800" rIns="90000" bIns="46800" anchor="t" anchorCtr="0">
            <a:spAutoFit/>
          </a:bodyPr>
          <a:lstStyle>
            <a:defPPr>
              <a:defRPr lang="ko-KR"/>
            </a:defPPr>
            <a:lvl1pPr fontAlgn="base">
              <a:lnSpc>
                <a:spcPct val="90000"/>
              </a:lnSpc>
              <a:spcBef>
                <a:spcPct val="0"/>
              </a:spcBef>
              <a:spcAft>
                <a:spcPct val="0"/>
              </a:spcAft>
              <a:buClr>
                <a:prstClr val="white"/>
              </a:buClr>
              <a:defRPr kumimoji="1" sz="1400" b="1">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defRPr>
            </a:lvl1pPr>
            <a:lvl2pPr fontAlgn="base">
              <a:spcBef>
                <a:spcPct val="0"/>
              </a:spcBef>
              <a:spcAft>
                <a:spcPct val="0"/>
              </a:spcAft>
              <a:defRPr kumimoji="1">
                <a:latin typeface="Gulim" panose="020B0600000101010101" pitchFamily="50" charset="-127"/>
                <a:ea typeface="Gulim" panose="020B0600000101010101" pitchFamily="50" charset="-127"/>
              </a:defRPr>
            </a:lvl2pPr>
            <a:lvl3pPr fontAlgn="base">
              <a:spcBef>
                <a:spcPct val="0"/>
              </a:spcBef>
              <a:spcAft>
                <a:spcPct val="0"/>
              </a:spcAft>
              <a:defRPr kumimoji="1">
                <a:latin typeface="Gulim" panose="020B0600000101010101" pitchFamily="50" charset="-127"/>
                <a:ea typeface="Gulim" panose="020B0600000101010101" pitchFamily="50" charset="-127"/>
              </a:defRPr>
            </a:lvl3pPr>
            <a:lvl4pPr fontAlgn="base">
              <a:spcBef>
                <a:spcPct val="0"/>
              </a:spcBef>
              <a:spcAft>
                <a:spcPct val="0"/>
              </a:spcAft>
              <a:defRPr kumimoji="1">
                <a:latin typeface="Gulim" panose="020B0600000101010101" pitchFamily="50" charset="-127"/>
                <a:ea typeface="Gulim" panose="020B0600000101010101" pitchFamily="50" charset="-127"/>
              </a:defRPr>
            </a:lvl4pPr>
            <a:lvl5pPr fontAlgn="base">
              <a:spcBef>
                <a:spcPct val="0"/>
              </a:spcBef>
              <a:spcAft>
                <a:spcPct val="0"/>
              </a:spcAft>
              <a:defRPr kumimoji="1">
                <a:latin typeface="Gulim" panose="020B0600000101010101" pitchFamily="50" charset="-127"/>
                <a:ea typeface="Gulim" panose="020B0600000101010101" pitchFamily="50" charset="-127"/>
              </a:defRPr>
            </a:lvl5pPr>
            <a:lvl6pPr>
              <a:defRPr kumimoji="1">
                <a:latin typeface="Gulim" panose="020B0600000101010101" pitchFamily="50" charset="-127"/>
                <a:ea typeface="Gulim" panose="020B0600000101010101" pitchFamily="50" charset="-127"/>
              </a:defRPr>
            </a:lvl6pPr>
            <a:lvl7pPr>
              <a:defRPr kumimoji="1">
                <a:latin typeface="Gulim" panose="020B0600000101010101" pitchFamily="50" charset="-127"/>
                <a:ea typeface="Gulim" panose="020B0600000101010101" pitchFamily="50" charset="-127"/>
              </a:defRPr>
            </a:lvl7pPr>
            <a:lvl8pPr>
              <a:defRPr kumimoji="1">
                <a:latin typeface="Gulim" panose="020B0600000101010101" pitchFamily="50" charset="-127"/>
                <a:ea typeface="Gulim" panose="020B0600000101010101" pitchFamily="50" charset="-127"/>
              </a:defRPr>
            </a:lvl8pPr>
            <a:lvl9pPr>
              <a:defRPr kumimoji="1">
                <a:latin typeface="Gulim" panose="020B0600000101010101" pitchFamily="50" charset="-127"/>
                <a:ea typeface="Gulim" panose="020B0600000101010101" pitchFamily="50" charset="-127"/>
              </a:defRPr>
            </a:lvl9pPr>
          </a:lstStyle>
          <a:p>
            <a:r>
              <a:rPr lang="zh-CN" altLang="en-US" sz="1800" b="0">
                <a:solidFill>
                  <a:schemeClr val="tx1">
                    <a:lumMod val="85000"/>
                    <a:lumOff val="15000"/>
                  </a:schemeClr>
                </a:solidFill>
                <a:latin typeface="微软雅黑" panose="020B0503020204020204" pitchFamily="34" charset="-122"/>
                <a:ea typeface="微软雅黑" panose="020B0503020204020204" pitchFamily="34" charset="-122"/>
                <a:cs typeface="+mn-ea"/>
                <a:sym typeface="思源黑体 Medium" panose="020B0600000000000000" pitchFamily="34" charset="-122"/>
              </a:rPr>
              <a:t>输入标题</a:t>
            </a:r>
            <a:endParaRPr lang="zh-CN" altLang="en-US" sz="1800" b="0">
              <a:solidFill>
                <a:schemeClr val="tx1">
                  <a:lumMod val="85000"/>
                  <a:lumOff val="15000"/>
                </a:schemeClr>
              </a:solidFill>
              <a:latin typeface="微软雅黑" panose="020B0503020204020204" pitchFamily="34" charset="-122"/>
              <a:ea typeface="微软雅黑" panose="020B0503020204020204" pitchFamily="34" charset="-122"/>
              <a:cs typeface="+mn-ea"/>
              <a:sym typeface="思源黑体 Medium" panose="020B0600000000000000" pitchFamily="34" charset="-122"/>
            </a:endParaRPr>
          </a:p>
        </p:txBody>
      </p:sp>
      <p:sp>
        <p:nvSpPr>
          <p:cNvPr id="52" name="PA-矩形 3"/>
          <p:cNvSpPr txBox="1">
            <a:spLocks noChangeArrowheads="1"/>
          </p:cNvSpPr>
          <p:nvPr>
            <p:custDataLst>
              <p:tags r:id="rId4"/>
            </p:custDataLst>
          </p:nvPr>
        </p:nvSpPr>
        <p:spPr bwMode="auto">
          <a:xfrm>
            <a:off x="1262803" y="2087045"/>
            <a:ext cx="4825908" cy="1017844"/>
          </a:xfrm>
          <a:prstGeom prst="rect">
            <a:avLst/>
          </a:prstGeom>
        </p:spPr>
        <p:txBody>
          <a:bodyPr wrap="square" lIns="90000" tIns="46800" rIns="90000" bIns="46800" anchor="t" anchorCtr="0">
            <a:spAutoFit/>
          </a:bodyPr>
          <a:lstStyle>
            <a:lvl1pPr marL="342900" indent="-342900" eaLnBrk="0" hangingPunct="0">
              <a:spcBef>
                <a:spcPct val="20000"/>
              </a:spcBef>
              <a:buFont typeface="Arial" panose="020B0604020202020204" pitchFamily="34" charset="0"/>
              <a:buNone/>
              <a:defRPr lang="en-US" altLang="ko-KR" sz="2000">
                <a:latin typeface="Microsoft Sans Serif" panose="020B0604020202020204" pitchFamily="34" charset="0"/>
                <a:ea typeface="+mj-ea"/>
                <a:cs typeface="Microsoft Sans Serif" panose="020B0604020202020204" pitchFamily="34" charset="0"/>
              </a:defRPr>
            </a:lvl1pPr>
            <a:lvl2pPr marL="742950" indent="-285750" eaLnBrk="0" hangingPunct="0">
              <a:spcBef>
                <a:spcPct val="20000"/>
              </a:spcBef>
              <a:buFont typeface="Arial" panose="020B0604020202020204" pitchFamily="34" charset="0"/>
              <a:buChar char="–"/>
              <a:defRPr sz="2800">
                <a:latin typeface="+mn-lt"/>
                <a:ea typeface="+mn-ea"/>
              </a:defRPr>
            </a:lvl2pPr>
            <a:lvl3pPr marL="1143000" indent="-228600" eaLnBrk="0" hangingPunct="0">
              <a:spcBef>
                <a:spcPct val="20000"/>
              </a:spcBef>
              <a:buFont typeface="Arial" panose="020B0604020202020204" pitchFamily="34" charset="0"/>
              <a:buChar char="•"/>
              <a:defRPr sz="2400">
                <a:latin typeface="+mn-lt"/>
                <a:ea typeface="+mn-ea"/>
              </a:defRPr>
            </a:lvl3pPr>
            <a:lvl4pPr marL="1600200" indent="-228600" eaLnBrk="0" hangingPunct="0">
              <a:spcBef>
                <a:spcPct val="20000"/>
              </a:spcBef>
              <a:buFont typeface="Arial" panose="020B0604020202020204" pitchFamily="34" charset="0"/>
              <a:buChar char="–"/>
              <a:defRPr sz="2000">
                <a:latin typeface="+mn-lt"/>
                <a:ea typeface="+mn-ea"/>
              </a:defRPr>
            </a:lvl4pPr>
            <a:lvl5pPr marL="2057400" indent="-228600" eaLnBrk="0" hangingPunct="0">
              <a:spcBef>
                <a:spcPct val="20000"/>
              </a:spcBef>
              <a:buFont typeface="Arial" panose="020B0604020202020204" pitchFamily="34" charset="0"/>
              <a:buChar char="»"/>
              <a:defRPr sz="2000">
                <a:latin typeface="+mn-lt"/>
                <a:ea typeface="+mn-ea"/>
              </a:defRPr>
            </a:lvl5pPr>
            <a:lvl6pPr marL="2514600" indent="-228600">
              <a:spcBef>
                <a:spcPct val="20000"/>
              </a:spcBef>
              <a:buFont typeface="Arial" panose="020B0604020202020204" pitchFamily="34" charset="0"/>
              <a:buChar char="•"/>
              <a:defRPr sz="2000">
                <a:latin typeface="+mn-lt"/>
                <a:ea typeface="+mn-ea"/>
              </a:defRPr>
            </a:lvl6pPr>
            <a:lvl7pPr marL="2971800" indent="-228600">
              <a:spcBef>
                <a:spcPct val="20000"/>
              </a:spcBef>
              <a:buFont typeface="Arial" panose="020B0604020202020204" pitchFamily="34" charset="0"/>
              <a:buChar char="•"/>
              <a:defRPr sz="2000">
                <a:latin typeface="+mn-lt"/>
                <a:ea typeface="+mn-ea"/>
              </a:defRPr>
            </a:lvl7pPr>
            <a:lvl8pPr marL="3429000" indent="-228600">
              <a:spcBef>
                <a:spcPct val="20000"/>
              </a:spcBef>
              <a:buFont typeface="Arial" panose="020B0604020202020204" pitchFamily="34" charset="0"/>
              <a:buChar char="•"/>
              <a:defRPr sz="2000">
                <a:latin typeface="+mn-lt"/>
                <a:ea typeface="+mn-ea"/>
              </a:defRPr>
            </a:lvl8pPr>
            <a:lvl9pPr marL="3886200" indent="-228600">
              <a:spcBef>
                <a:spcPct val="20000"/>
              </a:spcBef>
              <a:buFont typeface="Arial" panose="020B0604020202020204" pitchFamily="34" charset="0"/>
              <a:buChar char="•"/>
              <a:defRPr sz="2000">
                <a:latin typeface="+mn-lt"/>
                <a:ea typeface="+mn-ea"/>
              </a:defRPr>
            </a:lvl9pPr>
          </a:lstStyle>
          <a:p>
            <a:pPr marL="0" indent="0">
              <a:lnSpc>
                <a:spcPct val="120000"/>
              </a:lnSpc>
            </a:pPr>
            <a:r>
              <a:rPr lang="zh-CN" altLang="en-US" sz="1200" spc="300">
                <a:latin typeface="微软雅黑" panose="020B0503020204020204" pitchFamily="34" charset="-122"/>
                <a:ea typeface="微软雅黑" panose="020B0503020204020204" pitchFamily="34" charset="-122"/>
                <a:sym typeface="思源黑体 Medium" panose="020B0600000000000000" pitchFamily="34" charset="-122"/>
              </a:rPr>
              <a:t>在此录入上述图表的描述说明，在此录入上述图表的描述说明。在此录入上述图表的描述说明，在此录入上述图表的描述说明。</a:t>
            </a:r>
            <a:endParaRPr lang="zh-CN" altLang="en-US" sz="1200" spc="300">
              <a:latin typeface="微软雅黑" panose="020B0503020204020204" pitchFamily="34" charset="-122"/>
              <a:ea typeface="微软雅黑" panose="020B0503020204020204" pitchFamily="34" charset="-122"/>
              <a:sym typeface="思源黑体 Medium" panose="020B0600000000000000" pitchFamily="34" charset="-122"/>
            </a:endParaRPr>
          </a:p>
          <a:p>
            <a:pPr marL="0" indent="0">
              <a:lnSpc>
                <a:spcPct val="120000"/>
              </a:lnSpc>
            </a:pPr>
            <a:endParaRPr lang="zh-CN" altLang="en-US" sz="1200" spc="300">
              <a:latin typeface="微软雅黑" panose="020B0503020204020204" pitchFamily="34" charset="-122"/>
              <a:ea typeface="微软雅黑" panose="020B0503020204020204" pitchFamily="34" charset="-122"/>
              <a:sym typeface="思源黑体 Medium" panose="020B0600000000000000" pitchFamily="34" charset="-122"/>
            </a:endParaRPr>
          </a:p>
        </p:txBody>
      </p:sp>
      <p:grpSp>
        <p:nvGrpSpPr>
          <p:cNvPr id="53" name="组合 52"/>
          <p:cNvGrpSpPr/>
          <p:nvPr/>
        </p:nvGrpSpPr>
        <p:grpSpPr>
          <a:xfrm>
            <a:off x="610870" y="3258293"/>
            <a:ext cx="596900" cy="596900"/>
            <a:chOff x="927100" y="1498600"/>
            <a:chExt cx="596900" cy="596900"/>
          </a:xfrm>
          <a:solidFill>
            <a:srgbClr val="7F7F7F"/>
          </a:solidFill>
        </p:grpSpPr>
        <p:sp>
          <p:nvSpPr>
            <p:cNvPr id="54" name="PA-椭圆 6"/>
            <p:cNvSpPr/>
            <p:nvPr>
              <p:custDataLst>
                <p:tags r:id="rId5"/>
              </p:custDataLst>
            </p:nvPr>
          </p:nvSpPr>
          <p:spPr>
            <a:xfrm>
              <a:off x="927100" y="1498600"/>
              <a:ext cx="596900" cy="5969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5" name="PA-文本框 7"/>
            <p:cNvSpPr txBox="1"/>
            <p:nvPr>
              <p:custDataLst>
                <p:tags r:id="rId6"/>
              </p:custDataLst>
            </p:nvPr>
          </p:nvSpPr>
          <p:spPr>
            <a:xfrm>
              <a:off x="982135" y="1566217"/>
              <a:ext cx="489480" cy="400110"/>
            </a:xfrm>
            <a:prstGeom prst="rect">
              <a:avLst/>
            </a:prstGeom>
            <a:grpFill/>
            <a:ln>
              <a:noFill/>
            </a:ln>
          </p:spPr>
          <p:txBody>
            <a:bodyPr wrap="square" rtlCol="0">
              <a:spAutoFit/>
            </a:bodyPr>
            <a:lstStyle/>
            <a:p>
              <a:r>
                <a:rPr lang="en-US" altLang="zh-CN" sz="20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03</a:t>
              </a:r>
              <a:endParaRPr lang="zh-CN" altLang="en-US" sz="20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sp>
        <p:nvSpPr>
          <p:cNvPr id="56" name="PA-speed "/>
          <p:cNvSpPr txBox="1">
            <a:spLocks noChangeArrowheads="1"/>
          </p:cNvSpPr>
          <p:nvPr>
            <p:custDataLst>
              <p:tags r:id="rId7"/>
            </p:custDataLst>
          </p:nvPr>
        </p:nvSpPr>
        <p:spPr bwMode="auto">
          <a:xfrm>
            <a:off x="1262805" y="3114755"/>
            <a:ext cx="3925295" cy="343813"/>
          </a:xfrm>
          <a:prstGeom prst="rect">
            <a:avLst/>
          </a:prstGeom>
          <a:noFill/>
          <a:scene3d>
            <a:camera prst="orthographicFront">
              <a:rot lat="0" lon="0" rev="0"/>
            </a:camera>
            <a:lightRig rig="threePt" dir="t"/>
          </a:scene3d>
          <a:sp3d prstMaterial="matte">
            <a:bevelT w="1270" h="1270"/>
          </a:sp3d>
        </p:spPr>
        <p:txBody>
          <a:bodyPr wrap="square" lIns="90000" tIns="46800" rIns="90000" bIns="46800" anchor="t" anchorCtr="0">
            <a:spAutoFit/>
          </a:bodyPr>
          <a:lstStyle>
            <a:defPPr>
              <a:defRPr lang="ko-KR"/>
            </a:defPPr>
            <a:lvl1pPr fontAlgn="base">
              <a:lnSpc>
                <a:spcPct val="90000"/>
              </a:lnSpc>
              <a:spcBef>
                <a:spcPct val="0"/>
              </a:spcBef>
              <a:spcAft>
                <a:spcPct val="0"/>
              </a:spcAft>
              <a:buClr>
                <a:prstClr val="white"/>
              </a:buClr>
              <a:defRPr kumimoji="1" sz="1400" b="1">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defRPr>
            </a:lvl1pPr>
            <a:lvl2pPr fontAlgn="base">
              <a:spcBef>
                <a:spcPct val="0"/>
              </a:spcBef>
              <a:spcAft>
                <a:spcPct val="0"/>
              </a:spcAft>
              <a:defRPr kumimoji="1">
                <a:latin typeface="Gulim" panose="020B0600000101010101" pitchFamily="50" charset="-127"/>
                <a:ea typeface="Gulim" panose="020B0600000101010101" pitchFamily="50" charset="-127"/>
              </a:defRPr>
            </a:lvl2pPr>
            <a:lvl3pPr fontAlgn="base">
              <a:spcBef>
                <a:spcPct val="0"/>
              </a:spcBef>
              <a:spcAft>
                <a:spcPct val="0"/>
              </a:spcAft>
              <a:defRPr kumimoji="1">
                <a:latin typeface="Gulim" panose="020B0600000101010101" pitchFamily="50" charset="-127"/>
                <a:ea typeface="Gulim" panose="020B0600000101010101" pitchFamily="50" charset="-127"/>
              </a:defRPr>
            </a:lvl3pPr>
            <a:lvl4pPr fontAlgn="base">
              <a:spcBef>
                <a:spcPct val="0"/>
              </a:spcBef>
              <a:spcAft>
                <a:spcPct val="0"/>
              </a:spcAft>
              <a:defRPr kumimoji="1">
                <a:latin typeface="Gulim" panose="020B0600000101010101" pitchFamily="50" charset="-127"/>
                <a:ea typeface="Gulim" panose="020B0600000101010101" pitchFamily="50" charset="-127"/>
              </a:defRPr>
            </a:lvl4pPr>
            <a:lvl5pPr fontAlgn="base">
              <a:spcBef>
                <a:spcPct val="0"/>
              </a:spcBef>
              <a:spcAft>
                <a:spcPct val="0"/>
              </a:spcAft>
              <a:defRPr kumimoji="1">
                <a:latin typeface="Gulim" panose="020B0600000101010101" pitchFamily="50" charset="-127"/>
                <a:ea typeface="Gulim" panose="020B0600000101010101" pitchFamily="50" charset="-127"/>
              </a:defRPr>
            </a:lvl5pPr>
            <a:lvl6pPr>
              <a:defRPr kumimoji="1">
                <a:latin typeface="Gulim" panose="020B0600000101010101" pitchFamily="50" charset="-127"/>
                <a:ea typeface="Gulim" panose="020B0600000101010101" pitchFamily="50" charset="-127"/>
              </a:defRPr>
            </a:lvl6pPr>
            <a:lvl7pPr>
              <a:defRPr kumimoji="1">
                <a:latin typeface="Gulim" panose="020B0600000101010101" pitchFamily="50" charset="-127"/>
                <a:ea typeface="Gulim" panose="020B0600000101010101" pitchFamily="50" charset="-127"/>
              </a:defRPr>
            </a:lvl7pPr>
            <a:lvl8pPr>
              <a:defRPr kumimoji="1">
                <a:latin typeface="Gulim" panose="020B0600000101010101" pitchFamily="50" charset="-127"/>
                <a:ea typeface="Gulim" panose="020B0600000101010101" pitchFamily="50" charset="-127"/>
              </a:defRPr>
            </a:lvl8pPr>
            <a:lvl9pPr>
              <a:defRPr kumimoji="1">
                <a:latin typeface="Gulim" panose="020B0600000101010101" pitchFamily="50" charset="-127"/>
                <a:ea typeface="Gulim" panose="020B0600000101010101" pitchFamily="50" charset="-127"/>
              </a:defRPr>
            </a:lvl9pPr>
          </a:lstStyle>
          <a:p>
            <a:r>
              <a:rPr lang="zh-CN" altLang="en-US" sz="1800" b="0">
                <a:solidFill>
                  <a:schemeClr val="tx1">
                    <a:lumMod val="85000"/>
                    <a:lumOff val="15000"/>
                  </a:schemeClr>
                </a:solidFill>
                <a:latin typeface="微软雅黑" panose="020B0503020204020204" pitchFamily="34" charset="-122"/>
                <a:ea typeface="微软雅黑" panose="020B0503020204020204" pitchFamily="34" charset="-122"/>
                <a:cs typeface="+mn-ea"/>
                <a:sym typeface="思源黑体 Medium" panose="020B0600000000000000" pitchFamily="34" charset="-122"/>
              </a:rPr>
              <a:t>输入标题</a:t>
            </a:r>
            <a:endParaRPr lang="zh-CN" altLang="en-US" sz="1800" b="0">
              <a:solidFill>
                <a:schemeClr val="tx1">
                  <a:lumMod val="85000"/>
                  <a:lumOff val="15000"/>
                </a:schemeClr>
              </a:solidFill>
              <a:latin typeface="微软雅黑" panose="020B0503020204020204" pitchFamily="34" charset="-122"/>
              <a:ea typeface="微软雅黑" panose="020B0503020204020204" pitchFamily="34" charset="-122"/>
              <a:cs typeface="+mn-ea"/>
              <a:sym typeface="思源黑体 Medium" panose="020B0600000000000000" pitchFamily="34" charset="-122"/>
            </a:endParaRPr>
          </a:p>
        </p:txBody>
      </p:sp>
      <p:sp>
        <p:nvSpPr>
          <p:cNvPr id="57" name="PA-矩形 3"/>
          <p:cNvSpPr txBox="1">
            <a:spLocks noChangeArrowheads="1"/>
          </p:cNvSpPr>
          <p:nvPr>
            <p:custDataLst>
              <p:tags r:id="rId8"/>
            </p:custDataLst>
          </p:nvPr>
        </p:nvSpPr>
        <p:spPr bwMode="auto">
          <a:xfrm>
            <a:off x="1262803" y="3420545"/>
            <a:ext cx="4825908" cy="1017844"/>
          </a:xfrm>
          <a:prstGeom prst="rect">
            <a:avLst/>
          </a:prstGeom>
        </p:spPr>
        <p:txBody>
          <a:bodyPr wrap="square" lIns="90000" tIns="46800" rIns="90000" bIns="46800" anchor="t" anchorCtr="0">
            <a:spAutoFit/>
          </a:bodyPr>
          <a:lstStyle>
            <a:lvl1pPr marL="342900" indent="-342900" eaLnBrk="0" hangingPunct="0">
              <a:spcBef>
                <a:spcPct val="20000"/>
              </a:spcBef>
              <a:buFont typeface="Arial" panose="020B0604020202020204" pitchFamily="34" charset="0"/>
              <a:buNone/>
              <a:defRPr lang="en-US" altLang="ko-KR" sz="2000">
                <a:latin typeface="Microsoft Sans Serif" panose="020B0604020202020204" pitchFamily="34" charset="0"/>
                <a:ea typeface="+mj-ea"/>
                <a:cs typeface="Microsoft Sans Serif" panose="020B0604020202020204" pitchFamily="34" charset="0"/>
              </a:defRPr>
            </a:lvl1pPr>
            <a:lvl2pPr marL="742950" indent="-285750" eaLnBrk="0" hangingPunct="0">
              <a:spcBef>
                <a:spcPct val="20000"/>
              </a:spcBef>
              <a:buFont typeface="Arial" panose="020B0604020202020204" pitchFamily="34" charset="0"/>
              <a:buChar char="–"/>
              <a:defRPr sz="2800">
                <a:latin typeface="+mn-lt"/>
                <a:ea typeface="+mn-ea"/>
              </a:defRPr>
            </a:lvl2pPr>
            <a:lvl3pPr marL="1143000" indent="-228600" eaLnBrk="0" hangingPunct="0">
              <a:spcBef>
                <a:spcPct val="20000"/>
              </a:spcBef>
              <a:buFont typeface="Arial" panose="020B0604020202020204" pitchFamily="34" charset="0"/>
              <a:buChar char="•"/>
              <a:defRPr sz="2400">
                <a:latin typeface="+mn-lt"/>
                <a:ea typeface="+mn-ea"/>
              </a:defRPr>
            </a:lvl3pPr>
            <a:lvl4pPr marL="1600200" indent="-228600" eaLnBrk="0" hangingPunct="0">
              <a:spcBef>
                <a:spcPct val="20000"/>
              </a:spcBef>
              <a:buFont typeface="Arial" panose="020B0604020202020204" pitchFamily="34" charset="0"/>
              <a:buChar char="–"/>
              <a:defRPr sz="2000">
                <a:latin typeface="+mn-lt"/>
                <a:ea typeface="+mn-ea"/>
              </a:defRPr>
            </a:lvl4pPr>
            <a:lvl5pPr marL="2057400" indent="-228600" eaLnBrk="0" hangingPunct="0">
              <a:spcBef>
                <a:spcPct val="20000"/>
              </a:spcBef>
              <a:buFont typeface="Arial" panose="020B0604020202020204" pitchFamily="34" charset="0"/>
              <a:buChar char="»"/>
              <a:defRPr sz="2000">
                <a:latin typeface="+mn-lt"/>
                <a:ea typeface="+mn-ea"/>
              </a:defRPr>
            </a:lvl5pPr>
            <a:lvl6pPr marL="2514600" indent="-228600">
              <a:spcBef>
                <a:spcPct val="20000"/>
              </a:spcBef>
              <a:buFont typeface="Arial" panose="020B0604020202020204" pitchFamily="34" charset="0"/>
              <a:buChar char="•"/>
              <a:defRPr sz="2000">
                <a:latin typeface="+mn-lt"/>
                <a:ea typeface="+mn-ea"/>
              </a:defRPr>
            </a:lvl6pPr>
            <a:lvl7pPr marL="2971800" indent="-228600">
              <a:spcBef>
                <a:spcPct val="20000"/>
              </a:spcBef>
              <a:buFont typeface="Arial" panose="020B0604020202020204" pitchFamily="34" charset="0"/>
              <a:buChar char="•"/>
              <a:defRPr sz="2000">
                <a:latin typeface="+mn-lt"/>
                <a:ea typeface="+mn-ea"/>
              </a:defRPr>
            </a:lvl7pPr>
            <a:lvl8pPr marL="3429000" indent="-228600">
              <a:spcBef>
                <a:spcPct val="20000"/>
              </a:spcBef>
              <a:buFont typeface="Arial" panose="020B0604020202020204" pitchFamily="34" charset="0"/>
              <a:buChar char="•"/>
              <a:defRPr sz="2000">
                <a:latin typeface="+mn-lt"/>
                <a:ea typeface="+mn-ea"/>
              </a:defRPr>
            </a:lvl8pPr>
            <a:lvl9pPr marL="3886200" indent="-228600">
              <a:spcBef>
                <a:spcPct val="20000"/>
              </a:spcBef>
              <a:buFont typeface="Arial" panose="020B0604020202020204" pitchFamily="34" charset="0"/>
              <a:buChar char="•"/>
              <a:defRPr sz="2000">
                <a:latin typeface="+mn-lt"/>
                <a:ea typeface="+mn-ea"/>
              </a:defRPr>
            </a:lvl9pPr>
          </a:lstStyle>
          <a:p>
            <a:pPr marL="0" indent="0">
              <a:lnSpc>
                <a:spcPct val="120000"/>
              </a:lnSpc>
            </a:pPr>
            <a:r>
              <a:rPr lang="zh-CN" altLang="en-US" sz="1200" spc="300">
                <a:latin typeface="微软雅黑" panose="020B0503020204020204" pitchFamily="34" charset="-122"/>
                <a:ea typeface="微软雅黑" panose="020B0503020204020204" pitchFamily="34" charset="-122"/>
                <a:sym typeface="思源黑体 Medium" panose="020B0600000000000000" pitchFamily="34" charset="-122"/>
              </a:rPr>
              <a:t>在此录入上述图表的描述说明，在此录入上述图表的描述说明。在此录入上述图表的描述说明，在此录入上述图表的描述说明。</a:t>
            </a:r>
            <a:endParaRPr lang="zh-CN" altLang="en-US" sz="1200" spc="300">
              <a:latin typeface="微软雅黑" panose="020B0503020204020204" pitchFamily="34" charset="-122"/>
              <a:ea typeface="微软雅黑" panose="020B0503020204020204" pitchFamily="34" charset="-122"/>
              <a:sym typeface="思源黑体 Medium" panose="020B0600000000000000" pitchFamily="34" charset="-122"/>
            </a:endParaRPr>
          </a:p>
          <a:p>
            <a:pPr marL="0" indent="0">
              <a:lnSpc>
                <a:spcPct val="120000"/>
              </a:lnSpc>
            </a:pPr>
            <a:endParaRPr lang="zh-CN" altLang="en-US" sz="1200" spc="300">
              <a:latin typeface="微软雅黑" panose="020B0503020204020204" pitchFamily="34" charset="-122"/>
              <a:ea typeface="微软雅黑" panose="020B0503020204020204" pitchFamily="34" charset="-122"/>
              <a:sym typeface="思源黑体 Medium" panose="020B0600000000000000" pitchFamily="34" charset="-122"/>
            </a:endParaRPr>
          </a:p>
        </p:txBody>
      </p:sp>
      <p:grpSp>
        <p:nvGrpSpPr>
          <p:cNvPr id="58" name="组合 57"/>
          <p:cNvGrpSpPr/>
          <p:nvPr/>
        </p:nvGrpSpPr>
        <p:grpSpPr>
          <a:xfrm>
            <a:off x="610870" y="4606963"/>
            <a:ext cx="596900" cy="596900"/>
            <a:chOff x="927100" y="1498600"/>
            <a:chExt cx="596900" cy="596900"/>
          </a:xfrm>
          <a:solidFill>
            <a:srgbClr val="335C80"/>
          </a:solidFill>
        </p:grpSpPr>
        <p:sp>
          <p:nvSpPr>
            <p:cNvPr id="59" name="PA-椭圆 6"/>
            <p:cNvSpPr/>
            <p:nvPr>
              <p:custDataLst>
                <p:tags r:id="rId9"/>
              </p:custDataLst>
            </p:nvPr>
          </p:nvSpPr>
          <p:spPr>
            <a:xfrm>
              <a:off x="927100" y="1498600"/>
              <a:ext cx="596900" cy="5969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60" name="PA-文本框 7"/>
            <p:cNvSpPr txBox="1"/>
            <p:nvPr>
              <p:custDataLst>
                <p:tags r:id="rId10"/>
              </p:custDataLst>
            </p:nvPr>
          </p:nvSpPr>
          <p:spPr>
            <a:xfrm>
              <a:off x="982135" y="1566217"/>
              <a:ext cx="489480" cy="400110"/>
            </a:xfrm>
            <a:prstGeom prst="rect">
              <a:avLst/>
            </a:prstGeom>
            <a:grpFill/>
            <a:ln>
              <a:noFill/>
            </a:ln>
          </p:spPr>
          <p:txBody>
            <a:bodyPr wrap="square" rtlCol="0">
              <a:spAutoFit/>
            </a:bodyPr>
            <a:lstStyle/>
            <a:p>
              <a:r>
                <a:rPr lang="en-US" altLang="zh-CN" sz="20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05</a:t>
              </a:r>
              <a:endParaRPr lang="zh-CN" altLang="en-US" sz="20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sp>
        <p:nvSpPr>
          <p:cNvPr id="61" name="PA-speed "/>
          <p:cNvSpPr txBox="1">
            <a:spLocks noChangeArrowheads="1"/>
          </p:cNvSpPr>
          <p:nvPr>
            <p:custDataLst>
              <p:tags r:id="rId11"/>
            </p:custDataLst>
          </p:nvPr>
        </p:nvSpPr>
        <p:spPr bwMode="auto">
          <a:xfrm>
            <a:off x="1262805" y="4463425"/>
            <a:ext cx="3925295" cy="343813"/>
          </a:xfrm>
          <a:prstGeom prst="rect">
            <a:avLst/>
          </a:prstGeom>
          <a:noFill/>
          <a:scene3d>
            <a:camera prst="orthographicFront">
              <a:rot lat="0" lon="0" rev="0"/>
            </a:camera>
            <a:lightRig rig="threePt" dir="t"/>
          </a:scene3d>
          <a:sp3d prstMaterial="matte">
            <a:bevelT w="1270" h="1270"/>
          </a:sp3d>
        </p:spPr>
        <p:txBody>
          <a:bodyPr wrap="square" lIns="90000" tIns="46800" rIns="90000" bIns="46800" anchor="t" anchorCtr="0">
            <a:spAutoFit/>
          </a:bodyPr>
          <a:lstStyle>
            <a:defPPr>
              <a:defRPr lang="ko-KR"/>
            </a:defPPr>
            <a:lvl1pPr fontAlgn="base">
              <a:lnSpc>
                <a:spcPct val="90000"/>
              </a:lnSpc>
              <a:spcBef>
                <a:spcPct val="0"/>
              </a:spcBef>
              <a:spcAft>
                <a:spcPct val="0"/>
              </a:spcAft>
              <a:buClr>
                <a:prstClr val="white"/>
              </a:buClr>
              <a:defRPr kumimoji="1" sz="1400" b="1">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defRPr>
            </a:lvl1pPr>
            <a:lvl2pPr fontAlgn="base">
              <a:spcBef>
                <a:spcPct val="0"/>
              </a:spcBef>
              <a:spcAft>
                <a:spcPct val="0"/>
              </a:spcAft>
              <a:defRPr kumimoji="1">
                <a:latin typeface="Gulim" panose="020B0600000101010101" pitchFamily="50" charset="-127"/>
                <a:ea typeface="Gulim" panose="020B0600000101010101" pitchFamily="50" charset="-127"/>
              </a:defRPr>
            </a:lvl2pPr>
            <a:lvl3pPr fontAlgn="base">
              <a:spcBef>
                <a:spcPct val="0"/>
              </a:spcBef>
              <a:spcAft>
                <a:spcPct val="0"/>
              </a:spcAft>
              <a:defRPr kumimoji="1">
                <a:latin typeface="Gulim" panose="020B0600000101010101" pitchFamily="50" charset="-127"/>
                <a:ea typeface="Gulim" panose="020B0600000101010101" pitchFamily="50" charset="-127"/>
              </a:defRPr>
            </a:lvl3pPr>
            <a:lvl4pPr fontAlgn="base">
              <a:spcBef>
                <a:spcPct val="0"/>
              </a:spcBef>
              <a:spcAft>
                <a:spcPct val="0"/>
              </a:spcAft>
              <a:defRPr kumimoji="1">
                <a:latin typeface="Gulim" panose="020B0600000101010101" pitchFamily="50" charset="-127"/>
                <a:ea typeface="Gulim" panose="020B0600000101010101" pitchFamily="50" charset="-127"/>
              </a:defRPr>
            </a:lvl4pPr>
            <a:lvl5pPr fontAlgn="base">
              <a:spcBef>
                <a:spcPct val="0"/>
              </a:spcBef>
              <a:spcAft>
                <a:spcPct val="0"/>
              </a:spcAft>
              <a:defRPr kumimoji="1">
                <a:latin typeface="Gulim" panose="020B0600000101010101" pitchFamily="50" charset="-127"/>
                <a:ea typeface="Gulim" panose="020B0600000101010101" pitchFamily="50" charset="-127"/>
              </a:defRPr>
            </a:lvl5pPr>
            <a:lvl6pPr>
              <a:defRPr kumimoji="1">
                <a:latin typeface="Gulim" panose="020B0600000101010101" pitchFamily="50" charset="-127"/>
                <a:ea typeface="Gulim" panose="020B0600000101010101" pitchFamily="50" charset="-127"/>
              </a:defRPr>
            </a:lvl6pPr>
            <a:lvl7pPr>
              <a:defRPr kumimoji="1">
                <a:latin typeface="Gulim" panose="020B0600000101010101" pitchFamily="50" charset="-127"/>
                <a:ea typeface="Gulim" panose="020B0600000101010101" pitchFamily="50" charset="-127"/>
              </a:defRPr>
            </a:lvl7pPr>
            <a:lvl8pPr>
              <a:defRPr kumimoji="1">
                <a:latin typeface="Gulim" panose="020B0600000101010101" pitchFamily="50" charset="-127"/>
                <a:ea typeface="Gulim" panose="020B0600000101010101" pitchFamily="50" charset="-127"/>
              </a:defRPr>
            </a:lvl8pPr>
            <a:lvl9pPr>
              <a:defRPr kumimoji="1">
                <a:latin typeface="Gulim" panose="020B0600000101010101" pitchFamily="50" charset="-127"/>
                <a:ea typeface="Gulim" panose="020B0600000101010101" pitchFamily="50" charset="-127"/>
              </a:defRPr>
            </a:lvl9pPr>
          </a:lstStyle>
          <a:p>
            <a:r>
              <a:rPr lang="zh-CN" altLang="en-US" sz="1800" b="0">
                <a:solidFill>
                  <a:schemeClr val="tx1">
                    <a:lumMod val="85000"/>
                    <a:lumOff val="15000"/>
                  </a:schemeClr>
                </a:solidFill>
                <a:latin typeface="微软雅黑" panose="020B0503020204020204" pitchFamily="34" charset="-122"/>
                <a:ea typeface="微软雅黑" panose="020B0503020204020204" pitchFamily="34" charset="-122"/>
                <a:cs typeface="+mn-ea"/>
                <a:sym typeface="思源黑体 Medium" panose="020B0600000000000000" pitchFamily="34" charset="-122"/>
              </a:rPr>
              <a:t>输入标题</a:t>
            </a:r>
            <a:endParaRPr lang="zh-CN" altLang="en-US" sz="1800" b="0">
              <a:solidFill>
                <a:schemeClr val="tx1">
                  <a:lumMod val="85000"/>
                  <a:lumOff val="15000"/>
                </a:schemeClr>
              </a:solidFill>
              <a:latin typeface="微软雅黑" panose="020B0503020204020204" pitchFamily="34" charset="-122"/>
              <a:ea typeface="微软雅黑" panose="020B0503020204020204" pitchFamily="34" charset="-122"/>
              <a:cs typeface="+mn-ea"/>
              <a:sym typeface="思源黑体 Medium" panose="020B0600000000000000" pitchFamily="34" charset="-122"/>
            </a:endParaRPr>
          </a:p>
        </p:txBody>
      </p:sp>
      <p:sp>
        <p:nvSpPr>
          <p:cNvPr id="62" name="PA-矩形 3"/>
          <p:cNvSpPr txBox="1">
            <a:spLocks noChangeArrowheads="1"/>
          </p:cNvSpPr>
          <p:nvPr>
            <p:custDataLst>
              <p:tags r:id="rId12"/>
            </p:custDataLst>
          </p:nvPr>
        </p:nvSpPr>
        <p:spPr bwMode="auto">
          <a:xfrm>
            <a:off x="1262803" y="4769215"/>
            <a:ext cx="4825908" cy="1017844"/>
          </a:xfrm>
          <a:prstGeom prst="rect">
            <a:avLst/>
          </a:prstGeom>
        </p:spPr>
        <p:txBody>
          <a:bodyPr wrap="square" lIns="90000" tIns="46800" rIns="90000" bIns="46800" anchor="t" anchorCtr="0">
            <a:spAutoFit/>
          </a:bodyPr>
          <a:lstStyle>
            <a:lvl1pPr marL="342900" indent="-342900" eaLnBrk="0" hangingPunct="0">
              <a:spcBef>
                <a:spcPct val="20000"/>
              </a:spcBef>
              <a:buFont typeface="Arial" panose="020B0604020202020204" pitchFamily="34" charset="0"/>
              <a:buNone/>
              <a:defRPr lang="en-US" altLang="ko-KR" sz="2000">
                <a:latin typeface="Microsoft Sans Serif" panose="020B0604020202020204" pitchFamily="34" charset="0"/>
                <a:ea typeface="+mj-ea"/>
                <a:cs typeface="Microsoft Sans Serif" panose="020B0604020202020204" pitchFamily="34" charset="0"/>
              </a:defRPr>
            </a:lvl1pPr>
            <a:lvl2pPr marL="742950" indent="-285750" eaLnBrk="0" hangingPunct="0">
              <a:spcBef>
                <a:spcPct val="20000"/>
              </a:spcBef>
              <a:buFont typeface="Arial" panose="020B0604020202020204" pitchFamily="34" charset="0"/>
              <a:buChar char="–"/>
              <a:defRPr sz="2800">
                <a:latin typeface="+mn-lt"/>
                <a:ea typeface="+mn-ea"/>
              </a:defRPr>
            </a:lvl2pPr>
            <a:lvl3pPr marL="1143000" indent="-228600" eaLnBrk="0" hangingPunct="0">
              <a:spcBef>
                <a:spcPct val="20000"/>
              </a:spcBef>
              <a:buFont typeface="Arial" panose="020B0604020202020204" pitchFamily="34" charset="0"/>
              <a:buChar char="•"/>
              <a:defRPr sz="2400">
                <a:latin typeface="+mn-lt"/>
                <a:ea typeface="+mn-ea"/>
              </a:defRPr>
            </a:lvl3pPr>
            <a:lvl4pPr marL="1600200" indent="-228600" eaLnBrk="0" hangingPunct="0">
              <a:spcBef>
                <a:spcPct val="20000"/>
              </a:spcBef>
              <a:buFont typeface="Arial" panose="020B0604020202020204" pitchFamily="34" charset="0"/>
              <a:buChar char="–"/>
              <a:defRPr sz="2000">
                <a:latin typeface="+mn-lt"/>
                <a:ea typeface="+mn-ea"/>
              </a:defRPr>
            </a:lvl4pPr>
            <a:lvl5pPr marL="2057400" indent="-228600" eaLnBrk="0" hangingPunct="0">
              <a:spcBef>
                <a:spcPct val="20000"/>
              </a:spcBef>
              <a:buFont typeface="Arial" panose="020B0604020202020204" pitchFamily="34" charset="0"/>
              <a:buChar char="»"/>
              <a:defRPr sz="2000">
                <a:latin typeface="+mn-lt"/>
                <a:ea typeface="+mn-ea"/>
              </a:defRPr>
            </a:lvl5pPr>
            <a:lvl6pPr marL="2514600" indent="-228600">
              <a:spcBef>
                <a:spcPct val="20000"/>
              </a:spcBef>
              <a:buFont typeface="Arial" panose="020B0604020202020204" pitchFamily="34" charset="0"/>
              <a:buChar char="•"/>
              <a:defRPr sz="2000">
                <a:latin typeface="+mn-lt"/>
                <a:ea typeface="+mn-ea"/>
              </a:defRPr>
            </a:lvl6pPr>
            <a:lvl7pPr marL="2971800" indent="-228600">
              <a:spcBef>
                <a:spcPct val="20000"/>
              </a:spcBef>
              <a:buFont typeface="Arial" panose="020B0604020202020204" pitchFamily="34" charset="0"/>
              <a:buChar char="•"/>
              <a:defRPr sz="2000">
                <a:latin typeface="+mn-lt"/>
                <a:ea typeface="+mn-ea"/>
              </a:defRPr>
            </a:lvl7pPr>
            <a:lvl8pPr marL="3429000" indent="-228600">
              <a:spcBef>
                <a:spcPct val="20000"/>
              </a:spcBef>
              <a:buFont typeface="Arial" panose="020B0604020202020204" pitchFamily="34" charset="0"/>
              <a:buChar char="•"/>
              <a:defRPr sz="2000">
                <a:latin typeface="+mn-lt"/>
                <a:ea typeface="+mn-ea"/>
              </a:defRPr>
            </a:lvl8pPr>
            <a:lvl9pPr marL="3886200" indent="-228600">
              <a:spcBef>
                <a:spcPct val="20000"/>
              </a:spcBef>
              <a:buFont typeface="Arial" panose="020B0604020202020204" pitchFamily="34" charset="0"/>
              <a:buChar char="•"/>
              <a:defRPr sz="2000">
                <a:latin typeface="+mn-lt"/>
                <a:ea typeface="+mn-ea"/>
              </a:defRPr>
            </a:lvl9pPr>
          </a:lstStyle>
          <a:p>
            <a:pPr marL="0" indent="0">
              <a:lnSpc>
                <a:spcPct val="120000"/>
              </a:lnSpc>
            </a:pPr>
            <a:r>
              <a:rPr lang="zh-CN" altLang="en-US" sz="1200" spc="300">
                <a:latin typeface="微软雅黑" panose="020B0503020204020204" pitchFamily="34" charset="-122"/>
                <a:ea typeface="微软雅黑" panose="020B0503020204020204" pitchFamily="34" charset="-122"/>
                <a:sym typeface="思源黑体 Medium" panose="020B0600000000000000" pitchFamily="34" charset="-122"/>
              </a:rPr>
              <a:t>在此录入上述图表的描述说明，在此录入上述图表的描述说明。在此录入上述图表的描述说明，在此录入上述图表的描述说明。</a:t>
            </a:r>
            <a:endParaRPr lang="zh-CN" altLang="en-US" sz="1200" spc="300">
              <a:latin typeface="微软雅黑" panose="020B0503020204020204" pitchFamily="34" charset="-122"/>
              <a:ea typeface="微软雅黑" panose="020B0503020204020204" pitchFamily="34" charset="-122"/>
              <a:sym typeface="思源黑体 Medium" panose="020B0600000000000000" pitchFamily="34" charset="-122"/>
            </a:endParaRPr>
          </a:p>
          <a:p>
            <a:pPr marL="0" indent="0">
              <a:lnSpc>
                <a:spcPct val="120000"/>
              </a:lnSpc>
            </a:pPr>
            <a:endParaRPr lang="zh-CN" altLang="en-US" sz="1200" spc="300">
              <a:latin typeface="微软雅黑" panose="020B0503020204020204" pitchFamily="34" charset="-122"/>
              <a:ea typeface="微软雅黑" panose="020B0503020204020204" pitchFamily="34" charset="-122"/>
              <a:sym typeface="思源黑体 Medium" panose="020B0600000000000000" pitchFamily="34" charset="-122"/>
            </a:endParaRPr>
          </a:p>
        </p:txBody>
      </p:sp>
      <p:grpSp>
        <p:nvGrpSpPr>
          <p:cNvPr id="63" name="组合 62"/>
          <p:cNvGrpSpPr/>
          <p:nvPr/>
        </p:nvGrpSpPr>
        <p:grpSpPr>
          <a:xfrm>
            <a:off x="6363970" y="1924793"/>
            <a:ext cx="596900" cy="596900"/>
            <a:chOff x="927100" y="1498600"/>
            <a:chExt cx="596900" cy="596900"/>
          </a:xfrm>
          <a:solidFill>
            <a:srgbClr val="7F7F7F"/>
          </a:solidFill>
        </p:grpSpPr>
        <p:sp>
          <p:nvSpPr>
            <p:cNvPr id="64" name="PA-椭圆 6"/>
            <p:cNvSpPr/>
            <p:nvPr>
              <p:custDataLst>
                <p:tags r:id="rId13"/>
              </p:custDataLst>
            </p:nvPr>
          </p:nvSpPr>
          <p:spPr>
            <a:xfrm>
              <a:off x="927100" y="1498600"/>
              <a:ext cx="596900" cy="5969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65" name="PA-文本框 7"/>
            <p:cNvSpPr txBox="1"/>
            <p:nvPr>
              <p:custDataLst>
                <p:tags r:id="rId14"/>
              </p:custDataLst>
            </p:nvPr>
          </p:nvSpPr>
          <p:spPr>
            <a:xfrm>
              <a:off x="982135" y="1566217"/>
              <a:ext cx="489480" cy="400110"/>
            </a:xfrm>
            <a:prstGeom prst="rect">
              <a:avLst/>
            </a:prstGeom>
            <a:grpFill/>
            <a:ln>
              <a:noFill/>
            </a:ln>
          </p:spPr>
          <p:txBody>
            <a:bodyPr wrap="square" rtlCol="0">
              <a:spAutoFit/>
            </a:bodyPr>
            <a:lstStyle/>
            <a:p>
              <a:r>
                <a:rPr lang="en-US" altLang="zh-CN" sz="20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02</a:t>
              </a:r>
              <a:endParaRPr lang="zh-CN" altLang="en-US" sz="20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sp>
        <p:nvSpPr>
          <p:cNvPr id="66" name="PA-speed "/>
          <p:cNvSpPr txBox="1">
            <a:spLocks noChangeArrowheads="1"/>
          </p:cNvSpPr>
          <p:nvPr>
            <p:custDataLst>
              <p:tags r:id="rId15"/>
            </p:custDataLst>
          </p:nvPr>
        </p:nvSpPr>
        <p:spPr bwMode="auto">
          <a:xfrm>
            <a:off x="7015905" y="1781255"/>
            <a:ext cx="3925295" cy="343813"/>
          </a:xfrm>
          <a:prstGeom prst="rect">
            <a:avLst/>
          </a:prstGeom>
          <a:noFill/>
          <a:scene3d>
            <a:camera prst="orthographicFront">
              <a:rot lat="0" lon="0" rev="0"/>
            </a:camera>
            <a:lightRig rig="threePt" dir="t"/>
          </a:scene3d>
          <a:sp3d prstMaterial="matte">
            <a:bevelT w="1270" h="1270"/>
          </a:sp3d>
        </p:spPr>
        <p:txBody>
          <a:bodyPr wrap="square" lIns="90000" tIns="46800" rIns="90000" bIns="46800" anchor="t" anchorCtr="0">
            <a:spAutoFit/>
          </a:bodyPr>
          <a:lstStyle>
            <a:defPPr>
              <a:defRPr lang="ko-KR"/>
            </a:defPPr>
            <a:lvl1pPr fontAlgn="base">
              <a:lnSpc>
                <a:spcPct val="90000"/>
              </a:lnSpc>
              <a:spcBef>
                <a:spcPct val="0"/>
              </a:spcBef>
              <a:spcAft>
                <a:spcPct val="0"/>
              </a:spcAft>
              <a:buClr>
                <a:prstClr val="white"/>
              </a:buClr>
              <a:defRPr kumimoji="1" sz="1400" b="1">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defRPr>
            </a:lvl1pPr>
            <a:lvl2pPr fontAlgn="base">
              <a:spcBef>
                <a:spcPct val="0"/>
              </a:spcBef>
              <a:spcAft>
                <a:spcPct val="0"/>
              </a:spcAft>
              <a:defRPr kumimoji="1">
                <a:latin typeface="Gulim" panose="020B0600000101010101" pitchFamily="50" charset="-127"/>
                <a:ea typeface="Gulim" panose="020B0600000101010101" pitchFamily="50" charset="-127"/>
              </a:defRPr>
            </a:lvl2pPr>
            <a:lvl3pPr fontAlgn="base">
              <a:spcBef>
                <a:spcPct val="0"/>
              </a:spcBef>
              <a:spcAft>
                <a:spcPct val="0"/>
              </a:spcAft>
              <a:defRPr kumimoji="1">
                <a:latin typeface="Gulim" panose="020B0600000101010101" pitchFamily="50" charset="-127"/>
                <a:ea typeface="Gulim" panose="020B0600000101010101" pitchFamily="50" charset="-127"/>
              </a:defRPr>
            </a:lvl3pPr>
            <a:lvl4pPr fontAlgn="base">
              <a:spcBef>
                <a:spcPct val="0"/>
              </a:spcBef>
              <a:spcAft>
                <a:spcPct val="0"/>
              </a:spcAft>
              <a:defRPr kumimoji="1">
                <a:latin typeface="Gulim" panose="020B0600000101010101" pitchFamily="50" charset="-127"/>
                <a:ea typeface="Gulim" panose="020B0600000101010101" pitchFamily="50" charset="-127"/>
              </a:defRPr>
            </a:lvl4pPr>
            <a:lvl5pPr fontAlgn="base">
              <a:spcBef>
                <a:spcPct val="0"/>
              </a:spcBef>
              <a:spcAft>
                <a:spcPct val="0"/>
              </a:spcAft>
              <a:defRPr kumimoji="1">
                <a:latin typeface="Gulim" panose="020B0600000101010101" pitchFamily="50" charset="-127"/>
                <a:ea typeface="Gulim" panose="020B0600000101010101" pitchFamily="50" charset="-127"/>
              </a:defRPr>
            </a:lvl5pPr>
            <a:lvl6pPr>
              <a:defRPr kumimoji="1">
                <a:latin typeface="Gulim" panose="020B0600000101010101" pitchFamily="50" charset="-127"/>
                <a:ea typeface="Gulim" panose="020B0600000101010101" pitchFamily="50" charset="-127"/>
              </a:defRPr>
            </a:lvl6pPr>
            <a:lvl7pPr>
              <a:defRPr kumimoji="1">
                <a:latin typeface="Gulim" panose="020B0600000101010101" pitchFamily="50" charset="-127"/>
                <a:ea typeface="Gulim" panose="020B0600000101010101" pitchFamily="50" charset="-127"/>
              </a:defRPr>
            </a:lvl7pPr>
            <a:lvl8pPr>
              <a:defRPr kumimoji="1">
                <a:latin typeface="Gulim" panose="020B0600000101010101" pitchFamily="50" charset="-127"/>
                <a:ea typeface="Gulim" panose="020B0600000101010101" pitchFamily="50" charset="-127"/>
              </a:defRPr>
            </a:lvl8pPr>
            <a:lvl9pPr>
              <a:defRPr kumimoji="1">
                <a:latin typeface="Gulim" panose="020B0600000101010101" pitchFamily="50" charset="-127"/>
                <a:ea typeface="Gulim" panose="020B0600000101010101" pitchFamily="50" charset="-127"/>
              </a:defRPr>
            </a:lvl9pPr>
          </a:lstStyle>
          <a:p>
            <a:r>
              <a:rPr lang="zh-CN" altLang="en-US" sz="1800" b="0">
                <a:solidFill>
                  <a:schemeClr val="tx1">
                    <a:lumMod val="85000"/>
                    <a:lumOff val="15000"/>
                  </a:schemeClr>
                </a:solidFill>
                <a:latin typeface="微软雅黑" panose="020B0503020204020204" pitchFamily="34" charset="-122"/>
                <a:ea typeface="微软雅黑" panose="020B0503020204020204" pitchFamily="34" charset="-122"/>
                <a:cs typeface="+mn-ea"/>
                <a:sym typeface="思源黑体 Medium" panose="020B0600000000000000" pitchFamily="34" charset="-122"/>
              </a:rPr>
              <a:t>输入标题</a:t>
            </a:r>
            <a:endParaRPr lang="zh-CN" altLang="en-US" sz="1800" b="0">
              <a:solidFill>
                <a:schemeClr val="tx1">
                  <a:lumMod val="85000"/>
                  <a:lumOff val="15000"/>
                </a:schemeClr>
              </a:solidFill>
              <a:latin typeface="微软雅黑" panose="020B0503020204020204" pitchFamily="34" charset="-122"/>
              <a:ea typeface="微软雅黑" panose="020B0503020204020204" pitchFamily="34" charset="-122"/>
              <a:cs typeface="+mn-ea"/>
              <a:sym typeface="思源黑体 Medium" panose="020B0600000000000000" pitchFamily="34" charset="-122"/>
            </a:endParaRPr>
          </a:p>
        </p:txBody>
      </p:sp>
      <p:sp>
        <p:nvSpPr>
          <p:cNvPr id="67" name="PA-矩形 3"/>
          <p:cNvSpPr txBox="1">
            <a:spLocks noChangeArrowheads="1"/>
          </p:cNvSpPr>
          <p:nvPr>
            <p:custDataLst>
              <p:tags r:id="rId16"/>
            </p:custDataLst>
          </p:nvPr>
        </p:nvSpPr>
        <p:spPr bwMode="auto">
          <a:xfrm>
            <a:off x="7015903" y="2087045"/>
            <a:ext cx="4825908" cy="1017844"/>
          </a:xfrm>
          <a:prstGeom prst="rect">
            <a:avLst/>
          </a:prstGeom>
        </p:spPr>
        <p:txBody>
          <a:bodyPr wrap="square" lIns="90000" tIns="46800" rIns="90000" bIns="46800" anchor="t" anchorCtr="0">
            <a:spAutoFit/>
          </a:bodyPr>
          <a:lstStyle>
            <a:lvl1pPr marL="342900" indent="-342900" eaLnBrk="0" hangingPunct="0">
              <a:spcBef>
                <a:spcPct val="20000"/>
              </a:spcBef>
              <a:buFont typeface="Arial" panose="020B0604020202020204" pitchFamily="34" charset="0"/>
              <a:buNone/>
              <a:defRPr lang="en-US" altLang="ko-KR" sz="2000">
                <a:latin typeface="Microsoft Sans Serif" panose="020B0604020202020204" pitchFamily="34" charset="0"/>
                <a:ea typeface="+mj-ea"/>
                <a:cs typeface="Microsoft Sans Serif" panose="020B0604020202020204" pitchFamily="34" charset="0"/>
              </a:defRPr>
            </a:lvl1pPr>
            <a:lvl2pPr marL="742950" indent="-285750" eaLnBrk="0" hangingPunct="0">
              <a:spcBef>
                <a:spcPct val="20000"/>
              </a:spcBef>
              <a:buFont typeface="Arial" panose="020B0604020202020204" pitchFamily="34" charset="0"/>
              <a:buChar char="–"/>
              <a:defRPr sz="2800">
                <a:latin typeface="+mn-lt"/>
                <a:ea typeface="+mn-ea"/>
              </a:defRPr>
            </a:lvl2pPr>
            <a:lvl3pPr marL="1143000" indent="-228600" eaLnBrk="0" hangingPunct="0">
              <a:spcBef>
                <a:spcPct val="20000"/>
              </a:spcBef>
              <a:buFont typeface="Arial" panose="020B0604020202020204" pitchFamily="34" charset="0"/>
              <a:buChar char="•"/>
              <a:defRPr sz="2400">
                <a:latin typeface="+mn-lt"/>
                <a:ea typeface="+mn-ea"/>
              </a:defRPr>
            </a:lvl3pPr>
            <a:lvl4pPr marL="1600200" indent="-228600" eaLnBrk="0" hangingPunct="0">
              <a:spcBef>
                <a:spcPct val="20000"/>
              </a:spcBef>
              <a:buFont typeface="Arial" panose="020B0604020202020204" pitchFamily="34" charset="0"/>
              <a:buChar char="–"/>
              <a:defRPr sz="2000">
                <a:latin typeface="+mn-lt"/>
                <a:ea typeface="+mn-ea"/>
              </a:defRPr>
            </a:lvl4pPr>
            <a:lvl5pPr marL="2057400" indent="-228600" eaLnBrk="0" hangingPunct="0">
              <a:spcBef>
                <a:spcPct val="20000"/>
              </a:spcBef>
              <a:buFont typeface="Arial" panose="020B0604020202020204" pitchFamily="34" charset="0"/>
              <a:buChar char="»"/>
              <a:defRPr sz="2000">
                <a:latin typeface="+mn-lt"/>
                <a:ea typeface="+mn-ea"/>
              </a:defRPr>
            </a:lvl5pPr>
            <a:lvl6pPr marL="2514600" indent="-228600">
              <a:spcBef>
                <a:spcPct val="20000"/>
              </a:spcBef>
              <a:buFont typeface="Arial" panose="020B0604020202020204" pitchFamily="34" charset="0"/>
              <a:buChar char="•"/>
              <a:defRPr sz="2000">
                <a:latin typeface="+mn-lt"/>
                <a:ea typeface="+mn-ea"/>
              </a:defRPr>
            </a:lvl6pPr>
            <a:lvl7pPr marL="2971800" indent="-228600">
              <a:spcBef>
                <a:spcPct val="20000"/>
              </a:spcBef>
              <a:buFont typeface="Arial" panose="020B0604020202020204" pitchFamily="34" charset="0"/>
              <a:buChar char="•"/>
              <a:defRPr sz="2000">
                <a:latin typeface="+mn-lt"/>
                <a:ea typeface="+mn-ea"/>
              </a:defRPr>
            </a:lvl7pPr>
            <a:lvl8pPr marL="3429000" indent="-228600">
              <a:spcBef>
                <a:spcPct val="20000"/>
              </a:spcBef>
              <a:buFont typeface="Arial" panose="020B0604020202020204" pitchFamily="34" charset="0"/>
              <a:buChar char="•"/>
              <a:defRPr sz="2000">
                <a:latin typeface="+mn-lt"/>
                <a:ea typeface="+mn-ea"/>
              </a:defRPr>
            </a:lvl8pPr>
            <a:lvl9pPr marL="3886200" indent="-228600">
              <a:spcBef>
                <a:spcPct val="20000"/>
              </a:spcBef>
              <a:buFont typeface="Arial" panose="020B0604020202020204" pitchFamily="34" charset="0"/>
              <a:buChar char="•"/>
              <a:defRPr sz="2000">
                <a:latin typeface="+mn-lt"/>
                <a:ea typeface="+mn-ea"/>
              </a:defRPr>
            </a:lvl9pPr>
          </a:lstStyle>
          <a:p>
            <a:pPr marL="0" indent="0">
              <a:lnSpc>
                <a:spcPct val="120000"/>
              </a:lnSpc>
            </a:pPr>
            <a:r>
              <a:rPr lang="zh-CN" altLang="en-US" sz="1200" spc="300">
                <a:latin typeface="微软雅黑" panose="020B0503020204020204" pitchFamily="34" charset="-122"/>
                <a:ea typeface="微软雅黑" panose="020B0503020204020204" pitchFamily="34" charset="-122"/>
                <a:sym typeface="思源黑体 Medium" panose="020B0600000000000000" pitchFamily="34" charset="-122"/>
              </a:rPr>
              <a:t>在此录入上述图表的描述说明，在此录入上述图表的描述说明。在此录入上述图表的描述说明，在此录入上述图表的描述说明。</a:t>
            </a:r>
            <a:endParaRPr lang="zh-CN" altLang="en-US" sz="1200" spc="300">
              <a:latin typeface="微软雅黑" panose="020B0503020204020204" pitchFamily="34" charset="-122"/>
              <a:ea typeface="微软雅黑" panose="020B0503020204020204" pitchFamily="34" charset="-122"/>
              <a:sym typeface="思源黑体 Medium" panose="020B0600000000000000" pitchFamily="34" charset="-122"/>
            </a:endParaRPr>
          </a:p>
          <a:p>
            <a:pPr marL="0" indent="0">
              <a:lnSpc>
                <a:spcPct val="120000"/>
              </a:lnSpc>
            </a:pPr>
            <a:endParaRPr lang="zh-CN" altLang="en-US" sz="1200" spc="300">
              <a:latin typeface="微软雅黑" panose="020B0503020204020204" pitchFamily="34" charset="-122"/>
              <a:ea typeface="微软雅黑" panose="020B0503020204020204" pitchFamily="34" charset="-122"/>
              <a:sym typeface="思源黑体 Medium" panose="020B0600000000000000" pitchFamily="34" charset="-122"/>
            </a:endParaRPr>
          </a:p>
        </p:txBody>
      </p:sp>
      <p:grpSp>
        <p:nvGrpSpPr>
          <p:cNvPr id="68" name="组合 67"/>
          <p:cNvGrpSpPr/>
          <p:nvPr/>
        </p:nvGrpSpPr>
        <p:grpSpPr>
          <a:xfrm>
            <a:off x="6363970" y="3258293"/>
            <a:ext cx="596900" cy="596900"/>
            <a:chOff x="927100" y="1498600"/>
            <a:chExt cx="596900" cy="596900"/>
          </a:xfrm>
          <a:solidFill>
            <a:srgbClr val="335C80"/>
          </a:solidFill>
        </p:grpSpPr>
        <p:sp>
          <p:nvSpPr>
            <p:cNvPr id="69" name="PA-椭圆 6"/>
            <p:cNvSpPr/>
            <p:nvPr>
              <p:custDataLst>
                <p:tags r:id="rId17"/>
              </p:custDataLst>
            </p:nvPr>
          </p:nvSpPr>
          <p:spPr>
            <a:xfrm>
              <a:off x="927100" y="1498600"/>
              <a:ext cx="596900" cy="5969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70" name="PA-文本框 7"/>
            <p:cNvSpPr txBox="1"/>
            <p:nvPr>
              <p:custDataLst>
                <p:tags r:id="rId18"/>
              </p:custDataLst>
            </p:nvPr>
          </p:nvSpPr>
          <p:spPr>
            <a:xfrm>
              <a:off x="982135" y="1566217"/>
              <a:ext cx="489480" cy="400110"/>
            </a:xfrm>
            <a:prstGeom prst="rect">
              <a:avLst/>
            </a:prstGeom>
            <a:grpFill/>
            <a:ln>
              <a:noFill/>
            </a:ln>
          </p:spPr>
          <p:txBody>
            <a:bodyPr wrap="square" rtlCol="0">
              <a:spAutoFit/>
            </a:bodyPr>
            <a:lstStyle/>
            <a:p>
              <a:r>
                <a:rPr lang="en-US" altLang="zh-CN" sz="20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04</a:t>
              </a:r>
              <a:endParaRPr lang="zh-CN" altLang="en-US" sz="20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sp>
        <p:nvSpPr>
          <p:cNvPr id="71" name="PA-speed "/>
          <p:cNvSpPr txBox="1">
            <a:spLocks noChangeArrowheads="1"/>
          </p:cNvSpPr>
          <p:nvPr>
            <p:custDataLst>
              <p:tags r:id="rId19"/>
            </p:custDataLst>
          </p:nvPr>
        </p:nvSpPr>
        <p:spPr bwMode="auto">
          <a:xfrm>
            <a:off x="7015905" y="3114755"/>
            <a:ext cx="3925295" cy="343813"/>
          </a:xfrm>
          <a:prstGeom prst="rect">
            <a:avLst/>
          </a:prstGeom>
          <a:noFill/>
          <a:scene3d>
            <a:camera prst="orthographicFront">
              <a:rot lat="0" lon="0" rev="0"/>
            </a:camera>
            <a:lightRig rig="threePt" dir="t"/>
          </a:scene3d>
          <a:sp3d prstMaterial="matte">
            <a:bevelT w="1270" h="1270"/>
          </a:sp3d>
        </p:spPr>
        <p:txBody>
          <a:bodyPr wrap="square" lIns="90000" tIns="46800" rIns="90000" bIns="46800" anchor="t" anchorCtr="0">
            <a:spAutoFit/>
          </a:bodyPr>
          <a:lstStyle>
            <a:defPPr>
              <a:defRPr lang="ko-KR"/>
            </a:defPPr>
            <a:lvl1pPr fontAlgn="base">
              <a:lnSpc>
                <a:spcPct val="90000"/>
              </a:lnSpc>
              <a:spcBef>
                <a:spcPct val="0"/>
              </a:spcBef>
              <a:spcAft>
                <a:spcPct val="0"/>
              </a:spcAft>
              <a:buClr>
                <a:prstClr val="white"/>
              </a:buClr>
              <a:defRPr kumimoji="1" sz="1400" b="1">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defRPr>
            </a:lvl1pPr>
            <a:lvl2pPr fontAlgn="base">
              <a:spcBef>
                <a:spcPct val="0"/>
              </a:spcBef>
              <a:spcAft>
                <a:spcPct val="0"/>
              </a:spcAft>
              <a:defRPr kumimoji="1">
                <a:latin typeface="Gulim" panose="020B0600000101010101" pitchFamily="50" charset="-127"/>
                <a:ea typeface="Gulim" panose="020B0600000101010101" pitchFamily="50" charset="-127"/>
              </a:defRPr>
            </a:lvl2pPr>
            <a:lvl3pPr fontAlgn="base">
              <a:spcBef>
                <a:spcPct val="0"/>
              </a:spcBef>
              <a:spcAft>
                <a:spcPct val="0"/>
              </a:spcAft>
              <a:defRPr kumimoji="1">
                <a:latin typeface="Gulim" panose="020B0600000101010101" pitchFamily="50" charset="-127"/>
                <a:ea typeface="Gulim" panose="020B0600000101010101" pitchFamily="50" charset="-127"/>
              </a:defRPr>
            </a:lvl3pPr>
            <a:lvl4pPr fontAlgn="base">
              <a:spcBef>
                <a:spcPct val="0"/>
              </a:spcBef>
              <a:spcAft>
                <a:spcPct val="0"/>
              </a:spcAft>
              <a:defRPr kumimoji="1">
                <a:latin typeface="Gulim" panose="020B0600000101010101" pitchFamily="50" charset="-127"/>
                <a:ea typeface="Gulim" panose="020B0600000101010101" pitchFamily="50" charset="-127"/>
              </a:defRPr>
            </a:lvl4pPr>
            <a:lvl5pPr fontAlgn="base">
              <a:spcBef>
                <a:spcPct val="0"/>
              </a:spcBef>
              <a:spcAft>
                <a:spcPct val="0"/>
              </a:spcAft>
              <a:defRPr kumimoji="1">
                <a:latin typeface="Gulim" panose="020B0600000101010101" pitchFamily="50" charset="-127"/>
                <a:ea typeface="Gulim" panose="020B0600000101010101" pitchFamily="50" charset="-127"/>
              </a:defRPr>
            </a:lvl5pPr>
            <a:lvl6pPr>
              <a:defRPr kumimoji="1">
                <a:latin typeface="Gulim" panose="020B0600000101010101" pitchFamily="50" charset="-127"/>
                <a:ea typeface="Gulim" panose="020B0600000101010101" pitchFamily="50" charset="-127"/>
              </a:defRPr>
            </a:lvl6pPr>
            <a:lvl7pPr>
              <a:defRPr kumimoji="1">
                <a:latin typeface="Gulim" panose="020B0600000101010101" pitchFamily="50" charset="-127"/>
                <a:ea typeface="Gulim" panose="020B0600000101010101" pitchFamily="50" charset="-127"/>
              </a:defRPr>
            </a:lvl7pPr>
            <a:lvl8pPr>
              <a:defRPr kumimoji="1">
                <a:latin typeface="Gulim" panose="020B0600000101010101" pitchFamily="50" charset="-127"/>
                <a:ea typeface="Gulim" panose="020B0600000101010101" pitchFamily="50" charset="-127"/>
              </a:defRPr>
            </a:lvl8pPr>
            <a:lvl9pPr>
              <a:defRPr kumimoji="1">
                <a:latin typeface="Gulim" panose="020B0600000101010101" pitchFamily="50" charset="-127"/>
                <a:ea typeface="Gulim" panose="020B0600000101010101" pitchFamily="50" charset="-127"/>
              </a:defRPr>
            </a:lvl9pPr>
          </a:lstStyle>
          <a:p>
            <a:r>
              <a:rPr lang="zh-CN" altLang="en-US" sz="1800" b="0">
                <a:solidFill>
                  <a:schemeClr val="tx1">
                    <a:lumMod val="85000"/>
                    <a:lumOff val="15000"/>
                  </a:schemeClr>
                </a:solidFill>
                <a:latin typeface="微软雅黑" panose="020B0503020204020204" pitchFamily="34" charset="-122"/>
                <a:ea typeface="微软雅黑" panose="020B0503020204020204" pitchFamily="34" charset="-122"/>
                <a:cs typeface="+mn-ea"/>
                <a:sym typeface="思源黑体 Medium" panose="020B0600000000000000" pitchFamily="34" charset="-122"/>
              </a:rPr>
              <a:t>输入标题</a:t>
            </a:r>
            <a:endParaRPr lang="zh-CN" altLang="en-US" sz="1800" b="0">
              <a:solidFill>
                <a:schemeClr val="tx1">
                  <a:lumMod val="85000"/>
                  <a:lumOff val="15000"/>
                </a:schemeClr>
              </a:solidFill>
              <a:latin typeface="微软雅黑" panose="020B0503020204020204" pitchFamily="34" charset="-122"/>
              <a:ea typeface="微软雅黑" panose="020B0503020204020204" pitchFamily="34" charset="-122"/>
              <a:cs typeface="+mn-ea"/>
              <a:sym typeface="思源黑体 Medium" panose="020B0600000000000000" pitchFamily="34" charset="-122"/>
            </a:endParaRPr>
          </a:p>
        </p:txBody>
      </p:sp>
      <p:sp>
        <p:nvSpPr>
          <p:cNvPr id="72" name="PA-矩形 3"/>
          <p:cNvSpPr txBox="1">
            <a:spLocks noChangeArrowheads="1"/>
          </p:cNvSpPr>
          <p:nvPr>
            <p:custDataLst>
              <p:tags r:id="rId20"/>
            </p:custDataLst>
          </p:nvPr>
        </p:nvSpPr>
        <p:spPr bwMode="auto">
          <a:xfrm>
            <a:off x="7015903" y="3420545"/>
            <a:ext cx="4825908" cy="1017844"/>
          </a:xfrm>
          <a:prstGeom prst="rect">
            <a:avLst/>
          </a:prstGeom>
        </p:spPr>
        <p:txBody>
          <a:bodyPr wrap="square" lIns="90000" tIns="46800" rIns="90000" bIns="46800" anchor="t" anchorCtr="0">
            <a:spAutoFit/>
          </a:bodyPr>
          <a:lstStyle>
            <a:lvl1pPr marL="342900" indent="-342900" eaLnBrk="0" hangingPunct="0">
              <a:spcBef>
                <a:spcPct val="20000"/>
              </a:spcBef>
              <a:buFont typeface="Arial" panose="020B0604020202020204" pitchFamily="34" charset="0"/>
              <a:buNone/>
              <a:defRPr lang="en-US" altLang="ko-KR" sz="2000">
                <a:latin typeface="Microsoft Sans Serif" panose="020B0604020202020204" pitchFamily="34" charset="0"/>
                <a:ea typeface="+mj-ea"/>
                <a:cs typeface="Microsoft Sans Serif" panose="020B0604020202020204" pitchFamily="34" charset="0"/>
              </a:defRPr>
            </a:lvl1pPr>
            <a:lvl2pPr marL="742950" indent="-285750" eaLnBrk="0" hangingPunct="0">
              <a:spcBef>
                <a:spcPct val="20000"/>
              </a:spcBef>
              <a:buFont typeface="Arial" panose="020B0604020202020204" pitchFamily="34" charset="0"/>
              <a:buChar char="–"/>
              <a:defRPr sz="2800">
                <a:latin typeface="+mn-lt"/>
                <a:ea typeface="+mn-ea"/>
              </a:defRPr>
            </a:lvl2pPr>
            <a:lvl3pPr marL="1143000" indent="-228600" eaLnBrk="0" hangingPunct="0">
              <a:spcBef>
                <a:spcPct val="20000"/>
              </a:spcBef>
              <a:buFont typeface="Arial" panose="020B0604020202020204" pitchFamily="34" charset="0"/>
              <a:buChar char="•"/>
              <a:defRPr sz="2400">
                <a:latin typeface="+mn-lt"/>
                <a:ea typeface="+mn-ea"/>
              </a:defRPr>
            </a:lvl3pPr>
            <a:lvl4pPr marL="1600200" indent="-228600" eaLnBrk="0" hangingPunct="0">
              <a:spcBef>
                <a:spcPct val="20000"/>
              </a:spcBef>
              <a:buFont typeface="Arial" panose="020B0604020202020204" pitchFamily="34" charset="0"/>
              <a:buChar char="–"/>
              <a:defRPr sz="2000">
                <a:latin typeface="+mn-lt"/>
                <a:ea typeface="+mn-ea"/>
              </a:defRPr>
            </a:lvl4pPr>
            <a:lvl5pPr marL="2057400" indent="-228600" eaLnBrk="0" hangingPunct="0">
              <a:spcBef>
                <a:spcPct val="20000"/>
              </a:spcBef>
              <a:buFont typeface="Arial" panose="020B0604020202020204" pitchFamily="34" charset="0"/>
              <a:buChar char="»"/>
              <a:defRPr sz="2000">
                <a:latin typeface="+mn-lt"/>
                <a:ea typeface="+mn-ea"/>
              </a:defRPr>
            </a:lvl5pPr>
            <a:lvl6pPr marL="2514600" indent="-228600">
              <a:spcBef>
                <a:spcPct val="20000"/>
              </a:spcBef>
              <a:buFont typeface="Arial" panose="020B0604020202020204" pitchFamily="34" charset="0"/>
              <a:buChar char="•"/>
              <a:defRPr sz="2000">
                <a:latin typeface="+mn-lt"/>
                <a:ea typeface="+mn-ea"/>
              </a:defRPr>
            </a:lvl6pPr>
            <a:lvl7pPr marL="2971800" indent="-228600">
              <a:spcBef>
                <a:spcPct val="20000"/>
              </a:spcBef>
              <a:buFont typeface="Arial" panose="020B0604020202020204" pitchFamily="34" charset="0"/>
              <a:buChar char="•"/>
              <a:defRPr sz="2000">
                <a:latin typeface="+mn-lt"/>
                <a:ea typeface="+mn-ea"/>
              </a:defRPr>
            </a:lvl7pPr>
            <a:lvl8pPr marL="3429000" indent="-228600">
              <a:spcBef>
                <a:spcPct val="20000"/>
              </a:spcBef>
              <a:buFont typeface="Arial" panose="020B0604020202020204" pitchFamily="34" charset="0"/>
              <a:buChar char="•"/>
              <a:defRPr sz="2000">
                <a:latin typeface="+mn-lt"/>
                <a:ea typeface="+mn-ea"/>
              </a:defRPr>
            </a:lvl8pPr>
            <a:lvl9pPr marL="3886200" indent="-228600">
              <a:spcBef>
                <a:spcPct val="20000"/>
              </a:spcBef>
              <a:buFont typeface="Arial" panose="020B0604020202020204" pitchFamily="34" charset="0"/>
              <a:buChar char="•"/>
              <a:defRPr sz="2000">
                <a:latin typeface="+mn-lt"/>
                <a:ea typeface="+mn-ea"/>
              </a:defRPr>
            </a:lvl9pPr>
          </a:lstStyle>
          <a:p>
            <a:pPr marL="0" indent="0">
              <a:lnSpc>
                <a:spcPct val="120000"/>
              </a:lnSpc>
            </a:pPr>
            <a:r>
              <a:rPr lang="zh-CN" altLang="en-US" sz="1200" spc="300">
                <a:latin typeface="微软雅黑" panose="020B0503020204020204" pitchFamily="34" charset="-122"/>
                <a:ea typeface="微软雅黑" panose="020B0503020204020204" pitchFamily="34" charset="-122"/>
                <a:sym typeface="思源黑体 Medium" panose="020B0600000000000000" pitchFamily="34" charset="-122"/>
              </a:rPr>
              <a:t>在此录入上述图表的描述说明，在此录入上述图表的描述说明。在此录入上述图表的描述说明，在此录入上述图表的描述说明。</a:t>
            </a:r>
            <a:endParaRPr lang="zh-CN" altLang="en-US" sz="1200" spc="300">
              <a:latin typeface="微软雅黑" panose="020B0503020204020204" pitchFamily="34" charset="-122"/>
              <a:ea typeface="微软雅黑" panose="020B0503020204020204" pitchFamily="34" charset="-122"/>
              <a:sym typeface="思源黑体 Medium" panose="020B0600000000000000" pitchFamily="34" charset="-122"/>
            </a:endParaRPr>
          </a:p>
          <a:p>
            <a:pPr marL="0" indent="0">
              <a:lnSpc>
                <a:spcPct val="120000"/>
              </a:lnSpc>
            </a:pPr>
            <a:endParaRPr lang="zh-CN" altLang="en-US" sz="1200" spc="300">
              <a:latin typeface="微软雅黑" panose="020B0503020204020204" pitchFamily="34" charset="-122"/>
              <a:ea typeface="微软雅黑" panose="020B0503020204020204" pitchFamily="34" charset="-122"/>
              <a:sym typeface="思源黑体 Medium" panose="020B0600000000000000" pitchFamily="34" charset="-122"/>
            </a:endParaRPr>
          </a:p>
        </p:txBody>
      </p:sp>
      <p:grpSp>
        <p:nvGrpSpPr>
          <p:cNvPr id="73" name="组合 72"/>
          <p:cNvGrpSpPr/>
          <p:nvPr/>
        </p:nvGrpSpPr>
        <p:grpSpPr>
          <a:xfrm>
            <a:off x="6363970" y="4606963"/>
            <a:ext cx="596900" cy="596900"/>
            <a:chOff x="927100" y="1498600"/>
            <a:chExt cx="596900" cy="596900"/>
          </a:xfrm>
          <a:solidFill>
            <a:srgbClr val="7F7F7F"/>
          </a:solidFill>
        </p:grpSpPr>
        <p:sp>
          <p:nvSpPr>
            <p:cNvPr id="74" name="PA-椭圆 6"/>
            <p:cNvSpPr/>
            <p:nvPr>
              <p:custDataLst>
                <p:tags r:id="rId21"/>
              </p:custDataLst>
            </p:nvPr>
          </p:nvSpPr>
          <p:spPr>
            <a:xfrm>
              <a:off x="927100" y="1498600"/>
              <a:ext cx="596900" cy="5969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75" name="PA-文本框 7"/>
            <p:cNvSpPr txBox="1"/>
            <p:nvPr>
              <p:custDataLst>
                <p:tags r:id="rId22"/>
              </p:custDataLst>
            </p:nvPr>
          </p:nvSpPr>
          <p:spPr>
            <a:xfrm>
              <a:off x="982135" y="1566217"/>
              <a:ext cx="489480" cy="400110"/>
            </a:xfrm>
            <a:prstGeom prst="rect">
              <a:avLst/>
            </a:prstGeom>
            <a:grpFill/>
            <a:ln>
              <a:noFill/>
            </a:ln>
          </p:spPr>
          <p:txBody>
            <a:bodyPr wrap="square" rtlCol="0">
              <a:spAutoFit/>
            </a:bodyPr>
            <a:lstStyle/>
            <a:p>
              <a:r>
                <a:rPr lang="en-US" altLang="zh-CN" sz="20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06</a:t>
              </a:r>
              <a:endParaRPr lang="zh-CN" altLang="en-US" sz="20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sp>
        <p:nvSpPr>
          <p:cNvPr id="76" name="PA-speed "/>
          <p:cNvSpPr txBox="1">
            <a:spLocks noChangeArrowheads="1"/>
          </p:cNvSpPr>
          <p:nvPr>
            <p:custDataLst>
              <p:tags r:id="rId23"/>
            </p:custDataLst>
          </p:nvPr>
        </p:nvSpPr>
        <p:spPr bwMode="auto">
          <a:xfrm>
            <a:off x="7015905" y="4463425"/>
            <a:ext cx="3925295" cy="343813"/>
          </a:xfrm>
          <a:prstGeom prst="rect">
            <a:avLst/>
          </a:prstGeom>
          <a:noFill/>
          <a:scene3d>
            <a:camera prst="orthographicFront">
              <a:rot lat="0" lon="0" rev="0"/>
            </a:camera>
            <a:lightRig rig="threePt" dir="t"/>
          </a:scene3d>
          <a:sp3d prstMaterial="matte">
            <a:bevelT w="1270" h="1270"/>
          </a:sp3d>
        </p:spPr>
        <p:txBody>
          <a:bodyPr wrap="square" lIns="90000" tIns="46800" rIns="90000" bIns="46800" anchor="t" anchorCtr="0">
            <a:spAutoFit/>
          </a:bodyPr>
          <a:lstStyle>
            <a:defPPr>
              <a:defRPr lang="ko-KR"/>
            </a:defPPr>
            <a:lvl1pPr fontAlgn="base">
              <a:lnSpc>
                <a:spcPct val="90000"/>
              </a:lnSpc>
              <a:spcBef>
                <a:spcPct val="0"/>
              </a:spcBef>
              <a:spcAft>
                <a:spcPct val="0"/>
              </a:spcAft>
              <a:buClr>
                <a:prstClr val="white"/>
              </a:buClr>
              <a:defRPr kumimoji="1" sz="1400" b="1">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defRPr>
            </a:lvl1pPr>
            <a:lvl2pPr fontAlgn="base">
              <a:spcBef>
                <a:spcPct val="0"/>
              </a:spcBef>
              <a:spcAft>
                <a:spcPct val="0"/>
              </a:spcAft>
              <a:defRPr kumimoji="1">
                <a:latin typeface="Gulim" panose="020B0600000101010101" pitchFamily="50" charset="-127"/>
                <a:ea typeface="Gulim" panose="020B0600000101010101" pitchFamily="50" charset="-127"/>
              </a:defRPr>
            </a:lvl2pPr>
            <a:lvl3pPr fontAlgn="base">
              <a:spcBef>
                <a:spcPct val="0"/>
              </a:spcBef>
              <a:spcAft>
                <a:spcPct val="0"/>
              </a:spcAft>
              <a:defRPr kumimoji="1">
                <a:latin typeface="Gulim" panose="020B0600000101010101" pitchFamily="50" charset="-127"/>
                <a:ea typeface="Gulim" panose="020B0600000101010101" pitchFamily="50" charset="-127"/>
              </a:defRPr>
            </a:lvl3pPr>
            <a:lvl4pPr fontAlgn="base">
              <a:spcBef>
                <a:spcPct val="0"/>
              </a:spcBef>
              <a:spcAft>
                <a:spcPct val="0"/>
              </a:spcAft>
              <a:defRPr kumimoji="1">
                <a:latin typeface="Gulim" panose="020B0600000101010101" pitchFamily="50" charset="-127"/>
                <a:ea typeface="Gulim" panose="020B0600000101010101" pitchFamily="50" charset="-127"/>
              </a:defRPr>
            </a:lvl4pPr>
            <a:lvl5pPr fontAlgn="base">
              <a:spcBef>
                <a:spcPct val="0"/>
              </a:spcBef>
              <a:spcAft>
                <a:spcPct val="0"/>
              </a:spcAft>
              <a:defRPr kumimoji="1">
                <a:latin typeface="Gulim" panose="020B0600000101010101" pitchFamily="50" charset="-127"/>
                <a:ea typeface="Gulim" panose="020B0600000101010101" pitchFamily="50" charset="-127"/>
              </a:defRPr>
            </a:lvl5pPr>
            <a:lvl6pPr>
              <a:defRPr kumimoji="1">
                <a:latin typeface="Gulim" panose="020B0600000101010101" pitchFamily="50" charset="-127"/>
                <a:ea typeface="Gulim" panose="020B0600000101010101" pitchFamily="50" charset="-127"/>
              </a:defRPr>
            </a:lvl6pPr>
            <a:lvl7pPr>
              <a:defRPr kumimoji="1">
                <a:latin typeface="Gulim" panose="020B0600000101010101" pitchFamily="50" charset="-127"/>
                <a:ea typeface="Gulim" panose="020B0600000101010101" pitchFamily="50" charset="-127"/>
              </a:defRPr>
            </a:lvl7pPr>
            <a:lvl8pPr>
              <a:defRPr kumimoji="1">
                <a:latin typeface="Gulim" panose="020B0600000101010101" pitchFamily="50" charset="-127"/>
                <a:ea typeface="Gulim" panose="020B0600000101010101" pitchFamily="50" charset="-127"/>
              </a:defRPr>
            </a:lvl8pPr>
            <a:lvl9pPr>
              <a:defRPr kumimoji="1">
                <a:latin typeface="Gulim" panose="020B0600000101010101" pitchFamily="50" charset="-127"/>
                <a:ea typeface="Gulim" panose="020B0600000101010101" pitchFamily="50" charset="-127"/>
              </a:defRPr>
            </a:lvl9pPr>
          </a:lstStyle>
          <a:p>
            <a:r>
              <a:rPr lang="zh-CN" altLang="en-US" sz="1800" b="0">
                <a:solidFill>
                  <a:schemeClr val="tx1">
                    <a:lumMod val="85000"/>
                    <a:lumOff val="15000"/>
                  </a:schemeClr>
                </a:solidFill>
                <a:latin typeface="微软雅黑" panose="020B0503020204020204" pitchFamily="34" charset="-122"/>
                <a:ea typeface="微软雅黑" panose="020B0503020204020204" pitchFamily="34" charset="-122"/>
                <a:cs typeface="+mn-ea"/>
                <a:sym typeface="思源黑体 Medium" panose="020B0600000000000000" pitchFamily="34" charset="-122"/>
              </a:rPr>
              <a:t>输入标题</a:t>
            </a:r>
            <a:endParaRPr lang="zh-CN" altLang="en-US" sz="1800" b="0">
              <a:solidFill>
                <a:schemeClr val="tx1">
                  <a:lumMod val="85000"/>
                  <a:lumOff val="15000"/>
                </a:schemeClr>
              </a:solidFill>
              <a:latin typeface="微软雅黑" panose="020B0503020204020204" pitchFamily="34" charset="-122"/>
              <a:ea typeface="微软雅黑" panose="020B0503020204020204" pitchFamily="34" charset="-122"/>
              <a:cs typeface="+mn-ea"/>
              <a:sym typeface="思源黑体 Medium" panose="020B0600000000000000" pitchFamily="34" charset="-122"/>
            </a:endParaRPr>
          </a:p>
        </p:txBody>
      </p:sp>
      <p:sp>
        <p:nvSpPr>
          <p:cNvPr id="77" name="PA-矩形 3"/>
          <p:cNvSpPr txBox="1">
            <a:spLocks noChangeArrowheads="1"/>
          </p:cNvSpPr>
          <p:nvPr>
            <p:custDataLst>
              <p:tags r:id="rId24"/>
            </p:custDataLst>
          </p:nvPr>
        </p:nvSpPr>
        <p:spPr bwMode="auto">
          <a:xfrm>
            <a:off x="7015903" y="4769215"/>
            <a:ext cx="4825908" cy="1017844"/>
          </a:xfrm>
          <a:prstGeom prst="rect">
            <a:avLst/>
          </a:prstGeom>
        </p:spPr>
        <p:txBody>
          <a:bodyPr wrap="square" lIns="90000" tIns="46800" rIns="90000" bIns="46800" anchor="t" anchorCtr="0">
            <a:spAutoFit/>
          </a:bodyPr>
          <a:lstStyle>
            <a:lvl1pPr marL="342900" indent="-342900" eaLnBrk="0" hangingPunct="0">
              <a:spcBef>
                <a:spcPct val="20000"/>
              </a:spcBef>
              <a:buFont typeface="Arial" panose="020B0604020202020204" pitchFamily="34" charset="0"/>
              <a:buNone/>
              <a:defRPr lang="en-US" altLang="ko-KR" sz="2000">
                <a:latin typeface="Microsoft Sans Serif" panose="020B0604020202020204" pitchFamily="34" charset="0"/>
                <a:ea typeface="+mj-ea"/>
                <a:cs typeface="Microsoft Sans Serif" panose="020B0604020202020204" pitchFamily="34" charset="0"/>
              </a:defRPr>
            </a:lvl1pPr>
            <a:lvl2pPr marL="742950" indent="-285750" eaLnBrk="0" hangingPunct="0">
              <a:spcBef>
                <a:spcPct val="20000"/>
              </a:spcBef>
              <a:buFont typeface="Arial" panose="020B0604020202020204" pitchFamily="34" charset="0"/>
              <a:buChar char="–"/>
              <a:defRPr sz="2800">
                <a:latin typeface="+mn-lt"/>
                <a:ea typeface="+mn-ea"/>
              </a:defRPr>
            </a:lvl2pPr>
            <a:lvl3pPr marL="1143000" indent="-228600" eaLnBrk="0" hangingPunct="0">
              <a:spcBef>
                <a:spcPct val="20000"/>
              </a:spcBef>
              <a:buFont typeface="Arial" panose="020B0604020202020204" pitchFamily="34" charset="0"/>
              <a:buChar char="•"/>
              <a:defRPr sz="2400">
                <a:latin typeface="+mn-lt"/>
                <a:ea typeface="+mn-ea"/>
              </a:defRPr>
            </a:lvl3pPr>
            <a:lvl4pPr marL="1600200" indent="-228600" eaLnBrk="0" hangingPunct="0">
              <a:spcBef>
                <a:spcPct val="20000"/>
              </a:spcBef>
              <a:buFont typeface="Arial" panose="020B0604020202020204" pitchFamily="34" charset="0"/>
              <a:buChar char="–"/>
              <a:defRPr sz="2000">
                <a:latin typeface="+mn-lt"/>
                <a:ea typeface="+mn-ea"/>
              </a:defRPr>
            </a:lvl4pPr>
            <a:lvl5pPr marL="2057400" indent="-228600" eaLnBrk="0" hangingPunct="0">
              <a:spcBef>
                <a:spcPct val="20000"/>
              </a:spcBef>
              <a:buFont typeface="Arial" panose="020B0604020202020204" pitchFamily="34" charset="0"/>
              <a:buChar char="»"/>
              <a:defRPr sz="2000">
                <a:latin typeface="+mn-lt"/>
                <a:ea typeface="+mn-ea"/>
              </a:defRPr>
            </a:lvl5pPr>
            <a:lvl6pPr marL="2514600" indent="-228600">
              <a:spcBef>
                <a:spcPct val="20000"/>
              </a:spcBef>
              <a:buFont typeface="Arial" panose="020B0604020202020204" pitchFamily="34" charset="0"/>
              <a:buChar char="•"/>
              <a:defRPr sz="2000">
                <a:latin typeface="+mn-lt"/>
                <a:ea typeface="+mn-ea"/>
              </a:defRPr>
            </a:lvl6pPr>
            <a:lvl7pPr marL="2971800" indent="-228600">
              <a:spcBef>
                <a:spcPct val="20000"/>
              </a:spcBef>
              <a:buFont typeface="Arial" panose="020B0604020202020204" pitchFamily="34" charset="0"/>
              <a:buChar char="•"/>
              <a:defRPr sz="2000">
                <a:latin typeface="+mn-lt"/>
                <a:ea typeface="+mn-ea"/>
              </a:defRPr>
            </a:lvl7pPr>
            <a:lvl8pPr marL="3429000" indent="-228600">
              <a:spcBef>
                <a:spcPct val="20000"/>
              </a:spcBef>
              <a:buFont typeface="Arial" panose="020B0604020202020204" pitchFamily="34" charset="0"/>
              <a:buChar char="•"/>
              <a:defRPr sz="2000">
                <a:latin typeface="+mn-lt"/>
                <a:ea typeface="+mn-ea"/>
              </a:defRPr>
            </a:lvl8pPr>
            <a:lvl9pPr marL="3886200" indent="-228600">
              <a:spcBef>
                <a:spcPct val="20000"/>
              </a:spcBef>
              <a:buFont typeface="Arial" panose="020B0604020202020204" pitchFamily="34" charset="0"/>
              <a:buChar char="•"/>
              <a:defRPr sz="2000">
                <a:latin typeface="+mn-lt"/>
                <a:ea typeface="+mn-ea"/>
              </a:defRPr>
            </a:lvl9pPr>
          </a:lstStyle>
          <a:p>
            <a:pPr marL="0" indent="0">
              <a:lnSpc>
                <a:spcPct val="120000"/>
              </a:lnSpc>
            </a:pPr>
            <a:r>
              <a:rPr lang="zh-CN" altLang="en-US" sz="1200" spc="300">
                <a:latin typeface="微软雅黑" panose="020B0503020204020204" pitchFamily="34" charset="-122"/>
                <a:ea typeface="微软雅黑" panose="020B0503020204020204" pitchFamily="34" charset="-122"/>
                <a:sym typeface="思源黑体 Medium" panose="020B0600000000000000" pitchFamily="34" charset="-122"/>
              </a:rPr>
              <a:t>在此录入上述图表的描述说明，在此录入上述图表的描述说明。在此录入上述图表的描述说明，在此录入上述图表的描述说明。</a:t>
            </a:r>
            <a:endParaRPr lang="zh-CN" altLang="en-US" sz="1200" spc="300">
              <a:latin typeface="微软雅黑" panose="020B0503020204020204" pitchFamily="34" charset="-122"/>
              <a:ea typeface="微软雅黑" panose="020B0503020204020204" pitchFamily="34" charset="-122"/>
              <a:sym typeface="思源黑体 Medium" panose="020B0600000000000000" pitchFamily="34" charset="-122"/>
            </a:endParaRPr>
          </a:p>
          <a:p>
            <a:pPr marL="0" indent="0">
              <a:lnSpc>
                <a:spcPct val="120000"/>
              </a:lnSpc>
            </a:pPr>
            <a:endParaRPr lang="zh-CN" altLang="en-US" sz="1200" spc="300">
              <a:latin typeface="微软雅黑" panose="020B0503020204020204" pitchFamily="34" charset="-122"/>
              <a:ea typeface="微软雅黑" panose="020B0503020204020204" pitchFamily="34" charset="-122"/>
              <a:sym typeface="思源黑体 Medium" panose="020B06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0"/>
          <p:cNvSpPr>
            <a:spLocks noChangeArrowheads="1"/>
          </p:cNvSpPr>
          <p:nvPr/>
        </p:nvSpPr>
        <p:spPr bwMode="auto">
          <a:xfrm>
            <a:off x="934588" y="322124"/>
            <a:ext cx="4065203"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457200">
              <a:spcBef>
                <a:spcPct val="0"/>
              </a:spcBef>
              <a:buNone/>
            </a:pPr>
            <a:r>
              <a:rPr lang="zh-CN" altLang="en-US" sz="2400">
                <a:solidFill>
                  <a:srgbClr val="325B7F"/>
                </a:solidFill>
                <a:cs typeface="+mn-ea"/>
                <a:sym typeface="思源黑体" panose="020B0500000000000000" pitchFamily="34" charset="-122"/>
              </a:rPr>
              <a:t>添加论文第三部分内容标题</a:t>
            </a:r>
            <a:endParaRPr lang="zh-CN" altLang="en-US" sz="2400">
              <a:solidFill>
                <a:srgbClr val="325B7F"/>
              </a:solidFill>
              <a:cs typeface="+mn-ea"/>
              <a:sym typeface="思源黑体" panose="020B0500000000000000" pitchFamily="34" charset="-122"/>
            </a:endParaRPr>
          </a:p>
        </p:txBody>
      </p:sp>
      <p:grpSp>
        <p:nvGrpSpPr>
          <p:cNvPr id="55" name="组合 54"/>
          <p:cNvGrpSpPr/>
          <p:nvPr/>
        </p:nvGrpSpPr>
        <p:grpSpPr>
          <a:xfrm>
            <a:off x="1135872" y="1570278"/>
            <a:ext cx="9920256" cy="4174647"/>
            <a:chOff x="861492" y="1203598"/>
            <a:chExt cx="7423011" cy="3123755"/>
          </a:xfrm>
        </p:grpSpPr>
        <p:sp>
          <p:nvSpPr>
            <p:cNvPr id="56" name="圆角矩形 26"/>
            <p:cNvSpPr/>
            <p:nvPr/>
          </p:nvSpPr>
          <p:spPr>
            <a:xfrm>
              <a:off x="926188" y="1256578"/>
              <a:ext cx="7345680" cy="1395596"/>
            </a:xfrm>
            <a:prstGeom prst="roundRect">
              <a:avLst>
                <a:gd name="adj" fmla="val 0"/>
              </a:avLst>
            </a:prstGeom>
            <a:noFill/>
            <a:ln w="3175">
              <a:solidFill>
                <a:srgbClr val="335C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7" name="矩形 93"/>
            <p:cNvSpPr/>
            <p:nvPr/>
          </p:nvSpPr>
          <p:spPr>
            <a:xfrm>
              <a:off x="861492" y="1203598"/>
              <a:ext cx="288032" cy="28803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335C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8" name="矩形 93"/>
            <p:cNvSpPr/>
            <p:nvPr/>
          </p:nvSpPr>
          <p:spPr>
            <a:xfrm rot="10800000">
              <a:off x="7996471" y="2400102"/>
              <a:ext cx="288032" cy="28803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335C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9" name="Freeform 5"/>
            <p:cNvSpPr/>
            <p:nvPr/>
          </p:nvSpPr>
          <p:spPr bwMode="auto">
            <a:xfrm>
              <a:off x="3004976" y="3003798"/>
              <a:ext cx="1467988" cy="132355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335C80"/>
            </a:solidFill>
            <a:ln w="9525" cap="flat">
              <a:noFill/>
              <a:prstDash val="solid"/>
              <a:miter lim="800000"/>
            </a:ln>
          </p:spPr>
          <p:txBody>
            <a:bodyPr vert="horz" wrap="square" lIns="91440" tIns="45720" rIns="91440" bIns="45720" numCol="1" anchor="t" anchorCtr="0" compatLnSpc="1"/>
            <a:lstStyle/>
            <a:p>
              <a:endParaRPr lang="zh-CN" altLang="en-US">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60" name="TextBox 42"/>
            <p:cNvSpPr txBox="1"/>
            <p:nvPr/>
          </p:nvSpPr>
          <p:spPr>
            <a:xfrm>
              <a:off x="3237936" y="3385904"/>
              <a:ext cx="969036" cy="414539"/>
            </a:xfrm>
            <a:prstGeom prst="rect">
              <a:avLst/>
            </a:prstGeom>
            <a:noFill/>
          </p:spPr>
          <p:txBody>
            <a:bodyPr wrap="square" lIns="0" tIns="0" rIns="0" bIns="0" rtlCol="0">
              <a:spAutoFit/>
            </a:bodyPr>
            <a:lstStyle>
              <a:defPPr>
                <a:defRPr lang="zh-CN"/>
              </a:defPPr>
              <a:lvl1pPr>
                <a:defRPr sz="2200">
                  <a:solidFill>
                    <a:schemeClr val="bg1"/>
                  </a:solidFill>
                  <a:latin typeface="微软雅黑" panose="020B0503020204020204" pitchFamily="34" charset="-122"/>
                  <a:ea typeface="微软雅黑" panose="020B0503020204020204" pitchFamily="34" charset="-122"/>
                </a:defRPr>
              </a:lvl1pPr>
            </a:lstStyle>
            <a:p>
              <a:pPr algn="ctr"/>
              <a:r>
                <a:rPr lang="zh-CN" altLang="en-US" sz="1800">
                  <a:sym typeface="思源黑体 Medium" panose="020B0600000000000000" pitchFamily="34" charset="-122"/>
                </a:rPr>
                <a:t>添加</a:t>
              </a:r>
              <a:endParaRPr lang="en-US" altLang="zh-CN" sz="1800">
                <a:sym typeface="思源黑体 Medium" panose="020B0600000000000000" pitchFamily="34" charset="-122"/>
              </a:endParaRPr>
            </a:p>
            <a:p>
              <a:pPr algn="ctr"/>
              <a:r>
                <a:rPr lang="zh-CN" altLang="en-US" sz="1800">
                  <a:sym typeface="思源黑体 Medium" panose="020B0600000000000000" pitchFamily="34" charset="-122"/>
                </a:rPr>
                <a:t>关键字</a:t>
              </a:r>
              <a:endParaRPr lang="zh-CN" altLang="en-US" sz="1800">
                <a:sym typeface="思源黑体 Medium" panose="020B0600000000000000" pitchFamily="34" charset="-122"/>
              </a:endParaRPr>
            </a:p>
          </p:txBody>
        </p:sp>
        <p:sp>
          <p:nvSpPr>
            <p:cNvPr id="61" name="Freeform 5"/>
            <p:cNvSpPr/>
            <p:nvPr/>
          </p:nvSpPr>
          <p:spPr bwMode="auto">
            <a:xfrm>
              <a:off x="1410924" y="3003798"/>
              <a:ext cx="1467988" cy="132355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7F7F7F"/>
            </a:solidFill>
            <a:ln w="9525" cap="flat">
              <a:noFill/>
              <a:prstDash val="solid"/>
              <a:miter lim="800000"/>
            </a:ln>
          </p:spPr>
          <p:txBody>
            <a:bodyPr vert="horz" wrap="square" lIns="91440" tIns="45720" rIns="91440" bIns="45720" numCol="1" anchor="t" anchorCtr="0" compatLnSpc="1"/>
            <a:lstStyle/>
            <a:p>
              <a:endParaRPr lang="zh-CN" altLang="en-US">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62" name="Freeform 5"/>
            <p:cNvSpPr/>
            <p:nvPr/>
          </p:nvSpPr>
          <p:spPr bwMode="auto">
            <a:xfrm>
              <a:off x="4599028" y="3003798"/>
              <a:ext cx="1467988" cy="132355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7F7F7F"/>
            </a:solidFill>
            <a:ln w="9525" cap="flat">
              <a:noFill/>
              <a:prstDash val="solid"/>
              <a:miter lim="800000"/>
            </a:ln>
          </p:spPr>
          <p:txBody>
            <a:bodyPr vert="horz" wrap="square" lIns="91440" tIns="45720" rIns="91440" bIns="45720" numCol="1" anchor="t" anchorCtr="0" compatLnSpc="1"/>
            <a:lstStyle/>
            <a:p>
              <a:endParaRPr lang="zh-CN" altLang="en-US">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63" name="Freeform 5"/>
            <p:cNvSpPr/>
            <p:nvPr/>
          </p:nvSpPr>
          <p:spPr bwMode="auto">
            <a:xfrm>
              <a:off x="6193080" y="3003798"/>
              <a:ext cx="1467988" cy="132355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335C80"/>
            </a:solidFill>
            <a:ln w="9525" cap="flat">
              <a:noFill/>
              <a:prstDash val="solid"/>
              <a:miter lim="800000"/>
            </a:ln>
          </p:spPr>
          <p:txBody>
            <a:bodyPr vert="horz" wrap="square" lIns="91440" tIns="45720" rIns="91440" bIns="45720" numCol="1" anchor="t" anchorCtr="0" compatLnSpc="1"/>
            <a:lstStyle/>
            <a:p>
              <a:endParaRPr lang="zh-CN" altLang="en-US">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64" name="TextBox 46"/>
            <p:cNvSpPr txBox="1"/>
            <p:nvPr/>
          </p:nvSpPr>
          <p:spPr>
            <a:xfrm>
              <a:off x="1660400" y="3385904"/>
              <a:ext cx="969036" cy="414539"/>
            </a:xfrm>
            <a:prstGeom prst="rect">
              <a:avLst/>
            </a:prstGeom>
            <a:noFill/>
          </p:spPr>
          <p:txBody>
            <a:bodyPr wrap="square" lIns="0" tIns="0" rIns="0" bIns="0" rtlCol="0">
              <a:spAutoFit/>
            </a:bodyPr>
            <a:lstStyle>
              <a:defPPr>
                <a:defRPr lang="zh-CN"/>
              </a:defPPr>
              <a:lvl1pPr>
                <a:defRPr sz="2200">
                  <a:solidFill>
                    <a:schemeClr val="bg1"/>
                  </a:solidFill>
                  <a:latin typeface="微软雅黑" panose="020B0503020204020204" pitchFamily="34" charset="-122"/>
                  <a:ea typeface="微软雅黑" panose="020B0503020204020204" pitchFamily="34" charset="-122"/>
                </a:defRPr>
              </a:lvl1pPr>
            </a:lstStyle>
            <a:p>
              <a:pPr algn="ctr"/>
              <a:r>
                <a:rPr lang="zh-CN" altLang="en-US" sz="1800">
                  <a:sym typeface="思源黑体 Medium" panose="020B0600000000000000" pitchFamily="34" charset="-122"/>
                </a:rPr>
                <a:t>添加</a:t>
              </a:r>
              <a:endParaRPr lang="en-US" altLang="zh-CN" sz="1800">
                <a:sym typeface="思源黑体 Medium" panose="020B0600000000000000" pitchFamily="34" charset="-122"/>
              </a:endParaRPr>
            </a:p>
            <a:p>
              <a:pPr algn="ctr"/>
              <a:r>
                <a:rPr lang="zh-CN" altLang="en-US" sz="1800">
                  <a:sym typeface="思源黑体 Medium" panose="020B0600000000000000" pitchFamily="34" charset="-122"/>
                </a:rPr>
                <a:t>关键字</a:t>
              </a:r>
              <a:endParaRPr lang="zh-CN" altLang="en-US" sz="1800">
                <a:sym typeface="思源黑体 Medium" panose="020B0600000000000000" pitchFamily="34" charset="-122"/>
              </a:endParaRPr>
            </a:p>
          </p:txBody>
        </p:sp>
        <p:sp>
          <p:nvSpPr>
            <p:cNvPr id="65" name="TextBox 47"/>
            <p:cNvSpPr txBox="1"/>
            <p:nvPr/>
          </p:nvSpPr>
          <p:spPr>
            <a:xfrm>
              <a:off x="4848504" y="3385904"/>
              <a:ext cx="969036" cy="414539"/>
            </a:xfrm>
            <a:prstGeom prst="rect">
              <a:avLst/>
            </a:prstGeom>
            <a:noFill/>
          </p:spPr>
          <p:txBody>
            <a:bodyPr wrap="square" lIns="0" tIns="0" rIns="0" bIns="0" rtlCol="0">
              <a:spAutoFit/>
            </a:bodyPr>
            <a:lstStyle>
              <a:defPPr>
                <a:defRPr lang="zh-CN"/>
              </a:defPPr>
              <a:lvl1pPr>
                <a:defRPr sz="2200">
                  <a:solidFill>
                    <a:schemeClr val="bg1"/>
                  </a:solidFill>
                  <a:latin typeface="微软雅黑" panose="020B0503020204020204" pitchFamily="34" charset="-122"/>
                  <a:ea typeface="微软雅黑" panose="020B0503020204020204" pitchFamily="34" charset="-122"/>
                </a:defRPr>
              </a:lvl1pPr>
            </a:lstStyle>
            <a:p>
              <a:pPr algn="ctr"/>
              <a:r>
                <a:rPr lang="zh-CN" altLang="en-US" sz="1800">
                  <a:sym typeface="思源黑体 Medium" panose="020B0600000000000000" pitchFamily="34" charset="-122"/>
                </a:rPr>
                <a:t>添加</a:t>
              </a:r>
              <a:endParaRPr lang="en-US" altLang="zh-CN" sz="1800">
                <a:sym typeface="思源黑体 Medium" panose="020B0600000000000000" pitchFamily="34" charset="-122"/>
              </a:endParaRPr>
            </a:p>
            <a:p>
              <a:pPr algn="ctr"/>
              <a:r>
                <a:rPr lang="zh-CN" altLang="en-US" sz="1800">
                  <a:sym typeface="思源黑体 Medium" panose="020B0600000000000000" pitchFamily="34" charset="-122"/>
                </a:rPr>
                <a:t>关键字</a:t>
              </a:r>
              <a:endParaRPr lang="zh-CN" altLang="en-US" sz="1800">
                <a:sym typeface="思源黑体 Medium" panose="020B0600000000000000" pitchFamily="34" charset="-122"/>
              </a:endParaRPr>
            </a:p>
          </p:txBody>
        </p:sp>
        <p:sp>
          <p:nvSpPr>
            <p:cNvPr id="66" name="TextBox 48"/>
            <p:cNvSpPr txBox="1"/>
            <p:nvPr/>
          </p:nvSpPr>
          <p:spPr>
            <a:xfrm>
              <a:off x="6442556" y="3385904"/>
              <a:ext cx="969036" cy="414539"/>
            </a:xfrm>
            <a:prstGeom prst="rect">
              <a:avLst/>
            </a:prstGeom>
            <a:noFill/>
          </p:spPr>
          <p:txBody>
            <a:bodyPr wrap="square" lIns="0" tIns="0" rIns="0" bIns="0" rtlCol="0">
              <a:spAutoFit/>
            </a:bodyPr>
            <a:lstStyle>
              <a:defPPr>
                <a:defRPr lang="zh-CN"/>
              </a:defPPr>
              <a:lvl1pPr>
                <a:defRPr sz="2200">
                  <a:solidFill>
                    <a:schemeClr val="bg1"/>
                  </a:solidFill>
                  <a:latin typeface="微软雅黑" panose="020B0503020204020204" pitchFamily="34" charset="-122"/>
                  <a:ea typeface="微软雅黑" panose="020B0503020204020204" pitchFamily="34" charset="-122"/>
                </a:defRPr>
              </a:lvl1pPr>
            </a:lstStyle>
            <a:p>
              <a:pPr algn="ctr"/>
              <a:r>
                <a:rPr lang="zh-CN" altLang="en-US" sz="1800">
                  <a:sym typeface="思源黑体 Medium" panose="020B0600000000000000" pitchFamily="34" charset="-122"/>
                </a:rPr>
                <a:t>添加</a:t>
              </a:r>
              <a:endParaRPr lang="en-US" altLang="zh-CN" sz="1800">
                <a:sym typeface="思源黑体 Medium" panose="020B0600000000000000" pitchFamily="34" charset="-122"/>
              </a:endParaRPr>
            </a:p>
            <a:p>
              <a:pPr algn="ctr"/>
              <a:r>
                <a:rPr lang="zh-CN" altLang="en-US" sz="1800">
                  <a:sym typeface="思源黑体 Medium" panose="020B0600000000000000" pitchFamily="34" charset="-122"/>
                </a:rPr>
                <a:t>关键字</a:t>
              </a:r>
              <a:endParaRPr lang="zh-CN" altLang="en-US" sz="1800">
                <a:sym typeface="思源黑体 Medium" panose="020B0600000000000000" pitchFamily="34" charset="-122"/>
              </a:endParaRPr>
            </a:p>
          </p:txBody>
        </p:sp>
      </p:grpSp>
      <p:sp>
        <p:nvSpPr>
          <p:cNvPr id="67" name="矩形 66"/>
          <p:cNvSpPr/>
          <p:nvPr/>
        </p:nvSpPr>
        <p:spPr>
          <a:xfrm>
            <a:off x="1464690" y="1786110"/>
            <a:ext cx="9332199" cy="830997"/>
          </a:xfrm>
          <a:prstGeom prst="rect">
            <a:avLst/>
          </a:prstGeom>
        </p:spPr>
        <p:txBody>
          <a:bodyPr wrap="square">
            <a:spAutoFit/>
          </a:bodyPr>
          <a:lstStyle/>
          <a:p>
            <a:pPr>
              <a:lnSpc>
                <a:spcPct val="150000"/>
              </a:lnSpc>
            </a:pPr>
            <a:r>
              <a:rPr lang="zh-CN" altLang="en-US" sz="1600">
                <a:solidFill>
                  <a:schemeClr val="tx1">
                    <a:lumMod val="75000"/>
                    <a:lumOff val="25000"/>
                  </a:schemeClr>
                </a:solidFill>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在此输入文字内容，文字不易太多，以简练为主，此模板作品在此输入文字内容；在此输入文字内容，文字不易太多，以简练为主，此模板作品在此输入文字内容；</a:t>
            </a:r>
            <a:endParaRPr lang="zh-CN" altLang="en-US" sz="1600">
              <a:solidFill>
                <a:schemeClr val="tx1">
                  <a:lumMod val="75000"/>
                  <a:lumOff val="25000"/>
                </a:schemeClr>
              </a:solidFill>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endParaRPr>
          </a:p>
        </p:txBody>
      </p:sp>
      <p:sp>
        <p:nvSpPr>
          <p:cNvPr id="68" name="矩形 67"/>
          <p:cNvSpPr/>
          <p:nvPr/>
        </p:nvSpPr>
        <p:spPr>
          <a:xfrm>
            <a:off x="1464690" y="2504303"/>
            <a:ext cx="9332199" cy="830997"/>
          </a:xfrm>
          <a:prstGeom prst="rect">
            <a:avLst/>
          </a:prstGeom>
        </p:spPr>
        <p:txBody>
          <a:bodyPr wrap="square">
            <a:spAutoFit/>
          </a:bodyPr>
          <a:lstStyle/>
          <a:p>
            <a:pPr>
              <a:lnSpc>
                <a:spcPct val="150000"/>
              </a:lnSpc>
            </a:pPr>
            <a:r>
              <a:rPr lang="zh-CN" altLang="en-US" sz="1600">
                <a:solidFill>
                  <a:schemeClr val="tx1">
                    <a:lumMod val="75000"/>
                    <a:lumOff val="25000"/>
                  </a:schemeClr>
                </a:solidFill>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在此输入文字内容，文字不易太多，以简练为主，此模板作品在此输入文字内容；在此输入文字内容，文字不易太多，以简练为主，此模板作品在此输入文字内容；</a:t>
            </a:r>
            <a:endParaRPr lang="zh-CN" altLang="en-US" sz="1600">
              <a:solidFill>
                <a:schemeClr val="tx1">
                  <a:lumMod val="75000"/>
                  <a:lumOff val="25000"/>
                </a:schemeClr>
              </a:solidFill>
              <a:latin typeface="思源黑体 Light" panose="020B0300000000000000" pitchFamily="34" charset="-122"/>
              <a:ea typeface="思源黑体 Light" panose="020B0300000000000000" pitchFamily="34" charset="-122"/>
              <a:cs typeface="Arial" panose="020B0604020202020204" pitchFamily="34" charset="0"/>
              <a:sym typeface="思源黑体 Medium" panose="020B06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fade">
                                      <p:cBhvr>
                                        <p:cTn id="12" dur="1000"/>
                                        <p:tgtEl>
                                          <p:spTgt spid="67"/>
                                        </p:tgtEl>
                                      </p:cBhvr>
                                    </p:animEffect>
                                    <p:anim calcmode="lin" valueType="num">
                                      <p:cBhvr>
                                        <p:cTn id="13" dur="1000" fill="hold"/>
                                        <p:tgtEl>
                                          <p:spTgt spid="67"/>
                                        </p:tgtEl>
                                        <p:attrNameLst>
                                          <p:attrName>ppt_x</p:attrName>
                                        </p:attrNameLst>
                                      </p:cBhvr>
                                      <p:tavLst>
                                        <p:tav tm="0">
                                          <p:val>
                                            <p:strVal val="#ppt_x"/>
                                          </p:val>
                                        </p:tav>
                                        <p:tav tm="100000">
                                          <p:val>
                                            <p:strVal val="#ppt_x"/>
                                          </p:val>
                                        </p:tav>
                                      </p:tavLst>
                                    </p:anim>
                                    <p:anim calcmode="lin" valueType="num">
                                      <p:cBhvr>
                                        <p:cTn id="14" dur="1000" fill="hold"/>
                                        <p:tgtEl>
                                          <p:spTgt spid="6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fade">
                                      <p:cBhvr>
                                        <p:cTn id="17" dur="1000"/>
                                        <p:tgtEl>
                                          <p:spTgt spid="68"/>
                                        </p:tgtEl>
                                      </p:cBhvr>
                                    </p:animEffect>
                                    <p:anim calcmode="lin" valueType="num">
                                      <p:cBhvr>
                                        <p:cTn id="18" dur="1000" fill="hold"/>
                                        <p:tgtEl>
                                          <p:spTgt spid="68"/>
                                        </p:tgtEl>
                                        <p:attrNameLst>
                                          <p:attrName>ppt_x</p:attrName>
                                        </p:attrNameLst>
                                      </p:cBhvr>
                                      <p:tavLst>
                                        <p:tav tm="0">
                                          <p:val>
                                            <p:strVal val="#ppt_x"/>
                                          </p:val>
                                        </p:tav>
                                        <p:tav tm="100000">
                                          <p:val>
                                            <p:strVal val="#ppt_x"/>
                                          </p:val>
                                        </p:tav>
                                      </p:tavLst>
                                    </p:anim>
                                    <p:anim calcmode="lin" valueType="num">
                                      <p:cBhvr>
                                        <p:cTn id="19" dur="1000" fill="hold"/>
                                        <p:tgtEl>
                                          <p:spTgt spid="6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animEffect transition="in" filter="fade">
                                      <p:cBhvr>
                                        <p:cTn id="22" dur="1000"/>
                                        <p:tgtEl>
                                          <p:spTgt spid="55"/>
                                        </p:tgtEl>
                                      </p:cBhvr>
                                    </p:animEffect>
                                    <p:anim calcmode="lin" valueType="num">
                                      <p:cBhvr>
                                        <p:cTn id="23" dur="1000" fill="hold"/>
                                        <p:tgtEl>
                                          <p:spTgt spid="55"/>
                                        </p:tgtEl>
                                        <p:attrNameLst>
                                          <p:attrName>ppt_x</p:attrName>
                                        </p:attrNameLst>
                                      </p:cBhvr>
                                      <p:tavLst>
                                        <p:tav tm="0">
                                          <p:val>
                                            <p:strVal val="#ppt_x"/>
                                          </p:val>
                                        </p:tav>
                                        <p:tav tm="100000">
                                          <p:val>
                                            <p:strVal val="#ppt_x"/>
                                          </p:val>
                                        </p:tav>
                                      </p:tavLst>
                                    </p:anim>
                                    <p:anim calcmode="lin" valueType="num">
                                      <p:cBhvr>
                                        <p:cTn id="24"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7" grpId="0"/>
      <p:bldP spid="6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171451" y="184719"/>
            <a:ext cx="11849100" cy="1432832"/>
          </a:xfrm>
          <a:prstGeom prst="rect">
            <a:avLst/>
          </a:prstGeom>
          <a:solidFill>
            <a:srgbClr val="395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16" name="文本框 15"/>
          <p:cNvSpPr txBox="1"/>
          <p:nvPr/>
        </p:nvSpPr>
        <p:spPr>
          <a:xfrm>
            <a:off x="1395798" y="3482716"/>
            <a:ext cx="9400407" cy="1172629"/>
          </a:xfrm>
          <a:prstGeom prst="rect">
            <a:avLst/>
          </a:prstGeom>
          <a:noFill/>
        </p:spPr>
        <p:txBody>
          <a:bodyPr wrap="square" rtlCol="0">
            <a:spAutoFit/>
          </a:bodyPr>
          <a:lstStyle/>
          <a:p>
            <a:pPr algn="ctr">
              <a:lnSpc>
                <a:spcPct val="130000"/>
              </a:lnSpc>
            </a:pPr>
            <a:r>
              <a:rPr lang="zh-CN" altLang="en-US" sz="5400" b="1">
                <a:solidFill>
                  <a:srgbClr val="255580"/>
                </a:solidFill>
                <a:latin typeface="微软雅黑" panose="020B0503020204020204" pitchFamily="34" charset="-122"/>
                <a:ea typeface="微软雅黑" panose="020B0503020204020204" pitchFamily="34" charset="-122"/>
                <a:cs typeface="+mn-ea"/>
                <a:sym typeface="思源黑体" panose="020B0500000000000000" pitchFamily="34" charset="-122"/>
              </a:rPr>
              <a:t>第四部分</a:t>
            </a:r>
            <a:r>
              <a:rPr lang="en-US" altLang="zh-CN" sz="5400" b="1">
                <a:solidFill>
                  <a:srgbClr val="255580"/>
                </a:solidFill>
                <a:latin typeface="微软雅黑" panose="020B0503020204020204" pitchFamily="34" charset="-122"/>
                <a:ea typeface="微软雅黑" panose="020B0503020204020204" pitchFamily="34" charset="-122"/>
                <a:cs typeface="+mn-ea"/>
                <a:sym typeface="思源黑体" panose="020B0500000000000000" pitchFamily="34" charset="-122"/>
              </a:rPr>
              <a:t> </a:t>
            </a:r>
            <a:r>
              <a:rPr lang="zh-CN" altLang="en-US" sz="5400" b="1">
                <a:solidFill>
                  <a:srgbClr val="255580"/>
                </a:solidFill>
                <a:latin typeface="微软雅黑" panose="020B0503020204020204" pitchFamily="34" charset="-122"/>
                <a:ea typeface="微软雅黑" panose="020B0503020204020204" pitchFamily="34" charset="-122"/>
                <a:cs typeface="+mn-ea"/>
                <a:sym typeface="思源黑体" panose="020B0500000000000000" pitchFamily="34" charset="-122"/>
              </a:rPr>
              <a:t>研究成果与应用</a:t>
            </a:r>
            <a:endParaRPr lang="zh-CN" altLang="en-US" sz="4800" b="1">
              <a:solidFill>
                <a:srgbClr val="255580"/>
              </a:solidFill>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17" name="矩形 16"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2215149" y="4607661"/>
            <a:ext cx="7767052" cy="535531"/>
          </a:xfrm>
          <a:prstGeom prst="rect">
            <a:avLst/>
          </a:prstGeom>
        </p:spPr>
        <p:txBody>
          <a:bodyPr wrap="square">
            <a:spAutoFit/>
          </a:bodyPr>
          <a:lstStyle/>
          <a:p>
            <a:pPr algn="ctr">
              <a:lnSpc>
                <a:spcPct val="120000"/>
              </a:lnSpc>
            </a:pPr>
            <a:r>
              <a:rPr lang="zh-CN" altLang="en-US" sz="1200" spc="300">
                <a:solidFill>
                  <a:schemeClr val="bg1">
                    <a:lumMod val="50000"/>
                  </a:schemeClr>
                </a:solidFill>
                <a:latin typeface="微软雅黑" panose="020B0503020204020204" pitchFamily="34" charset="-122"/>
                <a:ea typeface="微软雅黑" panose="020B0503020204020204" pitchFamily="34" charset="-122"/>
                <a:sym typeface="思源黑体" panose="020B0500000000000000" pitchFamily="34" charset="-122"/>
              </a:rPr>
              <a:t>在此录入上述图表的描述说明，在此录入上述图表的描述说明。在此录入上述图表的描述说明，在此录入上述图表的描述说明。</a:t>
            </a:r>
            <a:endParaRPr lang="zh-CN" altLang="en-US" sz="1200" spc="300">
              <a:solidFill>
                <a:schemeClr val="bg1">
                  <a:lumMod val="50000"/>
                </a:schemeClr>
              </a:solidFill>
              <a:latin typeface="微软雅黑" panose="020B0503020204020204" pitchFamily="34" charset="-122"/>
              <a:ea typeface="微软雅黑" panose="020B0503020204020204" pitchFamily="34" charset="-122"/>
              <a:sym typeface="思源黑体" panose="020B0500000000000000" pitchFamily="34" charset="-122"/>
            </a:endParaRPr>
          </a:p>
        </p:txBody>
      </p:sp>
      <p:sp>
        <p:nvSpPr>
          <p:cNvPr id="28" name="椭圆 18"/>
          <p:cNvSpPr>
            <a:spLocks noChangeArrowheads="1"/>
          </p:cNvSpPr>
          <p:nvPr/>
        </p:nvSpPr>
        <p:spPr bwMode="auto">
          <a:xfrm>
            <a:off x="4848995" y="763468"/>
            <a:ext cx="2447156" cy="2452540"/>
          </a:xfrm>
          <a:prstGeom prst="ellipse">
            <a:avLst/>
          </a:prstGeom>
          <a:solidFill>
            <a:srgbClr val="395E7F"/>
          </a:solidFill>
          <a:ln w="38100">
            <a:solidFill>
              <a:schemeClr val="bg1">
                <a:lumMod val="75000"/>
              </a:schemeClr>
            </a:solid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defTabSz="457200">
              <a:spcBef>
                <a:spcPct val="0"/>
              </a:spcBef>
              <a:buNone/>
            </a:pPr>
            <a:endParaRPr lang="zh-CN" altLang="zh-CN" sz="2400">
              <a:solidFill>
                <a:srgbClr val="FFFFFF"/>
              </a:solidFill>
              <a:cs typeface="+mn-ea"/>
              <a:sym typeface="思源黑体" panose="020B0500000000000000" pitchFamily="34" charset="-122"/>
            </a:endParaRPr>
          </a:p>
        </p:txBody>
      </p:sp>
      <p:sp>
        <p:nvSpPr>
          <p:cNvPr id="29" name="medal-of-award_49824"/>
          <p:cNvSpPr>
            <a:spLocks noChangeAspect="1"/>
          </p:cNvSpPr>
          <p:nvPr/>
        </p:nvSpPr>
        <p:spPr bwMode="auto">
          <a:xfrm>
            <a:off x="5214931" y="1415111"/>
            <a:ext cx="1762140" cy="1134076"/>
          </a:xfrm>
          <a:custGeom>
            <a:avLst/>
            <a:gdLst>
              <a:gd name="connsiteX0" fmla="*/ 104550 w 604718"/>
              <a:gd name="connsiteY0" fmla="*/ 208330 h 382112"/>
              <a:gd name="connsiteX1" fmla="*/ 156180 w 604718"/>
              <a:gd name="connsiteY1" fmla="*/ 208330 h 382112"/>
              <a:gd name="connsiteX2" fmla="*/ 261642 w 604718"/>
              <a:gd name="connsiteY2" fmla="*/ 248878 h 382112"/>
              <a:gd name="connsiteX3" fmla="*/ 298947 w 604718"/>
              <a:gd name="connsiteY3" fmla="*/ 255007 h 382112"/>
              <a:gd name="connsiteX4" fmla="*/ 340187 w 604718"/>
              <a:gd name="connsiteY4" fmla="*/ 247621 h 382112"/>
              <a:gd name="connsiteX5" fmla="*/ 433687 w 604718"/>
              <a:gd name="connsiteY5" fmla="*/ 208330 h 382112"/>
              <a:gd name="connsiteX6" fmla="*/ 490825 w 604718"/>
              <a:gd name="connsiteY6" fmla="*/ 208330 h 382112"/>
              <a:gd name="connsiteX7" fmla="*/ 490825 w 604718"/>
              <a:gd name="connsiteY7" fmla="*/ 271509 h 382112"/>
              <a:gd name="connsiteX8" fmla="*/ 458400 w 604718"/>
              <a:gd name="connsiteY8" fmla="*/ 320701 h 382112"/>
              <a:gd name="connsiteX9" fmla="*/ 329326 w 604718"/>
              <a:gd name="connsiteY9" fmla="*/ 376337 h 382112"/>
              <a:gd name="connsiteX10" fmla="*/ 264632 w 604718"/>
              <a:gd name="connsiteY10" fmla="*/ 376337 h 382112"/>
              <a:gd name="connsiteX11" fmla="*/ 136819 w 604718"/>
              <a:gd name="connsiteY11" fmla="*/ 320701 h 382112"/>
              <a:gd name="connsiteX12" fmla="*/ 104550 w 604718"/>
              <a:gd name="connsiteY12" fmla="*/ 271509 h 382112"/>
              <a:gd name="connsiteX13" fmla="*/ 300973 w 604718"/>
              <a:gd name="connsiteY13" fmla="*/ 5 h 382112"/>
              <a:gd name="connsiteX14" fmla="*/ 334162 w 604718"/>
              <a:gd name="connsiteY14" fmla="*/ 4701 h 382112"/>
              <a:gd name="connsiteX15" fmla="*/ 581267 w 604718"/>
              <a:gd name="connsiteY15" fmla="*/ 92552 h 382112"/>
              <a:gd name="connsiteX16" fmla="*/ 588822 w 604718"/>
              <a:gd name="connsiteY16" fmla="*/ 114398 h 382112"/>
              <a:gd name="connsiteX17" fmla="*/ 589136 w 604718"/>
              <a:gd name="connsiteY17" fmla="*/ 114398 h 382112"/>
              <a:gd name="connsiteX18" fmla="*/ 589136 w 604718"/>
              <a:gd name="connsiteY18" fmla="*/ 270771 h 382112"/>
              <a:gd name="connsiteX19" fmla="*/ 604718 w 604718"/>
              <a:gd name="connsiteY19" fmla="*/ 321376 h 382112"/>
              <a:gd name="connsiteX20" fmla="*/ 561278 w 604718"/>
              <a:gd name="connsiteY20" fmla="*/ 321376 h 382112"/>
              <a:gd name="connsiteX21" fmla="*/ 576388 w 604718"/>
              <a:gd name="connsiteY21" fmla="*/ 271242 h 382112"/>
              <a:gd name="connsiteX22" fmla="*/ 576388 w 604718"/>
              <a:gd name="connsiteY22" fmla="*/ 120370 h 382112"/>
              <a:gd name="connsiteX23" fmla="*/ 333376 w 604718"/>
              <a:gd name="connsiteY23" fmla="*/ 222680 h 382112"/>
              <a:gd name="connsiteX24" fmla="*/ 268058 w 604718"/>
              <a:gd name="connsiteY24" fmla="*/ 223780 h 382112"/>
              <a:gd name="connsiteX25" fmla="*/ 13556 w 604718"/>
              <a:gd name="connsiteY25" fmla="*/ 125870 h 382112"/>
              <a:gd name="connsiteX26" fmla="*/ 13714 w 604718"/>
              <a:gd name="connsiteY26" fmla="*/ 100882 h 382112"/>
              <a:gd name="connsiteX27" fmla="*/ 267901 w 604718"/>
              <a:gd name="connsiteY27" fmla="*/ 5329 h 382112"/>
              <a:gd name="connsiteX28" fmla="*/ 300973 w 604718"/>
              <a:gd name="connsiteY28" fmla="*/ 5 h 38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4718" h="382112">
                <a:moveTo>
                  <a:pt x="104550" y="208330"/>
                </a:moveTo>
                <a:lnTo>
                  <a:pt x="156180" y="208330"/>
                </a:lnTo>
                <a:lnTo>
                  <a:pt x="261642" y="248878"/>
                </a:lnTo>
                <a:cubicBezTo>
                  <a:pt x="274864" y="253907"/>
                  <a:pt x="289188" y="255007"/>
                  <a:pt x="298947" y="255007"/>
                </a:cubicBezTo>
                <a:cubicBezTo>
                  <a:pt x="314373" y="255007"/>
                  <a:pt x="329012" y="252493"/>
                  <a:pt x="340187" y="247621"/>
                </a:cubicBezTo>
                <a:lnTo>
                  <a:pt x="433687" y="208330"/>
                </a:lnTo>
                <a:lnTo>
                  <a:pt x="490825" y="208330"/>
                </a:lnTo>
                <a:lnTo>
                  <a:pt x="490825" y="271509"/>
                </a:lnTo>
                <a:cubicBezTo>
                  <a:pt x="490825" y="290998"/>
                  <a:pt x="476344" y="313000"/>
                  <a:pt x="458400" y="320701"/>
                </a:cubicBezTo>
                <a:lnTo>
                  <a:pt x="329326" y="376337"/>
                </a:lnTo>
                <a:cubicBezTo>
                  <a:pt x="311382" y="384038"/>
                  <a:pt x="282419" y="384038"/>
                  <a:pt x="264632" y="376337"/>
                </a:cubicBezTo>
                <a:lnTo>
                  <a:pt x="136819" y="320701"/>
                </a:lnTo>
                <a:cubicBezTo>
                  <a:pt x="119032" y="313000"/>
                  <a:pt x="104550" y="290998"/>
                  <a:pt x="104550" y="271509"/>
                </a:cubicBezTo>
                <a:close/>
                <a:moveTo>
                  <a:pt x="300973" y="5"/>
                </a:moveTo>
                <a:cubicBezTo>
                  <a:pt x="312954" y="-93"/>
                  <a:pt x="324955" y="1479"/>
                  <a:pt x="334162" y="4701"/>
                </a:cubicBezTo>
                <a:lnTo>
                  <a:pt x="581267" y="92552"/>
                </a:lnTo>
                <a:cubicBezTo>
                  <a:pt x="596849" y="98053"/>
                  <a:pt x="599210" y="107168"/>
                  <a:pt x="588822" y="114398"/>
                </a:cubicBezTo>
                <a:lnTo>
                  <a:pt x="589136" y="114398"/>
                </a:lnTo>
                <a:lnTo>
                  <a:pt x="589136" y="270771"/>
                </a:lnTo>
                <a:lnTo>
                  <a:pt x="604718" y="321376"/>
                </a:lnTo>
                <a:lnTo>
                  <a:pt x="561278" y="321376"/>
                </a:lnTo>
                <a:lnTo>
                  <a:pt x="576388" y="271242"/>
                </a:lnTo>
                <a:lnTo>
                  <a:pt x="576388" y="120370"/>
                </a:lnTo>
                <a:lnTo>
                  <a:pt x="333376" y="222680"/>
                </a:lnTo>
                <a:cubicBezTo>
                  <a:pt x="315433" y="230224"/>
                  <a:pt x="286158" y="230695"/>
                  <a:pt x="268058" y="223780"/>
                </a:cubicBezTo>
                <a:lnTo>
                  <a:pt x="13556" y="125870"/>
                </a:lnTo>
                <a:cubicBezTo>
                  <a:pt x="-4544" y="118798"/>
                  <a:pt x="-4544" y="107640"/>
                  <a:pt x="13714" y="100882"/>
                </a:cubicBezTo>
                <a:lnTo>
                  <a:pt x="267901" y="5329"/>
                </a:lnTo>
                <a:cubicBezTo>
                  <a:pt x="277030" y="1872"/>
                  <a:pt x="288991" y="104"/>
                  <a:pt x="300973" y="5"/>
                </a:cubicBezTo>
                <a:close/>
              </a:path>
            </a:pathLst>
          </a:custGeom>
          <a:solidFill>
            <a:schemeClr val="bg1"/>
          </a:solidFill>
          <a:ln w="31750">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30A081"/>
              </a:solidFill>
              <a:effectLst/>
              <a:uLnTx/>
              <a:uFillTx/>
              <a:latin typeface="微软雅黑" panose="020B0503020204020204" pitchFamily="34" charset="-122"/>
              <a:ea typeface="微软雅黑" panose="020B0503020204020204" pitchFamily="34" charset="-122"/>
              <a:sym typeface="思源黑体" panose="020B05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1000"/>
                                        <p:tgtEl>
                                          <p:spTgt spid="16"/>
                                        </p:tgtEl>
                                      </p:cBhvr>
                                    </p:animEffect>
                                    <p:anim calcmode="lin" valueType="num">
                                      <p:cBhvr>
                                        <p:cTn id="12" dur="1000" fill="hold"/>
                                        <p:tgtEl>
                                          <p:spTgt spid="16"/>
                                        </p:tgtEl>
                                        <p:attrNameLst>
                                          <p:attrName>ppt_x</p:attrName>
                                        </p:attrNameLst>
                                      </p:cBhvr>
                                      <p:tavLst>
                                        <p:tav tm="0">
                                          <p:val>
                                            <p:strVal val="#ppt_x"/>
                                          </p:val>
                                        </p:tav>
                                        <p:tav tm="100000">
                                          <p:val>
                                            <p:strVal val="#ppt_x"/>
                                          </p:val>
                                        </p:tav>
                                      </p:tavLst>
                                    </p:anim>
                                    <p:anim calcmode="lin" valueType="num">
                                      <p:cBhvr>
                                        <p:cTn id="13" dur="1000" fill="hold"/>
                                        <p:tgtEl>
                                          <p:spTgt spid="16"/>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10" presetClass="entr" presetSubtype="0" fill="hold" grpId="0" nodeType="after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1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0"/>
          <p:cNvSpPr>
            <a:spLocks noChangeArrowheads="1"/>
          </p:cNvSpPr>
          <p:nvPr/>
        </p:nvSpPr>
        <p:spPr bwMode="auto">
          <a:xfrm>
            <a:off x="934588" y="322124"/>
            <a:ext cx="4065203"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457200">
              <a:spcBef>
                <a:spcPct val="0"/>
              </a:spcBef>
              <a:buNone/>
            </a:pPr>
            <a:r>
              <a:rPr lang="zh-CN" altLang="en-US" sz="2400">
                <a:solidFill>
                  <a:srgbClr val="325B7F"/>
                </a:solidFill>
                <a:cs typeface="+mn-ea"/>
                <a:sym typeface="思源黑体" panose="020B0500000000000000" pitchFamily="34" charset="-122"/>
              </a:rPr>
              <a:t>添加论文第四部分内容标题</a:t>
            </a:r>
            <a:endParaRPr lang="zh-CN" altLang="en-US" sz="2400">
              <a:solidFill>
                <a:srgbClr val="325B7F"/>
              </a:solidFill>
              <a:cs typeface="+mn-ea"/>
              <a:sym typeface="思源黑体" panose="020B0500000000000000" pitchFamily="34" charset="-122"/>
            </a:endParaRPr>
          </a:p>
        </p:txBody>
      </p:sp>
      <p:grpSp>
        <p:nvGrpSpPr>
          <p:cNvPr id="58" name="组合 57"/>
          <p:cNvGrpSpPr/>
          <p:nvPr/>
        </p:nvGrpSpPr>
        <p:grpSpPr>
          <a:xfrm>
            <a:off x="1421033" y="4765034"/>
            <a:ext cx="3144720" cy="558800"/>
            <a:chOff x="1980481" y="4530725"/>
            <a:chExt cx="3144720" cy="558800"/>
          </a:xfrm>
          <a:solidFill>
            <a:srgbClr val="335C80"/>
          </a:solidFill>
        </p:grpSpPr>
        <p:sp>
          <p:nvSpPr>
            <p:cNvPr id="59" name="圆角矩形 15"/>
            <p:cNvSpPr/>
            <p:nvPr/>
          </p:nvSpPr>
          <p:spPr>
            <a:xfrm>
              <a:off x="1980481" y="4530725"/>
              <a:ext cx="3144720" cy="558800"/>
            </a:xfrm>
            <a:prstGeom prst="roundRect">
              <a:avLst>
                <a:gd name="adj"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60" name="椭圆 59"/>
            <p:cNvSpPr>
              <a:spLocks noChangeAspect="1"/>
            </p:cNvSpPr>
            <p:nvPr/>
          </p:nvSpPr>
          <p:spPr>
            <a:xfrm>
              <a:off x="2091449" y="4642050"/>
              <a:ext cx="336150" cy="336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1</a:t>
              </a:r>
              <a:endParaRPr lang="zh-CN" altLang="en-US" sz="14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61" name="矩形 60"/>
            <p:cNvSpPr/>
            <p:nvPr/>
          </p:nvSpPr>
          <p:spPr>
            <a:xfrm>
              <a:off x="2891092" y="4625459"/>
              <a:ext cx="1569660" cy="369332"/>
            </a:xfrm>
            <a:prstGeom prst="rect">
              <a:avLst/>
            </a:prstGeom>
            <a:grpFill/>
          </p:spPr>
          <p:txBody>
            <a:bodyPr wrap="none">
              <a:spAutoFit/>
            </a:bodyPr>
            <a:lstStyle/>
            <a:p>
              <a:r>
                <a:rPr lang="zh-CN" altLang="en-US">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添加标题文本</a:t>
              </a:r>
              <a:endParaRPr lang="zh-CN" altLang="en-US">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62" name="组合 61"/>
          <p:cNvGrpSpPr/>
          <p:nvPr/>
        </p:nvGrpSpPr>
        <p:grpSpPr>
          <a:xfrm>
            <a:off x="1421033" y="3842623"/>
            <a:ext cx="3144720" cy="558800"/>
            <a:chOff x="3675921" y="3680884"/>
            <a:chExt cx="3144720" cy="558800"/>
          </a:xfrm>
          <a:solidFill>
            <a:srgbClr val="7F7F7F"/>
          </a:solidFill>
        </p:grpSpPr>
        <p:sp>
          <p:nvSpPr>
            <p:cNvPr id="63" name="圆角矩形 13"/>
            <p:cNvSpPr/>
            <p:nvPr/>
          </p:nvSpPr>
          <p:spPr>
            <a:xfrm>
              <a:off x="3675921" y="3680884"/>
              <a:ext cx="3144720" cy="558800"/>
            </a:xfrm>
            <a:prstGeom prst="roundRect">
              <a:avLst>
                <a:gd name="adj"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64" name="椭圆 63"/>
            <p:cNvSpPr>
              <a:spLocks noChangeAspect="1"/>
            </p:cNvSpPr>
            <p:nvPr/>
          </p:nvSpPr>
          <p:spPr>
            <a:xfrm>
              <a:off x="3786889" y="3792209"/>
              <a:ext cx="336150" cy="336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2</a:t>
              </a:r>
              <a:endParaRPr lang="zh-CN" altLang="en-US" sz="14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65" name="矩形 64"/>
            <p:cNvSpPr/>
            <p:nvPr/>
          </p:nvSpPr>
          <p:spPr>
            <a:xfrm>
              <a:off x="4586530" y="3775618"/>
              <a:ext cx="1569660" cy="369332"/>
            </a:xfrm>
            <a:prstGeom prst="rect">
              <a:avLst/>
            </a:prstGeom>
            <a:grpFill/>
          </p:spPr>
          <p:txBody>
            <a:bodyPr wrap="none">
              <a:spAutoFit/>
            </a:bodyPr>
            <a:lstStyle/>
            <a:p>
              <a:r>
                <a:rPr lang="zh-CN" altLang="en-US">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添加标题文本</a:t>
              </a:r>
              <a:endParaRPr lang="zh-CN" altLang="en-US">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66" name="组合 65"/>
          <p:cNvGrpSpPr/>
          <p:nvPr/>
        </p:nvGrpSpPr>
        <p:grpSpPr>
          <a:xfrm>
            <a:off x="1421033" y="2920211"/>
            <a:ext cx="3144720" cy="558800"/>
            <a:chOff x="5371361" y="2831042"/>
            <a:chExt cx="3144720" cy="558800"/>
          </a:xfrm>
          <a:solidFill>
            <a:srgbClr val="335C80"/>
          </a:solidFill>
        </p:grpSpPr>
        <p:sp>
          <p:nvSpPr>
            <p:cNvPr id="67" name="圆角矩形 14"/>
            <p:cNvSpPr/>
            <p:nvPr/>
          </p:nvSpPr>
          <p:spPr>
            <a:xfrm>
              <a:off x="5371361" y="2831042"/>
              <a:ext cx="3144720" cy="558800"/>
            </a:xfrm>
            <a:prstGeom prst="roundRect">
              <a:avLst>
                <a:gd name="adj"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68" name="椭圆 67"/>
            <p:cNvSpPr>
              <a:spLocks noChangeAspect="1"/>
            </p:cNvSpPr>
            <p:nvPr/>
          </p:nvSpPr>
          <p:spPr>
            <a:xfrm>
              <a:off x="5482329" y="2942367"/>
              <a:ext cx="336150" cy="336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3</a:t>
              </a:r>
              <a:endParaRPr lang="zh-CN" altLang="en-US" sz="14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69" name="矩形 68"/>
            <p:cNvSpPr/>
            <p:nvPr/>
          </p:nvSpPr>
          <p:spPr>
            <a:xfrm>
              <a:off x="6281970" y="2925776"/>
              <a:ext cx="1569660" cy="369332"/>
            </a:xfrm>
            <a:prstGeom prst="rect">
              <a:avLst/>
            </a:prstGeom>
            <a:grpFill/>
          </p:spPr>
          <p:txBody>
            <a:bodyPr wrap="none">
              <a:spAutoFit/>
            </a:bodyPr>
            <a:lstStyle/>
            <a:p>
              <a:r>
                <a:rPr lang="zh-CN" altLang="en-US">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添加标题文本</a:t>
              </a:r>
              <a:endParaRPr lang="zh-CN" altLang="en-US">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78" name="组合 77"/>
          <p:cNvGrpSpPr/>
          <p:nvPr/>
        </p:nvGrpSpPr>
        <p:grpSpPr>
          <a:xfrm>
            <a:off x="1421032" y="1997799"/>
            <a:ext cx="3144720" cy="558800"/>
            <a:chOff x="7066800" y="1981200"/>
            <a:chExt cx="3144720" cy="558800"/>
          </a:xfrm>
          <a:solidFill>
            <a:srgbClr val="7F7F7F"/>
          </a:solidFill>
        </p:grpSpPr>
        <p:sp>
          <p:nvSpPr>
            <p:cNvPr id="79" name="圆角矩形 12"/>
            <p:cNvSpPr/>
            <p:nvPr/>
          </p:nvSpPr>
          <p:spPr>
            <a:xfrm>
              <a:off x="7066800" y="1981200"/>
              <a:ext cx="3144720" cy="558800"/>
            </a:xfrm>
            <a:prstGeom prst="roundRect">
              <a:avLst>
                <a:gd name="adj"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80" name="椭圆 79"/>
            <p:cNvSpPr>
              <a:spLocks noChangeAspect="1"/>
            </p:cNvSpPr>
            <p:nvPr/>
          </p:nvSpPr>
          <p:spPr>
            <a:xfrm>
              <a:off x="7177768" y="2092525"/>
              <a:ext cx="336150" cy="336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4</a:t>
              </a:r>
              <a:endParaRPr lang="zh-CN" altLang="en-US" sz="14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81" name="矩形 80"/>
            <p:cNvSpPr/>
            <p:nvPr/>
          </p:nvSpPr>
          <p:spPr>
            <a:xfrm>
              <a:off x="7996415" y="2075934"/>
              <a:ext cx="1569660" cy="369332"/>
            </a:xfrm>
            <a:prstGeom prst="rect">
              <a:avLst/>
            </a:prstGeom>
            <a:grpFill/>
          </p:spPr>
          <p:txBody>
            <a:bodyPr wrap="none">
              <a:spAutoFit/>
            </a:bodyPr>
            <a:lstStyle/>
            <a:p>
              <a:r>
                <a:rPr lang="zh-CN" altLang="en-US">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添加标题文本</a:t>
              </a:r>
              <a:endParaRPr lang="zh-CN" altLang="en-US">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sp>
        <p:nvSpPr>
          <p:cNvPr id="82" name="矩形 81"/>
          <p:cNvSpPr/>
          <p:nvPr/>
        </p:nvSpPr>
        <p:spPr>
          <a:xfrm>
            <a:off x="4959939" y="1941121"/>
            <a:ext cx="5894016" cy="609398"/>
          </a:xfrm>
          <a:prstGeom prst="rect">
            <a:avLst/>
          </a:prstGeom>
        </p:spPr>
        <p:txBody>
          <a:bodyPr wrap="square">
            <a:spAutoFit/>
          </a:bodyPr>
          <a:lstStyle/>
          <a:p>
            <a:pPr>
              <a:lnSpc>
                <a:spcPct val="120000"/>
              </a:lnSpc>
            </a:pPr>
            <a:r>
              <a:rPr lang="zh-CN" altLang="en-US" sz="1400">
                <a:latin typeface="微软雅黑" panose="020B0503020204020204" pitchFamily="34" charset="-122"/>
                <a:ea typeface="微软雅黑" panose="020B0503020204020204" pitchFamily="34" charset="-122"/>
                <a:sym typeface="思源黑体 Medium" panose="020B0600000000000000" pitchFamily="34" charset="-122"/>
              </a:rPr>
              <a:t>点击输入文字点击输入文字点击输入文字点击输入文字点击输入文字点击</a:t>
            </a:r>
            <a:endParaRPr lang="zh-CN" altLang="en-US" sz="1400">
              <a:latin typeface="微软雅黑" panose="020B0503020204020204" pitchFamily="34" charset="-122"/>
              <a:ea typeface="微软雅黑" panose="020B0503020204020204" pitchFamily="34" charset="-122"/>
              <a:sym typeface="思源黑体 Medium" panose="020B0600000000000000" pitchFamily="34" charset="-122"/>
            </a:endParaRPr>
          </a:p>
          <a:p>
            <a:pPr>
              <a:lnSpc>
                <a:spcPct val="120000"/>
              </a:lnSpc>
            </a:pPr>
            <a:r>
              <a:rPr lang="zh-CN" altLang="en-US" sz="1400">
                <a:latin typeface="微软雅黑" panose="020B0503020204020204" pitchFamily="34" charset="-122"/>
                <a:ea typeface="微软雅黑" panose="020B0503020204020204" pitchFamily="34" charset="-122"/>
                <a:sym typeface="思源黑体 Medium" panose="020B0600000000000000" pitchFamily="34" charset="-122"/>
              </a:rPr>
              <a:t>点击输入文字点击输入文字点击输入文字点击输入文字点击输入文字点击</a:t>
            </a:r>
            <a:endParaRPr lang="zh-CN" altLang="en-US" sz="1400">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83" name="矩形 82"/>
          <p:cNvSpPr/>
          <p:nvPr/>
        </p:nvSpPr>
        <p:spPr>
          <a:xfrm>
            <a:off x="4959939" y="2906070"/>
            <a:ext cx="5894016" cy="609398"/>
          </a:xfrm>
          <a:prstGeom prst="rect">
            <a:avLst/>
          </a:prstGeom>
        </p:spPr>
        <p:txBody>
          <a:bodyPr wrap="square">
            <a:spAutoFit/>
          </a:bodyPr>
          <a:lstStyle/>
          <a:p>
            <a:pPr>
              <a:lnSpc>
                <a:spcPct val="120000"/>
              </a:lnSpc>
            </a:pPr>
            <a:r>
              <a:rPr lang="zh-CN" altLang="en-US" sz="1400">
                <a:latin typeface="微软雅黑" panose="020B0503020204020204" pitchFamily="34" charset="-122"/>
                <a:ea typeface="微软雅黑" panose="020B0503020204020204" pitchFamily="34" charset="-122"/>
                <a:sym typeface="思源黑体 Medium" panose="020B0600000000000000" pitchFamily="34" charset="-122"/>
              </a:rPr>
              <a:t>点击输入文字点击输入文字点击输入文字点击输入文字点击输入文字点击</a:t>
            </a:r>
            <a:endParaRPr lang="zh-CN" altLang="en-US" sz="1400">
              <a:latin typeface="微软雅黑" panose="020B0503020204020204" pitchFamily="34" charset="-122"/>
              <a:ea typeface="微软雅黑" panose="020B0503020204020204" pitchFamily="34" charset="-122"/>
              <a:sym typeface="思源黑体 Medium" panose="020B0600000000000000" pitchFamily="34" charset="-122"/>
            </a:endParaRPr>
          </a:p>
          <a:p>
            <a:pPr>
              <a:lnSpc>
                <a:spcPct val="120000"/>
              </a:lnSpc>
            </a:pPr>
            <a:r>
              <a:rPr lang="zh-CN" altLang="en-US" sz="1400">
                <a:latin typeface="微软雅黑" panose="020B0503020204020204" pitchFamily="34" charset="-122"/>
                <a:ea typeface="微软雅黑" panose="020B0503020204020204" pitchFamily="34" charset="-122"/>
                <a:sym typeface="思源黑体 Medium" panose="020B0600000000000000" pitchFamily="34" charset="-122"/>
              </a:rPr>
              <a:t>点击输入文字点击输入文字点击输入文字点击输入文字点击输入文字点击</a:t>
            </a:r>
            <a:endParaRPr lang="zh-CN" altLang="en-US" sz="1400">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84" name="矩形 83"/>
          <p:cNvSpPr/>
          <p:nvPr/>
        </p:nvSpPr>
        <p:spPr>
          <a:xfrm>
            <a:off x="4959939" y="3814340"/>
            <a:ext cx="5894016" cy="609398"/>
          </a:xfrm>
          <a:prstGeom prst="rect">
            <a:avLst/>
          </a:prstGeom>
        </p:spPr>
        <p:txBody>
          <a:bodyPr wrap="square">
            <a:spAutoFit/>
          </a:bodyPr>
          <a:lstStyle/>
          <a:p>
            <a:pPr>
              <a:lnSpc>
                <a:spcPct val="120000"/>
              </a:lnSpc>
            </a:pPr>
            <a:r>
              <a:rPr lang="zh-CN" altLang="en-US" sz="1400">
                <a:latin typeface="微软雅黑" panose="020B0503020204020204" pitchFamily="34" charset="-122"/>
                <a:ea typeface="微软雅黑" panose="020B0503020204020204" pitchFamily="34" charset="-122"/>
                <a:sym typeface="思源黑体 Medium" panose="020B0600000000000000" pitchFamily="34" charset="-122"/>
              </a:rPr>
              <a:t>点击输入文字点击输入文字点击输入文字点击输入文字点击输入文字点击</a:t>
            </a:r>
            <a:endParaRPr lang="zh-CN" altLang="en-US" sz="1400">
              <a:latin typeface="微软雅黑" panose="020B0503020204020204" pitchFamily="34" charset="-122"/>
              <a:ea typeface="微软雅黑" panose="020B0503020204020204" pitchFamily="34" charset="-122"/>
              <a:sym typeface="思源黑体 Medium" panose="020B0600000000000000" pitchFamily="34" charset="-122"/>
            </a:endParaRPr>
          </a:p>
          <a:p>
            <a:pPr>
              <a:lnSpc>
                <a:spcPct val="120000"/>
              </a:lnSpc>
            </a:pPr>
            <a:r>
              <a:rPr lang="zh-CN" altLang="en-US" sz="1400">
                <a:latin typeface="微软雅黑" panose="020B0503020204020204" pitchFamily="34" charset="-122"/>
                <a:ea typeface="微软雅黑" panose="020B0503020204020204" pitchFamily="34" charset="-122"/>
                <a:sym typeface="思源黑体 Medium" panose="020B0600000000000000" pitchFamily="34" charset="-122"/>
              </a:rPr>
              <a:t>点击输入文字点击输入文字点击输入文字点击输入文字点击输入文字点击</a:t>
            </a:r>
            <a:endParaRPr lang="zh-CN" altLang="en-US" sz="1400">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85" name="矩形 84"/>
          <p:cNvSpPr/>
          <p:nvPr/>
        </p:nvSpPr>
        <p:spPr>
          <a:xfrm>
            <a:off x="4959939" y="4779289"/>
            <a:ext cx="5894016" cy="609398"/>
          </a:xfrm>
          <a:prstGeom prst="rect">
            <a:avLst/>
          </a:prstGeom>
        </p:spPr>
        <p:txBody>
          <a:bodyPr wrap="square">
            <a:spAutoFit/>
          </a:bodyPr>
          <a:lstStyle/>
          <a:p>
            <a:pPr>
              <a:lnSpc>
                <a:spcPct val="120000"/>
              </a:lnSpc>
            </a:pPr>
            <a:r>
              <a:rPr lang="zh-CN" altLang="en-US" sz="1400">
                <a:latin typeface="微软雅黑" panose="020B0503020204020204" pitchFamily="34" charset="-122"/>
                <a:ea typeface="微软雅黑" panose="020B0503020204020204" pitchFamily="34" charset="-122"/>
                <a:sym typeface="思源黑体 Medium" panose="020B0600000000000000" pitchFamily="34" charset="-122"/>
              </a:rPr>
              <a:t>点击输入文字点击输入文字点击输入文字点击输入文字点击输入文字点击</a:t>
            </a:r>
            <a:endParaRPr lang="zh-CN" altLang="en-US" sz="1400">
              <a:latin typeface="微软雅黑" panose="020B0503020204020204" pitchFamily="34" charset="-122"/>
              <a:ea typeface="微软雅黑" panose="020B0503020204020204" pitchFamily="34" charset="-122"/>
              <a:sym typeface="思源黑体 Medium" panose="020B0600000000000000" pitchFamily="34" charset="-122"/>
            </a:endParaRPr>
          </a:p>
          <a:p>
            <a:pPr>
              <a:lnSpc>
                <a:spcPct val="120000"/>
              </a:lnSpc>
            </a:pPr>
            <a:r>
              <a:rPr lang="zh-CN" altLang="en-US" sz="1400">
                <a:latin typeface="微软雅黑" panose="020B0503020204020204" pitchFamily="34" charset="-122"/>
                <a:ea typeface="微软雅黑" panose="020B0503020204020204" pitchFamily="34" charset="-122"/>
                <a:sym typeface="思源黑体 Medium" panose="020B0600000000000000" pitchFamily="34" charset="-122"/>
              </a:rPr>
              <a:t>点击输入文字点击输入文字点击输入文字点击输入文字点击输入文字点击</a:t>
            </a:r>
            <a:endParaRPr lang="zh-CN" altLang="en-US" sz="1400">
              <a:latin typeface="微软雅黑" panose="020B0503020204020204" pitchFamily="34" charset="-122"/>
              <a:ea typeface="微软雅黑" panose="020B0503020204020204" pitchFamily="34" charset="-122"/>
              <a:sym typeface="思源黑体 Medium" panose="020B06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10" presetClass="entr" presetSubtype="0" fill="hold" nodeType="withEffect">
                                  <p:stCondLst>
                                    <p:cond delay="1250"/>
                                  </p:stCondLst>
                                  <p:childTnLst>
                                    <p:set>
                                      <p:cBhvr>
                                        <p:cTn id="9" dur="1" fill="hold">
                                          <p:stCondLst>
                                            <p:cond delay="0"/>
                                          </p:stCondLst>
                                        </p:cTn>
                                        <p:tgtEl>
                                          <p:spTgt spid="58"/>
                                        </p:tgtEl>
                                        <p:attrNameLst>
                                          <p:attrName>style.visibility</p:attrName>
                                        </p:attrNameLst>
                                      </p:cBhvr>
                                      <p:to>
                                        <p:strVal val="visible"/>
                                      </p:to>
                                    </p:set>
                                    <p:animEffect transition="in" filter="fade">
                                      <p:cBhvr>
                                        <p:cTn id="10" dur="500"/>
                                        <p:tgtEl>
                                          <p:spTgt spid="58"/>
                                        </p:tgtEl>
                                      </p:cBhvr>
                                    </p:animEffect>
                                  </p:childTnLst>
                                </p:cTn>
                              </p:par>
                              <p:par>
                                <p:cTn id="11" presetID="64" presetClass="path" presetSubtype="0" decel="30000" fill="hold" nodeType="withEffect">
                                  <p:stCondLst>
                                    <p:cond delay="1250"/>
                                  </p:stCondLst>
                                  <p:childTnLst>
                                    <p:animMotion origin="layout" path="M -2.08333E-07 0.1044 L -2.08333E-07 -0.18125" pathEditMode="relative" rAng="0" ptsTypes="AA">
                                      <p:cBhvr>
                                        <p:cTn id="12" dur="750" spd="-100000" fill="hold"/>
                                        <p:tgtEl>
                                          <p:spTgt spid="58"/>
                                        </p:tgtEl>
                                        <p:attrNameLst>
                                          <p:attrName>ppt_x</p:attrName>
                                          <p:attrName>ppt_y</p:attrName>
                                        </p:attrNameLst>
                                      </p:cBhvr>
                                      <p:rCtr x="0" y="-14282"/>
                                    </p:animMotion>
                                  </p:childTnLst>
                                </p:cTn>
                              </p:par>
                              <p:par>
                                <p:cTn id="13" presetID="64" presetClass="path" presetSubtype="0" accel="30000" decel="30000" fill="hold" nodeType="withEffect">
                                  <p:stCondLst>
                                    <p:cond delay="2000"/>
                                  </p:stCondLst>
                                  <p:childTnLst>
                                    <p:animMotion origin="layout" path="M -2.08333E-07 0.10463 L -2.08333E-07 2.96296E-06" pathEditMode="relative" rAng="0" ptsTypes="AA">
                                      <p:cBhvr>
                                        <p:cTn id="14" dur="750" fill="hold"/>
                                        <p:tgtEl>
                                          <p:spTgt spid="58"/>
                                        </p:tgtEl>
                                        <p:attrNameLst>
                                          <p:attrName>ppt_x</p:attrName>
                                          <p:attrName>ppt_y</p:attrName>
                                        </p:attrNameLst>
                                      </p:cBhvr>
                                      <p:rCtr x="0" y="-5231"/>
                                    </p:animMotion>
                                  </p:childTnLst>
                                </p:cTn>
                              </p:par>
                              <p:par>
                                <p:cTn id="15" presetID="10" presetClass="entr" presetSubtype="0" fill="hold" nodeType="withEffect">
                                  <p:stCondLst>
                                    <p:cond delay="1500"/>
                                  </p:stCondLst>
                                  <p:childTnLst>
                                    <p:set>
                                      <p:cBhvr>
                                        <p:cTn id="16" dur="1" fill="hold">
                                          <p:stCondLst>
                                            <p:cond delay="0"/>
                                          </p:stCondLst>
                                        </p:cTn>
                                        <p:tgtEl>
                                          <p:spTgt spid="62"/>
                                        </p:tgtEl>
                                        <p:attrNameLst>
                                          <p:attrName>style.visibility</p:attrName>
                                        </p:attrNameLst>
                                      </p:cBhvr>
                                      <p:to>
                                        <p:strVal val="visible"/>
                                      </p:to>
                                    </p:set>
                                    <p:animEffect transition="in" filter="fade">
                                      <p:cBhvr>
                                        <p:cTn id="17" dur="500"/>
                                        <p:tgtEl>
                                          <p:spTgt spid="62"/>
                                        </p:tgtEl>
                                      </p:cBhvr>
                                    </p:animEffect>
                                  </p:childTnLst>
                                </p:cTn>
                              </p:par>
                              <p:par>
                                <p:cTn id="18" presetID="64" presetClass="path" presetSubtype="0" decel="30000" fill="hold" nodeType="withEffect">
                                  <p:stCondLst>
                                    <p:cond delay="1500"/>
                                  </p:stCondLst>
                                  <p:childTnLst>
                                    <p:animMotion origin="layout" path="M -2.08333E-07 0.10439 L -2.08333E-07 -0.18125" pathEditMode="relative" rAng="0" ptsTypes="AA">
                                      <p:cBhvr>
                                        <p:cTn id="19" dur="750" spd="-100000" fill="hold"/>
                                        <p:tgtEl>
                                          <p:spTgt spid="62"/>
                                        </p:tgtEl>
                                        <p:attrNameLst>
                                          <p:attrName>ppt_x</p:attrName>
                                          <p:attrName>ppt_y</p:attrName>
                                        </p:attrNameLst>
                                      </p:cBhvr>
                                      <p:rCtr x="0" y="-14282"/>
                                    </p:animMotion>
                                  </p:childTnLst>
                                </p:cTn>
                              </p:par>
                              <p:par>
                                <p:cTn id="20" presetID="64" presetClass="path" presetSubtype="0" accel="30000" decel="30000" fill="hold" nodeType="withEffect">
                                  <p:stCondLst>
                                    <p:cond delay="2250"/>
                                  </p:stCondLst>
                                  <p:childTnLst>
                                    <p:animMotion origin="layout" path="M -2.08333E-07 0.10463 L -2.08333E-07 3.7037E-06" pathEditMode="relative" rAng="0" ptsTypes="AA">
                                      <p:cBhvr>
                                        <p:cTn id="21" dur="750" fill="hold"/>
                                        <p:tgtEl>
                                          <p:spTgt spid="62"/>
                                        </p:tgtEl>
                                        <p:attrNameLst>
                                          <p:attrName>ppt_x</p:attrName>
                                          <p:attrName>ppt_y</p:attrName>
                                        </p:attrNameLst>
                                      </p:cBhvr>
                                      <p:rCtr x="0" y="-5231"/>
                                    </p:animMotion>
                                  </p:childTnLst>
                                </p:cTn>
                              </p:par>
                              <p:par>
                                <p:cTn id="22" presetID="10" presetClass="entr" presetSubtype="0" fill="hold" nodeType="withEffect">
                                  <p:stCondLst>
                                    <p:cond delay="1750"/>
                                  </p:stCondLst>
                                  <p:childTnLst>
                                    <p:set>
                                      <p:cBhvr>
                                        <p:cTn id="23" dur="1" fill="hold">
                                          <p:stCondLst>
                                            <p:cond delay="0"/>
                                          </p:stCondLst>
                                        </p:cTn>
                                        <p:tgtEl>
                                          <p:spTgt spid="66"/>
                                        </p:tgtEl>
                                        <p:attrNameLst>
                                          <p:attrName>style.visibility</p:attrName>
                                        </p:attrNameLst>
                                      </p:cBhvr>
                                      <p:to>
                                        <p:strVal val="visible"/>
                                      </p:to>
                                    </p:set>
                                    <p:animEffect transition="in" filter="fade">
                                      <p:cBhvr>
                                        <p:cTn id="24" dur="500"/>
                                        <p:tgtEl>
                                          <p:spTgt spid="66"/>
                                        </p:tgtEl>
                                      </p:cBhvr>
                                    </p:animEffect>
                                  </p:childTnLst>
                                </p:cTn>
                              </p:par>
                              <p:par>
                                <p:cTn id="25" presetID="64" presetClass="path" presetSubtype="0" decel="30000" fill="hold" nodeType="withEffect">
                                  <p:stCondLst>
                                    <p:cond delay="1750"/>
                                  </p:stCondLst>
                                  <p:childTnLst>
                                    <p:animMotion origin="layout" path="M -2.08333E-07 0.10439 L -2.08333E-07 -0.18125" pathEditMode="relative" rAng="0" ptsTypes="AA">
                                      <p:cBhvr>
                                        <p:cTn id="26" dur="750" spd="-100000" fill="hold"/>
                                        <p:tgtEl>
                                          <p:spTgt spid="66"/>
                                        </p:tgtEl>
                                        <p:attrNameLst>
                                          <p:attrName>ppt_x</p:attrName>
                                          <p:attrName>ppt_y</p:attrName>
                                        </p:attrNameLst>
                                      </p:cBhvr>
                                      <p:rCtr x="0" y="-14282"/>
                                    </p:animMotion>
                                  </p:childTnLst>
                                </p:cTn>
                              </p:par>
                              <p:par>
                                <p:cTn id="27" presetID="64" presetClass="path" presetSubtype="0" accel="30000" decel="30000" fill="hold" nodeType="withEffect">
                                  <p:stCondLst>
                                    <p:cond delay="2500"/>
                                  </p:stCondLst>
                                  <p:childTnLst>
                                    <p:animMotion origin="layout" path="M -2.08333E-07 0.10463 L -2.08333E-07 4.44444E-06" pathEditMode="relative" rAng="0" ptsTypes="AA">
                                      <p:cBhvr>
                                        <p:cTn id="28" dur="750" fill="hold"/>
                                        <p:tgtEl>
                                          <p:spTgt spid="66"/>
                                        </p:tgtEl>
                                        <p:attrNameLst>
                                          <p:attrName>ppt_x</p:attrName>
                                          <p:attrName>ppt_y</p:attrName>
                                        </p:attrNameLst>
                                      </p:cBhvr>
                                      <p:rCtr x="0" y="-5231"/>
                                    </p:animMotion>
                                  </p:childTnLst>
                                </p:cTn>
                              </p:par>
                              <p:par>
                                <p:cTn id="29" presetID="10" presetClass="entr" presetSubtype="0" fill="hold" nodeType="withEffect">
                                  <p:stCondLst>
                                    <p:cond delay="2000"/>
                                  </p:stCondLst>
                                  <p:childTnLst>
                                    <p:set>
                                      <p:cBhvr>
                                        <p:cTn id="30" dur="1" fill="hold">
                                          <p:stCondLst>
                                            <p:cond delay="0"/>
                                          </p:stCondLst>
                                        </p:cTn>
                                        <p:tgtEl>
                                          <p:spTgt spid="78"/>
                                        </p:tgtEl>
                                        <p:attrNameLst>
                                          <p:attrName>style.visibility</p:attrName>
                                        </p:attrNameLst>
                                      </p:cBhvr>
                                      <p:to>
                                        <p:strVal val="visible"/>
                                      </p:to>
                                    </p:set>
                                    <p:animEffect transition="in" filter="fade">
                                      <p:cBhvr>
                                        <p:cTn id="31" dur="500"/>
                                        <p:tgtEl>
                                          <p:spTgt spid="78"/>
                                        </p:tgtEl>
                                      </p:cBhvr>
                                    </p:animEffect>
                                  </p:childTnLst>
                                </p:cTn>
                              </p:par>
                              <p:par>
                                <p:cTn id="32" presetID="64" presetClass="path" presetSubtype="0" decel="30000" fill="hold" nodeType="withEffect">
                                  <p:stCondLst>
                                    <p:cond delay="2000"/>
                                  </p:stCondLst>
                                  <p:childTnLst>
                                    <p:animMotion origin="layout" path="M -2.08333E-07 0.1044 L -2.08333E-07 -0.18125" pathEditMode="relative" rAng="0" ptsTypes="AA">
                                      <p:cBhvr>
                                        <p:cTn id="33" dur="750" spd="-100000" fill="hold"/>
                                        <p:tgtEl>
                                          <p:spTgt spid="78"/>
                                        </p:tgtEl>
                                        <p:attrNameLst>
                                          <p:attrName>ppt_x</p:attrName>
                                          <p:attrName>ppt_y</p:attrName>
                                        </p:attrNameLst>
                                      </p:cBhvr>
                                      <p:rCtr x="0" y="-14282"/>
                                    </p:animMotion>
                                  </p:childTnLst>
                                </p:cTn>
                              </p:par>
                              <p:par>
                                <p:cTn id="34" presetID="64" presetClass="path" presetSubtype="0" accel="30000" decel="30000" fill="hold" nodeType="withEffect">
                                  <p:stCondLst>
                                    <p:cond delay="2750"/>
                                  </p:stCondLst>
                                  <p:childTnLst>
                                    <p:animMotion origin="layout" path="M -2.08333E-07 0.10463 L -2.08333E-07 -3.33333E-06" pathEditMode="relative" rAng="0" ptsTypes="AA">
                                      <p:cBhvr>
                                        <p:cTn id="35" dur="750" fill="hold"/>
                                        <p:tgtEl>
                                          <p:spTgt spid="78"/>
                                        </p:tgtEl>
                                        <p:attrNameLst>
                                          <p:attrName>ppt_x</p:attrName>
                                          <p:attrName>ppt_y</p:attrName>
                                        </p:attrNameLst>
                                      </p:cBhvr>
                                      <p:rCtr x="0" y="-5231"/>
                                    </p:animMotion>
                                  </p:childTnLst>
                                </p:cTn>
                              </p:par>
                            </p:childTnLst>
                          </p:cTn>
                        </p:par>
                        <p:par>
                          <p:cTn id="36" fill="hold">
                            <p:stCondLst>
                              <p:cond delay="500"/>
                            </p:stCondLst>
                            <p:childTnLst>
                              <p:par>
                                <p:cTn id="37" presetID="14" presetClass="entr" presetSubtype="10" fill="hold" grpId="0" nodeType="afterEffect">
                                  <p:stCondLst>
                                    <p:cond delay="0"/>
                                  </p:stCondLst>
                                  <p:childTnLst>
                                    <p:set>
                                      <p:cBhvr>
                                        <p:cTn id="38" dur="1" fill="hold">
                                          <p:stCondLst>
                                            <p:cond delay="0"/>
                                          </p:stCondLst>
                                        </p:cTn>
                                        <p:tgtEl>
                                          <p:spTgt spid="82"/>
                                        </p:tgtEl>
                                        <p:attrNameLst>
                                          <p:attrName>style.visibility</p:attrName>
                                        </p:attrNameLst>
                                      </p:cBhvr>
                                      <p:to>
                                        <p:strVal val="visible"/>
                                      </p:to>
                                    </p:set>
                                    <p:animEffect transition="in" filter="randombar(horizontal)">
                                      <p:cBhvr>
                                        <p:cTn id="39" dur="250"/>
                                        <p:tgtEl>
                                          <p:spTgt spid="82"/>
                                        </p:tgtEl>
                                      </p:cBhvr>
                                    </p:animEffect>
                                  </p:childTnLst>
                                </p:cTn>
                              </p:par>
                            </p:childTnLst>
                          </p:cTn>
                        </p:par>
                        <p:par>
                          <p:cTn id="40" fill="hold">
                            <p:stCondLst>
                              <p:cond delay="1000"/>
                            </p:stCondLst>
                            <p:childTnLst>
                              <p:par>
                                <p:cTn id="41" presetID="14" presetClass="entr" presetSubtype="10" fill="hold" grpId="0" nodeType="afterEffect">
                                  <p:stCondLst>
                                    <p:cond delay="0"/>
                                  </p:stCondLst>
                                  <p:childTnLst>
                                    <p:set>
                                      <p:cBhvr>
                                        <p:cTn id="42" dur="1" fill="hold">
                                          <p:stCondLst>
                                            <p:cond delay="0"/>
                                          </p:stCondLst>
                                        </p:cTn>
                                        <p:tgtEl>
                                          <p:spTgt spid="83"/>
                                        </p:tgtEl>
                                        <p:attrNameLst>
                                          <p:attrName>style.visibility</p:attrName>
                                        </p:attrNameLst>
                                      </p:cBhvr>
                                      <p:to>
                                        <p:strVal val="visible"/>
                                      </p:to>
                                    </p:set>
                                    <p:animEffect transition="in" filter="randombar(horizontal)">
                                      <p:cBhvr>
                                        <p:cTn id="43" dur="250"/>
                                        <p:tgtEl>
                                          <p:spTgt spid="83"/>
                                        </p:tgtEl>
                                      </p:cBhvr>
                                    </p:animEffect>
                                  </p:childTnLst>
                                </p:cTn>
                              </p:par>
                            </p:childTnLst>
                          </p:cTn>
                        </p:par>
                        <p:par>
                          <p:cTn id="44" fill="hold">
                            <p:stCondLst>
                              <p:cond delay="1500"/>
                            </p:stCondLst>
                            <p:childTnLst>
                              <p:par>
                                <p:cTn id="45" presetID="14" presetClass="entr" presetSubtype="10" fill="hold" grpId="0" nodeType="afterEffect">
                                  <p:stCondLst>
                                    <p:cond delay="0"/>
                                  </p:stCondLst>
                                  <p:childTnLst>
                                    <p:set>
                                      <p:cBhvr>
                                        <p:cTn id="46" dur="1" fill="hold">
                                          <p:stCondLst>
                                            <p:cond delay="0"/>
                                          </p:stCondLst>
                                        </p:cTn>
                                        <p:tgtEl>
                                          <p:spTgt spid="84"/>
                                        </p:tgtEl>
                                        <p:attrNameLst>
                                          <p:attrName>style.visibility</p:attrName>
                                        </p:attrNameLst>
                                      </p:cBhvr>
                                      <p:to>
                                        <p:strVal val="visible"/>
                                      </p:to>
                                    </p:set>
                                    <p:animEffect transition="in" filter="randombar(horizontal)">
                                      <p:cBhvr>
                                        <p:cTn id="47" dur="250"/>
                                        <p:tgtEl>
                                          <p:spTgt spid="84"/>
                                        </p:tgtEl>
                                      </p:cBhvr>
                                    </p:animEffect>
                                  </p:childTnLst>
                                </p:cTn>
                              </p:par>
                            </p:childTnLst>
                          </p:cTn>
                        </p:par>
                        <p:par>
                          <p:cTn id="48" fill="hold">
                            <p:stCondLst>
                              <p:cond delay="2000"/>
                            </p:stCondLst>
                            <p:childTnLst>
                              <p:par>
                                <p:cTn id="49" presetID="14" presetClass="entr" presetSubtype="10" fill="hold" grpId="0" nodeType="afterEffect">
                                  <p:stCondLst>
                                    <p:cond delay="0"/>
                                  </p:stCondLst>
                                  <p:childTnLst>
                                    <p:set>
                                      <p:cBhvr>
                                        <p:cTn id="50" dur="1" fill="hold">
                                          <p:stCondLst>
                                            <p:cond delay="0"/>
                                          </p:stCondLst>
                                        </p:cTn>
                                        <p:tgtEl>
                                          <p:spTgt spid="85"/>
                                        </p:tgtEl>
                                        <p:attrNameLst>
                                          <p:attrName>style.visibility</p:attrName>
                                        </p:attrNameLst>
                                      </p:cBhvr>
                                      <p:to>
                                        <p:strVal val="visible"/>
                                      </p:to>
                                    </p:set>
                                    <p:animEffect transition="in" filter="randombar(horizontal)">
                                      <p:cBhvr>
                                        <p:cTn id="51" dur="25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2" grpId="0"/>
      <p:bldP spid="83" grpId="0"/>
      <p:bldP spid="84" grpId="0"/>
      <p:bldP spid="8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0"/>
          <p:cNvSpPr>
            <a:spLocks noChangeArrowheads="1"/>
          </p:cNvSpPr>
          <p:nvPr/>
        </p:nvSpPr>
        <p:spPr bwMode="auto">
          <a:xfrm>
            <a:off x="934588" y="322124"/>
            <a:ext cx="4065203"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457200">
              <a:spcBef>
                <a:spcPct val="0"/>
              </a:spcBef>
              <a:buNone/>
            </a:pPr>
            <a:r>
              <a:rPr lang="zh-CN" altLang="en-US" sz="2400">
                <a:solidFill>
                  <a:srgbClr val="325B7F"/>
                </a:solidFill>
                <a:cs typeface="+mn-ea"/>
                <a:sym typeface="思源黑体" panose="020B0500000000000000" pitchFamily="34" charset="-122"/>
              </a:rPr>
              <a:t>添加论文第四部分内容标题</a:t>
            </a:r>
            <a:endParaRPr lang="zh-CN" altLang="en-US" sz="2400">
              <a:solidFill>
                <a:srgbClr val="325B7F"/>
              </a:solidFill>
              <a:cs typeface="+mn-ea"/>
              <a:sym typeface="思源黑体" panose="020B0500000000000000" pitchFamily="34" charset="-122"/>
            </a:endParaRPr>
          </a:p>
        </p:txBody>
      </p:sp>
      <p:grpSp>
        <p:nvGrpSpPr>
          <p:cNvPr id="3" name="组合 2"/>
          <p:cNvGrpSpPr/>
          <p:nvPr/>
        </p:nvGrpSpPr>
        <p:grpSpPr>
          <a:xfrm>
            <a:off x="1035842" y="2051123"/>
            <a:ext cx="10188883" cy="2066493"/>
            <a:chOff x="1035843" y="2051121"/>
            <a:chExt cx="10188882" cy="2066493"/>
          </a:xfrm>
        </p:grpSpPr>
        <p:grpSp>
          <p:nvGrpSpPr>
            <p:cNvPr id="89" name="Group 7"/>
            <p:cNvGrpSpPr/>
            <p:nvPr/>
          </p:nvGrpSpPr>
          <p:grpSpPr>
            <a:xfrm>
              <a:off x="3793579" y="2051656"/>
              <a:ext cx="2061265" cy="2061265"/>
              <a:chOff x="839416" y="2240868"/>
              <a:chExt cx="2376264" cy="2376264"/>
            </a:xfrm>
          </p:grpSpPr>
          <p:sp>
            <p:nvSpPr>
              <p:cNvPr id="90" name="Oval 8"/>
              <p:cNvSpPr/>
              <p:nvPr/>
            </p:nvSpPr>
            <p:spPr>
              <a:xfrm>
                <a:off x="839416" y="2240868"/>
                <a:ext cx="2376264" cy="237626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vi-V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vi-VN"/>
              </a:p>
            </p:txBody>
          </p:sp>
          <p:sp>
            <p:nvSpPr>
              <p:cNvPr id="91" name="Pie 9"/>
              <p:cNvSpPr/>
              <p:nvPr/>
            </p:nvSpPr>
            <p:spPr>
              <a:xfrm rot="182905">
                <a:off x="844700" y="2246152"/>
                <a:ext cx="2365696" cy="2365696"/>
              </a:xfrm>
              <a:prstGeom prst="pie">
                <a:avLst>
                  <a:gd name="adj1" fmla="val 21490204"/>
                  <a:gd name="adj2" fmla="val 16035236"/>
                </a:avLst>
              </a:prstGeom>
              <a:solidFill>
                <a:srgbClr val="335C80"/>
              </a:solidFill>
              <a:ln>
                <a:solidFill>
                  <a:srgbClr val="335C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vi-V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endParaRPr>
              </a:p>
            </p:txBody>
          </p:sp>
        </p:grpSp>
        <p:grpSp>
          <p:nvGrpSpPr>
            <p:cNvPr id="92" name="Group 10"/>
            <p:cNvGrpSpPr/>
            <p:nvPr/>
          </p:nvGrpSpPr>
          <p:grpSpPr>
            <a:xfrm>
              <a:off x="6502785" y="2051121"/>
              <a:ext cx="2061265" cy="2061265"/>
              <a:chOff x="839416" y="2240868"/>
              <a:chExt cx="2376264" cy="2376264"/>
            </a:xfrm>
          </p:grpSpPr>
          <p:sp>
            <p:nvSpPr>
              <p:cNvPr id="93" name="Oval 11"/>
              <p:cNvSpPr/>
              <p:nvPr/>
            </p:nvSpPr>
            <p:spPr>
              <a:xfrm>
                <a:off x="839416" y="2240868"/>
                <a:ext cx="2376264" cy="237626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vi-V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vi-VN"/>
              </a:p>
            </p:txBody>
          </p:sp>
          <p:sp>
            <p:nvSpPr>
              <p:cNvPr id="94" name="Pie 12"/>
              <p:cNvSpPr/>
              <p:nvPr/>
            </p:nvSpPr>
            <p:spPr>
              <a:xfrm rot="182905">
                <a:off x="844700" y="2246152"/>
                <a:ext cx="2365696" cy="2365696"/>
              </a:xfrm>
              <a:prstGeom prst="pie">
                <a:avLst>
                  <a:gd name="adj1" fmla="val 19445588"/>
                  <a:gd name="adj2" fmla="val 16035236"/>
                </a:avLst>
              </a:prstGeom>
              <a:solidFill>
                <a:srgbClr val="7F7F7F"/>
              </a:solidFill>
              <a:ln>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vi-V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endParaRPr>
              </a:p>
            </p:txBody>
          </p:sp>
        </p:grpSp>
        <p:grpSp>
          <p:nvGrpSpPr>
            <p:cNvPr id="95" name="Group 13"/>
            <p:cNvGrpSpPr/>
            <p:nvPr/>
          </p:nvGrpSpPr>
          <p:grpSpPr>
            <a:xfrm>
              <a:off x="9163460" y="2056349"/>
              <a:ext cx="2061265" cy="2061265"/>
              <a:chOff x="839416" y="2240868"/>
              <a:chExt cx="2376264" cy="2376264"/>
            </a:xfrm>
          </p:grpSpPr>
          <p:sp>
            <p:nvSpPr>
              <p:cNvPr id="96" name="Oval 14"/>
              <p:cNvSpPr/>
              <p:nvPr/>
            </p:nvSpPr>
            <p:spPr>
              <a:xfrm>
                <a:off x="839416" y="2240868"/>
                <a:ext cx="2376264" cy="237626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vi-V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vi-VN"/>
              </a:p>
            </p:txBody>
          </p:sp>
          <p:sp>
            <p:nvSpPr>
              <p:cNvPr id="97" name="Pie 15"/>
              <p:cNvSpPr/>
              <p:nvPr/>
            </p:nvSpPr>
            <p:spPr>
              <a:xfrm rot="182905">
                <a:off x="844700" y="2246152"/>
                <a:ext cx="2365696" cy="2365696"/>
              </a:xfrm>
              <a:prstGeom prst="pie">
                <a:avLst>
                  <a:gd name="adj1" fmla="val 2429003"/>
                  <a:gd name="adj2" fmla="val 16035236"/>
                </a:avLst>
              </a:prstGeom>
              <a:solidFill>
                <a:srgbClr val="335C80"/>
              </a:solidFill>
              <a:ln>
                <a:solidFill>
                  <a:srgbClr val="335C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vi-V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endParaRPr>
              </a:p>
            </p:txBody>
          </p:sp>
        </p:grpSp>
        <p:grpSp>
          <p:nvGrpSpPr>
            <p:cNvPr id="98" name="Group 5"/>
            <p:cNvGrpSpPr/>
            <p:nvPr/>
          </p:nvGrpSpPr>
          <p:grpSpPr>
            <a:xfrm>
              <a:off x="1035843" y="2051656"/>
              <a:ext cx="2061265" cy="2061265"/>
              <a:chOff x="551384" y="2205399"/>
              <a:chExt cx="2061265" cy="2061265"/>
            </a:xfrm>
          </p:grpSpPr>
          <p:grpSp>
            <p:nvGrpSpPr>
              <p:cNvPr id="99" name="Group 6"/>
              <p:cNvGrpSpPr/>
              <p:nvPr/>
            </p:nvGrpSpPr>
            <p:grpSpPr>
              <a:xfrm>
                <a:off x="551384" y="2205399"/>
                <a:ext cx="2061265" cy="2061265"/>
                <a:chOff x="839416" y="2240868"/>
                <a:chExt cx="2376264" cy="2376264"/>
              </a:xfrm>
            </p:grpSpPr>
            <p:sp>
              <p:nvSpPr>
                <p:cNvPr id="101" name="Oval 2"/>
                <p:cNvSpPr/>
                <p:nvPr/>
              </p:nvSpPr>
              <p:spPr>
                <a:xfrm>
                  <a:off x="839416" y="2240868"/>
                  <a:ext cx="2376264" cy="237626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vi-V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vi-VN"/>
                </a:p>
              </p:txBody>
            </p:sp>
            <p:sp>
              <p:nvSpPr>
                <p:cNvPr id="102" name="Pie 3"/>
                <p:cNvSpPr/>
                <p:nvPr/>
              </p:nvSpPr>
              <p:spPr>
                <a:xfrm rot="182905">
                  <a:off x="844700" y="2246152"/>
                  <a:ext cx="2365696" cy="2365696"/>
                </a:xfrm>
                <a:prstGeom prst="pie">
                  <a:avLst>
                    <a:gd name="adj1" fmla="val 1980914"/>
                    <a:gd name="adj2" fmla="val 16035236"/>
                  </a:avLst>
                </a:prstGeom>
                <a:solidFill>
                  <a:srgbClr val="7F7F7F"/>
                </a:solidFill>
                <a:ln>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vi-V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endParaRPr>
                </a:p>
              </p:txBody>
            </p:sp>
          </p:grpSp>
          <p:sp>
            <p:nvSpPr>
              <p:cNvPr id="100" name="TextBox 17"/>
              <p:cNvSpPr txBox="1"/>
              <p:nvPr/>
            </p:nvSpPr>
            <p:spPr>
              <a:xfrm>
                <a:off x="782488" y="3048923"/>
                <a:ext cx="821059" cy="461665"/>
              </a:xfrm>
              <a:prstGeom prst="rect">
                <a:avLst/>
              </a:prstGeom>
              <a:noFill/>
            </p:spPr>
            <p:txBody>
              <a:bodyPr wrap="none" rtlCol="0">
                <a:spAutoFit/>
              </a:bodyPr>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a:solidFill>
                      <a:schemeClr val="bg1"/>
                    </a:solidFill>
                    <a:latin typeface="+mj-lt"/>
                  </a:rPr>
                  <a:t>79%</a:t>
                </a:r>
                <a:endParaRPr lang="vi-VN" sz="2400">
                  <a:solidFill>
                    <a:schemeClr val="bg1"/>
                  </a:solidFill>
                  <a:latin typeface="+mj-lt"/>
                </a:endParaRPr>
              </a:p>
            </p:txBody>
          </p:sp>
        </p:grpSp>
        <p:sp>
          <p:nvSpPr>
            <p:cNvPr id="103" name="TextBox 18"/>
            <p:cNvSpPr txBox="1"/>
            <p:nvPr/>
          </p:nvSpPr>
          <p:spPr>
            <a:xfrm>
              <a:off x="4080051" y="2895180"/>
              <a:ext cx="830677" cy="461665"/>
            </a:xfrm>
            <a:prstGeom prst="rect">
              <a:avLst/>
            </a:prstGeom>
            <a:noFill/>
          </p:spPr>
          <p:txBody>
            <a:bodyPr wrap="none" rtlCol="0">
              <a:spAutoFit/>
            </a:bodyPr>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a:solidFill>
                    <a:schemeClr val="bg1"/>
                  </a:solidFill>
                  <a:latin typeface="+mj-lt"/>
                </a:rPr>
                <a:t>68%</a:t>
              </a:r>
              <a:endParaRPr lang="vi-VN" sz="2400">
                <a:solidFill>
                  <a:schemeClr val="bg1"/>
                </a:solidFill>
                <a:latin typeface="+mj-lt"/>
              </a:endParaRPr>
            </a:p>
          </p:txBody>
        </p:sp>
        <p:sp>
          <p:nvSpPr>
            <p:cNvPr id="104" name="TextBox 19"/>
            <p:cNvSpPr txBox="1"/>
            <p:nvPr/>
          </p:nvSpPr>
          <p:spPr>
            <a:xfrm>
              <a:off x="6776479" y="2895180"/>
              <a:ext cx="822661" cy="461665"/>
            </a:xfrm>
            <a:prstGeom prst="rect">
              <a:avLst/>
            </a:prstGeom>
            <a:noFill/>
          </p:spPr>
          <p:txBody>
            <a:bodyPr wrap="none" rtlCol="0">
              <a:spAutoFit/>
            </a:bodyPr>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a:solidFill>
                    <a:schemeClr val="bg1"/>
                  </a:solidFill>
                  <a:latin typeface="+mj-lt"/>
                </a:rPr>
                <a:t>66%</a:t>
              </a:r>
              <a:endParaRPr lang="vi-VN" sz="2400">
                <a:solidFill>
                  <a:schemeClr val="bg1"/>
                </a:solidFill>
                <a:latin typeface="+mj-lt"/>
              </a:endParaRPr>
            </a:p>
          </p:txBody>
        </p:sp>
        <p:sp>
          <p:nvSpPr>
            <p:cNvPr id="105" name="TextBox 20"/>
            <p:cNvSpPr txBox="1"/>
            <p:nvPr/>
          </p:nvSpPr>
          <p:spPr>
            <a:xfrm>
              <a:off x="9469142" y="2895180"/>
              <a:ext cx="822661" cy="461665"/>
            </a:xfrm>
            <a:prstGeom prst="rect">
              <a:avLst/>
            </a:prstGeom>
            <a:noFill/>
          </p:spPr>
          <p:txBody>
            <a:bodyPr wrap="none" rtlCol="0">
              <a:spAutoFit/>
            </a:bodyPr>
            <a:ls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a:solidFill>
                    <a:schemeClr val="bg1"/>
                  </a:solidFill>
                  <a:latin typeface="+mj-lt"/>
                </a:rPr>
                <a:t>39%</a:t>
              </a:r>
              <a:endParaRPr lang="vi-VN" sz="2400">
                <a:solidFill>
                  <a:schemeClr val="bg1"/>
                </a:solidFill>
                <a:latin typeface="+mj-lt"/>
              </a:endParaRPr>
            </a:p>
          </p:txBody>
        </p:sp>
        <p:sp>
          <p:nvSpPr>
            <p:cNvPr id="106" name="Oval 4"/>
            <p:cNvSpPr/>
            <p:nvPr/>
          </p:nvSpPr>
          <p:spPr>
            <a:xfrm>
              <a:off x="1996420" y="3009745"/>
              <a:ext cx="144016" cy="144016"/>
            </a:xfrm>
            <a:prstGeom prst="ellipse">
              <a:avLst/>
            </a:prstGeom>
            <a:solidFill>
              <a:srgbClr val="7F7F7F"/>
            </a:solidFill>
            <a:ln>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vi-V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vi-VN"/>
            </a:p>
          </p:txBody>
        </p:sp>
        <p:sp>
          <p:nvSpPr>
            <p:cNvPr id="107" name="Oval 41"/>
            <p:cNvSpPr/>
            <p:nvPr/>
          </p:nvSpPr>
          <p:spPr>
            <a:xfrm>
              <a:off x="4752203" y="3009745"/>
              <a:ext cx="144016" cy="144016"/>
            </a:xfrm>
            <a:prstGeom prst="ellipse">
              <a:avLst/>
            </a:prstGeom>
            <a:solidFill>
              <a:srgbClr val="335C80"/>
            </a:solidFill>
            <a:ln>
              <a:solidFill>
                <a:srgbClr val="335C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vi-V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vi-VN"/>
            </a:p>
          </p:txBody>
        </p:sp>
        <p:sp>
          <p:nvSpPr>
            <p:cNvPr id="108" name="Oval 42"/>
            <p:cNvSpPr/>
            <p:nvPr/>
          </p:nvSpPr>
          <p:spPr>
            <a:xfrm>
              <a:off x="7472949" y="2972833"/>
              <a:ext cx="144016" cy="144016"/>
            </a:xfrm>
            <a:prstGeom prst="ellipse">
              <a:avLst/>
            </a:prstGeom>
            <a:solidFill>
              <a:srgbClr val="7F7F7F"/>
            </a:solidFill>
            <a:ln>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vi-V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vi-VN"/>
            </a:p>
          </p:txBody>
        </p:sp>
        <p:sp>
          <p:nvSpPr>
            <p:cNvPr id="109" name="Oval 43"/>
            <p:cNvSpPr/>
            <p:nvPr/>
          </p:nvSpPr>
          <p:spPr>
            <a:xfrm>
              <a:off x="10122084" y="3009745"/>
              <a:ext cx="144016" cy="144016"/>
            </a:xfrm>
            <a:prstGeom prst="ellipse">
              <a:avLst/>
            </a:prstGeom>
            <a:solidFill>
              <a:srgbClr val="335C80"/>
            </a:solidFill>
            <a:ln>
              <a:solidFill>
                <a:srgbClr val="335C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vi-V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vi-VN"/>
            </a:p>
          </p:txBody>
        </p:sp>
      </p:grpSp>
      <p:sp>
        <p:nvSpPr>
          <p:cNvPr id="110" name="矩形 109"/>
          <p:cNvSpPr/>
          <p:nvPr/>
        </p:nvSpPr>
        <p:spPr>
          <a:xfrm>
            <a:off x="1424454" y="4276019"/>
            <a:ext cx="1313162" cy="430879"/>
          </a:xfrm>
          <a:prstGeom prst="rect">
            <a:avLst/>
          </a:prstGeom>
        </p:spPr>
        <p:txBody>
          <a:bodyPr wrap="none" lIns="91431" tIns="45716" rIns="91431" bIns="45716">
            <a:spAutoFit/>
          </a:bodyPr>
          <a:lstStyle/>
          <a:p>
            <a:pPr algn="ctr"/>
            <a:r>
              <a:rPr lang="zh-CN" altLang="en-US" sz="2200">
                <a:solidFill>
                  <a:schemeClr val="tx1">
                    <a:lumMod val="75000"/>
                    <a:lumOff val="25000"/>
                  </a:schemeClr>
                </a:solidFill>
                <a:latin typeface="微软雅黑" panose="020B0503020204020204" pitchFamily="34" charset="-122"/>
                <a:ea typeface="微软雅黑" panose="020B0503020204020204" pitchFamily="34" charset="-122"/>
                <a:sym typeface="思源黑体 Medium" panose="020B0600000000000000" pitchFamily="34" charset="-122"/>
              </a:rPr>
              <a:t>添加标题</a:t>
            </a:r>
            <a:endParaRPr lang="en-US" altLang="zh-CN" sz="2200">
              <a:solidFill>
                <a:schemeClr val="tx1">
                  <a:lumMod val="75000"/>
                  <a:lumOff val="25000"/>
                </a:schemeClr>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111" name="矩形 47"/>
          <p:cNvSpPr>
            <a:spLocks noChangeArrowheads="1"/>
          </p:cNvSpPr>
          <p:nvPr/>
        </p:nvSpPr>
        <p:spPr bwMode="auto">
          <a:xfrm>
            <a:off x="866863" y="4691612"/>
            <a:ext cx="2428344" cy="1212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30000"/>
              </a:lnSpc>
              <a:spcBef>
                <a:spcPct val="0"/>
              </a:spcBef>
              <a:buNone/>
            </a:pPr>
            <a:r>
              <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mn-ea"/>
                <a:sym typeface="思源黑体 Medium" panose="020B0600000000000000" pitchFamily="34" charset="-122"/>
              </a:rPr>
              <a:t>在此录入上述图表的综合描述说明，在此录入上述图表的综合描述说明，在此录入上述。</a:t>
            </a:r>
            <a:endPar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mn-ea"/>
              <a:sym typeface="思源黑体 Medium" panose="020B0600000000000000" pitchFamily="34" charset="-122"/>
            </a:endParaRPr>
          </a:p>
        </p:txBody>
      </p:sp>
      <p:sp>
        <p:nvSpPr>
          <p:cNvPr id="112" name="矩形 111"/>
          <p:cNvSpPr/>
          <p:nvPr/>
        </p:nvSpPr>
        <p:spPr>
          <a:xfrm>
            <a:off x="4180408" y="4276019"/>
            <a:ext cx="1313162" cy="430879"/>
          </a:xfrm>
          <a:prstGeom prst="rect">
            <a:avLst/>
          </a:prstGeom>
        </p:spPr>
        <p:txBody>
          <a:bodyPr wrap="none" lIns="91431" tIns="45716" rIns="91431" bIns="45716">
            <a:spAutoFit/>
          </a:bodyPr>
          <a:lstStyle/>
          <a:p>
            <a:pPr algn="ctr"/>
            <a:r>
              <a:rPr lang="zh-CN" altLang="en-US" sz="2200">
                <a:solidFill>
                  <a:schemeClr val="tx1">
                    <a:lumMod val="75000"/>
                    <a:lumOff val="25000"/>
                  </a:schemeClr>
                </a:solidFill>
                <a:latin typeface="微软雅黑" panose="020B0503020204020204" pitchFamily="34" charset="-122"/>
                <a:ea typeface="微软雅黑" panose="020B0503020204020204" pitchFamily="34" charset="-122"/>
                <a:sym typeface="思源黑体 Medium" panose="020B0600000000000000" pitchFamily="34" charset="-122"/>
              </a:rPr>
              <a:t>添加标题</a:t>
            </a:r>
            <a:endParaRPr lang="en-US" altLang="zh-CN" sz="2200">
              <a:solidFill>
                <a:schemeClr val="tx1">
                  <a:lumMod val="75000"/>
                  <a:lumOff val="25000"/>
                </a:schemeClr>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113" name="矩形 47"/>
          <p:cNvSpPr>
            <a:spLocks noChangeArrowheads="1"/>
          </p:cNvSpPr>
          <p:nvPr/>
        </p:nvSpPr>
        <p:spPr bwMode="auto">
          <a:xfrm>
            <a:off x="3622817" y="4691612"/>
            <a:ext cx="2428344" cy="1212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30000"/>
              </a:lnSpc>
              <a:spcBef>
                <a:spcPct val="0"/>
              </a:spcBef>
              <a:buNone/>
            </a:pPr>
            <a:r>
              <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mn-ea"/>
                <a:sym typeface="思源黑体 Medium" panose="020B0600000000000000" pitchFamily="34" charset="-122"/>
              </a:rPr>
              <a:t>在此录入上述图表的综合描述说明，在此录入上述图表的综合描述说明，在此录入上述。</a:t>
            </a:r>
            <a:endPar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mn-ea"/>
              <a:sym typeface="思源黑体 Medium" panose="020B0600000000000000" pitchFamily="34" charset="-122"/>
            </a:endParaRPr>
          </a:p>
        </p:txBody>
      </p:sp>
      <p:sp>
        <p:nvSpPr>
          <p:cNvPr id="114" name="矩形 113"/>
          <p:cNvSpPr/>
          <p:nvPr/>
        </p:nvSpPr>
        <p:spPr>
          <a:xfrm>
            <a:off x="6812732" y="4276019"/>
            <a:ext cx="1313162" cy="430879"/>
          </a:xfrm>
          <a:prstGeom prst="rect">
            <a:avLst/>
          </a:prstGeom>
        </p:spPr>
        <p:txBody>
          <a:bodyPr wrap="none" lIns="91431" tIns="45716" rIns="91431" bIns="45716">
            <a:spAutoFit/>
          </a:bodyPr>
          <a:lstStyle/>
          <a:p>
            <a:pPr algn="ctr"/>
            <a:r>
              <a:rPr lang="zh-CN" altLang="en-US" sz="2200">
                <a:solidFill>
                  <a:schemeClr val="tx1">
                    <a:lumMod val="75000"/>
                    <a:lumOff val="25000"/>
                  </a:schemeClr>
                </a:solidFill>
                <a:latin typeface="微软雅黑" panose="020B0503020204020204" pitchFamily="34" charset="-122"/>
                <a:ea typeface="微软雅黑" panose="020B0503020204020204" pitchFamily="34" charset="-122"/>
                <a:sym typeface="思源黑体 Medium" panose="020B0600000000000000" pitchFamily="34" charset="-122"/>
              </a:rPr>
              <a:t>添加标题</a:t>
            </a:r>
            <a:endParaRPr lang="en-US" altLang="zh-CN" sz="2200">
              <a:solidFill>
                <a:schemeClr val="tx1">
                  <a:lumMod val="75000"/>
                  <a:lumOff val="25000"/>
                </a:schemeClr>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115" name="矩形 47"/>
          <p:cNvSpPr>
            <a:spLocks noChangeArrowheads="1"/>
          </p:cNvSpPr>
          <p:nvPr/>
        </p:nvSpPr>
        <p:spPr bwMode="auto">
          <a:xfrm>
            <a:off x="6255141" y="4691612"/>
            <a:ext cx="2428344" cy="1212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30000"/>
              </a:lnSpc>
              <a:spcBef>
                <a:spcPct val="0"/>
              </a:spcBef>
              <a:buNone/>
            </a:pPr>
            <a:r>
              <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mn-ea"/>
                <a:sym typeface="思源黑体 Medium" panose="020B0600000000000000" pitchFamily="34" charset="-122"/>
              </a:rPr>
              <a:t>在此录入上述图表的综合描述说明，在此录入上述图表的综合描述说明，在此录入上述。</a:t>
            </a:r>
            <a:endPar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mn-ea"/>
              <a:sym typeface="思源黑体 Medium" panose="020B0600000000000000" pitchFamily="34" charset="-122"/>
            </a:endParaRPr>
          </a:p>
        </p:txBody>
      </p:sp>
      <p:sp>
        <p:nvSpPr>
          <p:cNvPr id="116" name="矩形 115"/>
          <p:cNvSpPr/>
          <p:nvPr/>
        </p:nvSpPr>
        <p:spPr>
          <a:xfrm>
            <a:off x="9568684" y="4276019"/>
            <a:ext cx="1313162" cy="430879"/>
          </a:xfrm>
          <a:prstGeom prst="rect">
            <a:avLst/>
          </a:prstGeom>
        </p:spPr>
        <p:txBody>
          <a:bodyPr wrap="none" lIns="91431" tIns="45716" rIns="91431" bIns="45716">
            <a:spAutoFit/>
          </a:bodyPr>
          <a:lstStyle/>
          <a:p>
            <a:pPr algn="ctr"/>
            <a:r>
              <a:rPr lang="zh-CN" altLang="en-US" sz="2200">
                <a:solidFill>
                  <a:schemeClr val="tx1">
                    <a:lumMod val="75000"/>
                    <a:lumOff val="25000"/>
                  </a:schemeClr>
                </a:solidFill>
                <a:latin typeface="微软雅黑" panose="020B0503020204020204" pitchFamily="34" charset="-122"/>
                <a:ea typeface="微软雅黑" panose="020B0503020204020204" pitchFamily="34" charset="-122"/>
                <a:sym typeface="思源黑体 Medium" panose="020B0600000000000000" pitchFamily="34" charset="-122"/>
              </a:rPr>
              <a:t>添加标题</a:t>
            </a:r>
            <a:endParaRPr lang="en-US" altLang="zh-CN" sz="2200">
              <a:solidFill>
                <a:schemeClr val="tx1">
                  <a:lumMod val="75000"/>
                  <a:lumOff val="25000"/>
                </a:schemeClr>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117" name="矩形 47"/>
          <p:cNvSpPr>
            <a:spLocks noChangeArrowheads="1"/>
          </p:cNvSpPr>
          <p:nvPr/>
        </p:nvSpPr>
        <p:spPr bwMode="auto">
          <a:xfrm>
            <a:off x="9011093" y="4691612"/>
            <a:ext cx="2428344" cy="1212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30000"/>
              </a:lnSpc>
              <a:spcBef>
                <a:spcPct val="0"/>
              </a:spcBef>
              <a:buNone/>
            </a:pPr>
            <a:r>
              <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mn-ea"/>
                <a:sym typeface="思源黑体 Medium" panose="020B0600000000000000" pitchFamily="34" charset="-122"/>
              </a:rPr>
              <a:t>在此录入上述图表的综合描述说明，在此录入上述图表的综合描述说明，在此录入上述。</a:t>
            </a:r>
            <a:endPar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mn-ea"/>
              <a:sym typeface="思源黑体 Medium" panose="020B06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12" presetClass="entr" presetSubtype="1" fill="hold" grpId="0" nodeType="afterEffect">
                                  <p:stCondLst>
                                    <p:cond delay="0"/>
                                  </p:stCondLst>
                                  <p:childTnLst>
                                    <p:set>
                                      <p:cBhvr>
                                        <p:cTn id="10" dur="1" fill="hold">
                                          <p:stCondLst>
                                            <p:cond delay="0"/>
                                          </p:stCondLst>
                                        </p:cTn>
                                        <p:tgtEl>
                                          <p:spTgt spid="110"/>
                                        </p:tgtEl>
                                        <p:attrNameLst>
                                          <p:attrName>style.visibility</p:attrName>
                                        </p:attrNameLst>
                                      </p:cBhvr>
                                      <p:to>
                                        <p:strVal val="visible"/>
                                      </p:to>
                                    </p:set>
                                    <p:anim calcmode="lin" valueType="num">
                                      <p:cBhvr additive="base">
                                        <p:cTn id="11" dur="500"/>
                                        <p:tgtEl>
                                          <p:spTgt spid="110"/>
                                        </p:tgtEl>
                                        <p:attrNameLst>
                                          <p:attrName>ppt_y</p:attrName>
                                        </p:attrNameLst>
                                      </p:cBhvr>
                                      <p:tavLst>
                                        <p:tav tm="0">
                                          <p:val>
                                            <p:strVal val="#ppt_y-#ppt_h*1.125000"/>
                                          </p:val>
                                        </p:tav>
                                        <p:tav tm="100000">
                                          <p:val>
                                            <p:strVal val="#ppt_y"/>
                                          </p:val>
                                        </p:tav>
                                      </p:tavLst>
                                    </p:anim>
                                    <p:animEffect transition="in" filter="wipe(down)">
                                      <p:cBhvr>
                                        <p:cTn id="12" dur="500"/>
                                        <p:tgtEl>
                                          <p:spTgt spid="110"/>
                                        </p:tgtEl>
                                      </p:cBhvr>
                                    </p:animEffect>
                                  </p:childTnLst>
                                </p:cTn>
                              </p:par>
                            </p:childTnLst>
                          </p:cTn>
                        </p:par>
                        <p:par>
                          <p:cTn id="13" fill="hold">
                            <p:stCondLst>
                              <p:cond delay="1000"/>
                            </p:stCondLst>
                            <p:childTnLst>
                              <p:par>
                                <p:cTn id="14" presetID="22" presetClass="entr" presetSubtype="1" fill="hold" grpId="0" nodeType="afterEffect">
                                  <p:stCondLst>
                                    <p:cond delay="0"/>
                                  </p:stCondLst>
                                  <p:childTnLst>
                                    <p:set>
                                      <p:cBhvr>
                                        <p:cTn id="15" dur="1" fill="hold">
                                          <p:stCondLst>
                                            <p:cond delay="0"/>
                                          </p:stCondLst>
                                        </p:cTn>
                                        <p:tgtEl>
                                          <p:spTgt spid="111"/>
                                        </p:tgtEl>
                                        <p:attrNameLst>
                                          <p:attrName>style.visibility</p:attrName>
                                        </p:attrNameLst>
                                      </p:cBhvr>
                                      <p:to>
                                        <p:strVal val="visible"/>
                                      </p:to>
                                    </p:set>
                                    <p:animEffect transition="in" filter="wipe(up)">
                                      <p:cBhvr>
                                        <p:cTn id="16" dur="500"/>
                                        <p:tgtEl>
                                          <p:spTgt spid="111"/>
                                        </p:tgtEl>
                                      </p:cBhvr>
                                    </p:animEffect>
                                  </p:childTnLst>
                                </p:cTn>
                              </p:par>
                            </p:childTnLst>
                          </p:cTn>
                        </p:par>
                        <p:par>
                          <p:cTn id="17" fill="hold">
                            <p:stCondLst>
                              <p:cond delay="1500"/>
                            </p:stCondLst>
                            <p:childTnLst>
                              <p:par>
                                <p:cTn id="18" presetID="12" presetClass="entr" presetSubtype="1" fill="hold" grpId="0" nodeType="afterEffect">
                                  <p:stCondLst>
                                    <p:cond delay="0"/>
                                  </p:stCondLst>
                                  <p:childTnLst>
                                    <p:set>
                                      <p:cBhvr>
                                        <p:cTn id="19" dur="1" fill="hold">
                                          <p:stCondLst>
                                            <p:cond delay="0"/>
                                          </p:stCondLst>
                                        </p:cTn>
                                        <p:tgtEl>
                                          <p:spTgt spid="112"/>
                                        </p:tgtEl>
                                        <p:attrNameLst>
                                          <p:attrName>style.visibility</p:attrName>
                                        </p:attrNameLst>
                                      </p:cBhvr>
                                      <p:to>
                                        <p:strVal val="visible"/>
                                      </p:to>
                                    </p:set>
                                    <p:anim calcmode="lin" valueType="num">
                                      <p:cBhvr additive="base">
                                        <p:cTn id="20" dur="500"/>
                                        <p:tgtEl>
                                          <p:spTgt spid="112"/>
                                        </p:tgtEl>
                                        <p:attrNameLst>
                                          <p:attrName>ppt_y</p:attrName>
                                        </p:attrNameLst>
                                      </p:cBhvr>
                                      <p:tavLst>
                                        <p:tav tm="0">
                                          <p:val>
                                            <p:strVal val="#ppt_y-#ppt_h*1.125000"/>
                                          </p:val>
                                        </p:tav>
                                        <p:tav tm="100000">
                                          <p:val>
                                            <p:strVal val="#ppt_y"/>
                                          </p:val>
                                        </p:tav>
                                      </p:tavLst>
                                    </p:anim>
                                    <p:animEffect transition="in" filter="wipe(down)">
                                      <p:cBhvr>
                                        <p:cTn id="21" dur="500"/>
                                        <p:tgtEl>
                                          <p:spTgt spid="112"/>
                                        </p:tgtEl>
                                      </p:cBhvr>
                                    </p:animEffect>
                                  </p:childTnLst>
                                </p:cTn>
                              </p:par>
                            </p:childTnLst>
                          </p:cTn>
                        </p:par>
                        <p:par>
                          <p:cTn id="22" fill="hold">
                            <p:stCondLst>
                              <p:cond delay="2000"/>
                            </p:stCondLst>
                            <p:childTnLst>
                              <p:par>
                                <p:cTn id="23" presetID="22" presetClass="entr" presetSubtype="1" fill="hold" grpId="0" nodeType="afterEffect">
                                  <p:stCondLst>
                                    <p:cond delay="0"/>
                                  </p:stCondLst>
                                  <p:childTnLst>
                                    <p:set>
                                      <p:cBhvr>
                                        <p:cTn id="24" dur="1" fill="hold">
                                          <p:stCondLst>
                                            <p:cond delay="0"/>
                                          </p:stCondLst>
                                        </p:cTn>
                                        <p:tgtEl>
                                          <p:spTgt spid="113"/>
                                        </p:tgtEl>
                                        <p:attrNameLst>
                                          <p:attrName>style.visibility</p:attrName>
                                        </p:attrNameLst>
                                      </p:cBhvr>
                                      <p:to>
                                        <p:strVal val="visible"/>
                                      </p:to>
                                    </p:set>
                                    <p:animEffect transition="in" filter="wipe(up)">
                                      <p:cBhvr>
                                        <p:cTn id="25" dur="500"/>
                                        <p:tgtEl>
                                          <p:spTgt spid="113"/>
                                        </p:tgtEl>
                                      </p:cBhvr>
                                    </p:animEffect>
                                  </p:childTnLst>
                                </p:cTn>
                              </p:par>
                            </p:childTnLst>
                          </p:cTn>
                        </p:par>
                        <p:par>
                          <p:cTn id="26" fill="hold">
                            <p:stCondLst>
                              <p:cond delay="2500"/>
                            </p:stCondLst>
                            <p:childTnLst>
                              <p:par>
                                <p:cTn id="27" presetID="12" presetClass="entr" presetSubtype="1" fill="hold" grpId="0" nodeType="afterEffect">
                                  <p:stCondLst>
                                    <p:cond delay="0"/>
                                  </p:stCondLst>
                                  <p:childTnLst>
                                    <p:set>
                                      <p:cBhvr>
                                        <p:cTn id="28" dur="1" fill="hold">
                                          <p:stCondLst>
                                            <p:cond delay="0"/>
                                          </p:stCondLst>
                                        </p:cTn>
                                        <p:tgtEl>
                                          <p:spTgt spid="114"/>
                                        </p:tgtEl>
                                        <p:attrNameLst>
                                          <p:attrName>style.visibility</p:attrName>
                                        </p:attrNameLst>
                                      </p:cBhvr>
                                      <p:to>
                                        <p:strVal val="visible"/>
                                      </p:to>
                                    </p:set>
                                    <p:anim calcmode="lin" valueType="num">
                                      <p:cBhvr additive="base">
                                        <p:cTn id="29" dur="500"/>
                                        <p:tgtEl>
                                          <p:spTgt spid="114"/>
                                        </p:tgtEl>
                                        <p:attrNameLst>
                                          <p:attrName>ppt_y</p:attrName>
                                        </p:attrNameLst>
                                      </p:cBhvr>
                                      <p:tavLst>
                                        <p:tav tm="0">
                                          <p:val>
                                            <p:strVal val="#ppt_y-#ppt_h*1.125000"/>
                                          </p:val>
                                        </p:tav>
                                        <p:tav tm="100000">
                                          <p:val>
                                            <p:strVal val="#ppt_y"/>
                                          </p:val>
                                        </p:tav>
                                      </p:tavLst>
                                    </p:anim>
                                    <p:animEffect transition="in" filter="wipe(down)">
                                      <p:cBhvr>
                                        <p:cTn id="30" dur="500"/>
                                        <p:tgtEl>
                                          <p:spTgt spid="114"/>
                                        </p:tgtEl>
                                      </p:cBhvr>
                                    </p:animEffect>
                                  </p:childTnLst>
                                </p:cTn>
                              </p:par>
                            </p:childTnLst>
                          </p:cTn>
                        </p:par>
                        <p:par>
                          <p:cTn id="31" fill="hold">
                            <p:stCondLst>
                              <p:cond delay="3000"/>
                            </p:stCondLst>
                            <p:childTnLst>
                              <p:par>
                                <p:cTn id="32" presetID="22" presetClass="entr" presetSubtype="1" fill="hold" grpId="0" nodeType="afterEffect">
                                  <p:stCondLst>
                                    <p:cond delay="0"/>
                                  </p:stCondLst>
                                  <p:childTnLst>
                                    <p:set>
                                      <p:cBhvr>
                                        <p:cTn id="33" dur="1" fill="hold">
                                          <p:stCondLst>
                                            <p:cond delay="0"/>
                                          </p:stCondLst>
                                        </p:cTn>
                                        <p:tgtEl>
                                          <p:spTgt spid="115"/>
                                        </p:tgtEl>
                                        <p:attrNameLst>
                                          <p:attrName>style.visibility</p:attrName>
                                        </p:attrNameLst>
                                      </p:cBhvr>
                                      <p:to>
                                        <p:strVal val="visible"/>
                                      </p:to>
                                    </p:set>
                                    <p:animEffect transition="in" filter="wipe(up)">
                                      <p:cBhvr>
                                        <p:cTn id="34" dur="500"/>
                                        <p:tgtEl>
                                          <p:spTgt spid="115"/>
                                        </p:tgtEl>
                                      </p:cBhvr>
                                    </p:animEffect>
                                  </p:childTnLst>
                                </p:cTn>
                              </p:par>
                            </p:childTnLst>
                          </p:cTn>
                        </p:par>
                        <p:par>
                          <p:cTn id="35" fill="hold">
                            <p:stCondLst>
                              <p:cond delay="3500"/>
                            </p:stCondLst>
                            <p:childTnLst>
                              <p:par>
                                <p:cTn id="36" presetID="12" presetClass="entr" presetSubtype="1" fill="hold" grpId="0" nodeType="afterEffect">
                                  <p:stCondLst>
                                    <p:cond delay="0"/>
                                  </p:stCondLst>
                                  <p:childTnLst>
                                    <p:set>
                                      <p:cBhvr>
                                        <p:cTn id="37" dur="1" fill="hold">
                                          <p:stCondLst>
                                            <p:cond delay="0"/>
                                          </p:stCondLst>
                                        </p:cTn>
                                        <p:tgtEl>
                                          <p:spTgt spid="116"/>
                                        </p:tgtEl>
                                        <p:attrNameLst>
                                          <p:attrName>style.visibility</p:attrName>
                                        </p:attrNameLst>
                                      </p:cBhvr>
                                      <p:to>
                                        <p:strVal val="visible"/>
                                      </p:to>
                                    </p:set>
                                    <p:anim calcmode="lin" valueType="num">
                                      <p:cBhvr additive="base">
                                        <p:cTn id="38" dur="500"/>
                                        <p:tgtEl>
                                          <p:spTgt spid="116"/>
                                        </p:tgtEl>
                                        <p:attrNameLst>
                                          <p:attrName>ppt_y</p:attrName>
                                        </p:attrNameLst>
                                      </p:cBhvr>
                                      <p:tavLst>
                                        <p:tav tm="0">
                                          <p:val>
                                            <p:strVal val="#ppt_y-#ppt_h*1.125000"/>
                                          </p:val>
                                        </p:tav>
                                        <p:tav tm="100000">
                                          <p:val>
                                            <p:strVal val="#ppt_y"/>
                                          </p:val>
                                        </p:tav>
                                      </p:tavLst>
                                    </p:anim>
                                    <p:animEffect transition="in" filter="wipe(down)">
                                      <p:cBhvr>
                                        <p:cTn id="39" dur="500"/>
                                        <p:tgtEl>
                                          <p:spTgt spid="116"/>
                                        </p:tgtEl>
                                      </p:cBhvr>
                                    </p:animEffect>
                                  </p:childTnLst>
                                </p:cTn>
                              </p:par>
                            </p:childTnLst>
                          </p:cTn>
                        </p:par>
                        <p:par>
                          <p:cTn id="40" fill="hold">
                            <p:stCondLst>
                              <p:cond delay="4000"/>
                            </p:stCondLst>
                            <p:childTnLst>
                              <p:par>
                                <p:cTn id="41" presetID="22" presetClass="entr" presetSubtype="1" fill="hold" grpId="0" nodeType="afterEffect">
                                  <p:stCondLst>
                                    <p:cond delay="0"/>
                                  </p:stCondLst>
                                  <p:childTnLst>
                                    <p:set>
                                      <p:cBhvr>
                                        <p:cTn id="42" dur="1" fill="hold">
                                          <p:stCondLst>
                                            <p:cond delay="0"/>
                                          </p:stCondLst>
                                        </p:cTn>
                                        <p:tgtEl>
                                          <p:spTgt spid="117"/>
                                        </p:tgtEl>
                                        <p:attrNameLst>
                                          <p:attrName>style.visibility</p:attrName>
                                        </p:attrNameLst>
                                      </p:cBhvr>
                                      <p:to>
                                        <p:strVal val="visible"/>
                                      </p:to>
                                    </p:set>
                                    <p:animEffect transition="in" filter="wipe(up)">
                                      <p:cBhvr>
                                        <p:cTn id="43"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0" grpId="0"/>
      <p:bldP spid="111" grpId="0"/>
      <p:bldP spid="112" grpId="0"/>
      <p:bldP spid="113" grpId="0"/>
      <p:bldP spid="114" grpId="0"/>
      <p:bldP spid="115" grpId="0"/>
      <p:bldP spid="116" grpId="0"/>
      <p:bldP spid="11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0"/>
          <p:cNvSpPr>
            <a:spLocks noChangeArrowheads="1"/>
          </p:cNvSpPr>
          <p:nvPr/>
        </p:nvSpPr>
        <p:spPr bwMode="auto">
          <a:xfrm>
            <a:off x="934588" y="322124"/>
            <a:ext cx="4065203"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457200">
              <a:spcBef>
                <a:spcPct val="0"/>
              </a:spcBef>
              <a:buNone/>
            </a:pPr>
            <a:r>
              <a:rPr lang="zh-CN" altLang="en-US" sz="2400">
                <a:solidFill>
                  <a:srgbClr val="325B7F"/>
                </a:solidFill>
                <a:cs typeface="+mn-ea"/>
                <a:sym typeface="思源黑体" panose="020B0500000000000000" pitchFamily="34" charset="-122"/>
              </a:rPr>
              <a:t>添加论文第四部分内容标题</a:t>
            </a:r>
            <a:endParaRPr lang="zh-CN" altLang="en-US" sz="2400">
              <a:solidFill>
                <a:srgbClr val="325B7F"/>
              </a:solidFill>
              <a:cs typeface="+mn-ea"/>
              <a:sym typeface="思源黑体" panose="020B0500000000000000" pitchFamily="34" charset="-122"/>
            </a:endParaRPr>
          </a:p>
        </p:txBody>
      </p:sp>
      <p:grpSp>
        <p:nvGrpSpPr>
          <p:cNvPr id="27" name="Group 3"/>
          <p:cNvGrpSpPr/>
          <p:nvPr/>
        </p:nvGrpSpPr>
        <p:grpSpPr>
          <a:xfrm>
            <a:off x="3399859" y="1604006"/>
            <a:ext cx="4121727" cy="1833447"/>
            <a:chOff x="3031241" y="2222477"/>
            <a:chExt cx="4121726" cy="1833447"/>
          </a:xfrm>
          <a:solidFill>
            <a:srgbClr val="7F7F7F"/>
          </a:solidFill>
        </p:grpSpPr>
        <p:grpSp>
          <p:nvGrpSpPr>
            <p:cNvPr id="28" name="Group 14"/>
            <p:cNvGrpSpPr/>
            <p:nvPr/>
          </p:nvGrpSpPr>
          <p:grpSpPr>
            <a:xfrm flipH="1">
              <a:off x="3031241" y="2222477"/>
              <a:ext cx="4121726" cy="1833447"/>
              <a:chOff x="3876268" y="1741695"/>
              <a:chExt cx="4404882" cy="1959402"/>
            </a:xfrm>
            <a:grpFill/>
          </p:grpSpPr>
          <p:grpSp>
            <p:nvGrpSpPr>
              <p:cNvPr id="40" name="Group 33"/>
              <p:cNvGrpSpPr/>
              <p:nvPr/>
            </p:nvGrpSpPr>
            <p:grpSpPr>
              <a:xfrm>
                <a:off x="3876268" y="1741695"/>
                <a:ext cx="4404882" cy="1959402"/>
                <a:chOff x="3237996" y="1785939"/>
                <a:chExt cx="4404882" cy="1959402"/>
              </a:xfrm>
              <a:grpFill/>
            </p:grpSpPr>
            <p:sp>
              <p:nvSpPr>
                <p:cNvPr id="42" name="Rectangle 34"/>
                <p:cNvSpPr>
                  <a:spLocks noChangeArrowheads="1"/>
                </p:cNvSpPr>
                <p:nvPr/>
              </p:nvSpPr>
              <p:spPr bwMode="auto">
                <a:xfrm flipH="1">
                  <a:off x="3767775" y="1785939"/>
                  <a:ext cx="1639995" cy="1035295"/>
                </a:xfrm>
                <a:prstGeom prst="rect">
                  <a:avLst/>
                </a:prstGeom>
                <a:grp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3" name="Rectangle 38"/>
                <p:cNvSpPr>
                  <a:spLocks noChangeArrowheads="1"/>
                </p:cNvSpPr>
                <p:nvPr/>
              </p:nvSpPr>
              <p:spPr bwMode="auto">
                <a:xfrm flipH="1">
                  <a:off x="6398591" y="3589676"/>
                  <a:ext cx="1244287" cy="155665"/>
                </a:xfrm>
                <a:prstGeom prst="rect">
                  <a:avLst/>
                </a:prstGeom>
                <a:grp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4" name="Freeform 42"/>
                <p:cNvSpPr/>
                <p:nvPr/>
              </p:nvSpPr>
              <p:spPr bwMode="auto">
                <a:xfrm flipH="1">
                  <a:off x="5407769" y="1785939"/>
                  <a:ext cx="990821" cy="1959402"/>
                </a:xfrm>
                <a:custGeom>
                  <a:avLst/>
                  <a:gdLst>
                    <a:gd name="T0" fmla="*/ 0 w 401"/>
                    <a:gd name="T1" fmla="*/ 730 h 793"/>
                    <a:gd name="T2" fmla="*/ 401 w 401"/>
                    <a:gd name="T3" fmla="*/ 0 h 793"/>
                    <a:gd name="T4" fmla="*/ 401 w 401"/>
                    <a:gd name="T5" fmla="*/ 419 h 793"/>
                    <a:gd name="T6" fmla="*/ 0 w 401"/>
                    <a:gd name="T7" fmla="*/ 793 h 793"/>
                    <a:gd name="T8" fmla="*/ 0 w 401"/>
                    <a:gd name="T9" fmla="*/ 730 h 793"/>
                  </a:gdLst>
                  <a:ahLst/>
                  <a:cxnLst>
                    <a:cxn ang="0">
                      <a:pos x="T0" y="T1"/>
                    </a:cxn>
                    <a:cxn ang="0">
                      <a:pos x="T2" y="T3"/>
                    </a:cxn>
                    <a:cxn ang="0">
                      <a:pos x="T4" y="T5"/>
                    </a:cxn>
                    <a:cxn ang="0">
                      <a:pos x="T6" y="T7"/>
                    </a:cxn>
                    <a:cxn ang="0">
                      <a:pos x="T8" y="T9"/>
                    </a:cxn>
                  </a:cxnLst>
                  <a:rect l="0" t="0" r="r" b="b"/>
                  <a:pathLst>
                    <a:path w="401" h="793">
                      <a:moveTo>
                        <a:pt x="0" y="730"/>
                      </a:moveTo>
                      <a:lnTo>
                        <a:pt x="401" y="0"/>
                      </a:lnTo>
                      <a:lnTo>
                        <a:pt x="401" y="419"/>
                      </a:lnTo>
                      <a:lnTo>
                        <a:pt x="0" y="793"/>
                      </a:lnTo>
                      <a:lnTo>
                        <a:pt x="0" y="730"/>
                      </a:lnTo>
                      <a:close/>
                    </a:path>
                  </a:pathLst>
                </a:custGeom>
                <a:grp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5" name="Oval 40"/>
                <p:cNvSpPr/>
                <p:nvPr/>
              </p:nvSpPr>
              <p:spPr>
                <a:xfrm>
                  <a:off x="3237996" y="1785939"/>
                  <a:ext cx="1035295" cy="10352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41" name="Oval 35"/>
              <p:cNvSpPr/>
              <p:nvPr/>
            </p:nvSpPr>
            <p:spPr>
              <a:xfrm>
                <a:off x="3989228" y="1851755"/>
                <a:ext cx="809372" cy="8093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400">
                  <a:solidFill>
                    <a:srgbClr val="F23B48"/>
                  </a:solidFill>
                </a:endParaRPr>
              </a:p>
            </p:txBody>
          </p:sp>
        </p:grpSp>
        <p:sp>
          <p:nvSpPr>
            <p:cNvPr id="39" name="Shape 2102"/>
            <p:cNvSpPr/>
            <p:nvPr/>
          </p:nvSpPr>
          <p:spPr>
            <a:xfrm>
              <a:off x="6432083" y="2522136"/>
              <a:ext cx="473021" cy="378403"/>
            </a:xfrm>
            <a:custGeom>
              <a:avLst/>
              <a:gdLst/>
              <a:ahLst/>
              <a:cxnLst>
                <a:cxn ang="0">
                  <a:pos x="wd2" y="hd2"/>
                </a:cxn>
                <a:cxn ang="5400000">
                  <a:pos x="wd2" y="hd2"/>
                </a:cxn>
                <a:cxn ang="10800000">
                  <a:pos x="wd2" y="hd2"/>
                </a:cxn>
                <a:cxn ang="16200000">
                  <a:pos x="wd2" y="hd2"/>
                </a:cxn>
              </a:cxnLst>
              <a:rect l="0" t="0" r="r" b="b"/>
              <a:pathLst>
                <a:path w="21600" h="21600" extrusionOk="0">
                  <a:moveTo>
                    <a:pt x="18143" y="10800"/>
                  </a:moveTo>
                  <a:cubicBezTo>
                    <a:pt x="17065" y="10800"/>
                    <a:pt x="16800" y="11898"/>
                    <a:pt x="16709" y="12419"/>
                  </a:cubicBezTo>
                  <a:cubicBezTo>
                    <a:pt x="16115" y="15817"/>
                    <a:pt x="13696" y="18359"/>
                    <a:pt x="10800" y="18359"/>
                  </a:cubicBezTo>
                  <a:cubicBezTo>
                    <a:pt x="9130" y="18359"/>
                    <a:pt x="7618" y="17514"/>
                    <a:pt x="6524" y="16146"/>
                  </a:cubicBezTo>
                  <a:cubicBezTo>
                    <a:pt x="6018" y="15513"/>
                    <a:pt x="5198" y="15513"/>
                    <a:pt x="4691" y="16146"/>
                  </a:cubicBezTo>
                  <a:cubicBezTo>
                    <a:pt x="4185" y="16779"/>
                    <a:pt x="4185" y="17804"/>
                    <a:pt x="4691" y="18437"/>
                  </a:cubicBezTo>
                  <a:cubicBezTo>
                    <a:pt x="6255" y="20391"/>
                    <a:pt x="8415" y="21600"/>
                    <a:pt x="10800" y="21600"/>
                  </a:cubicBezTo>
                  <a:cubicBezTo>
                    <a:pt x="14669" y="21600"/>
                    <a:pt x="17943" y="18421"/>
                    <a:pt x="19043" y="14039"/>
                  </a:cubicBezTo>
                  <a:lnTo>
                    <a:pt x="21600" y="14039"/>
                  </a:lnTo>
                  <a:lnTo>
                    <a:pt x="21600" y="10800"/>
                  </a:lnTo>
                  <a:cubicBezTo>
                    <a:pt x="21600" y="10800"/>
                    <a:pt x="18143" y="10800"/>
                    <a:pt x="18143" y="10800"/>
                  </a:cubicBezTo>
                  <a:close/>
                  <a:moveTo>
                    <a:pt x="4891" y="9180"/>
                  </a:moveTo>
                  <a:cubicBezTo>
                    <a:pt x="5484" y="5783"/>
                    <a:pt x="7904" y="3240"/>
                    <a:pt x="10800" y="3240"/>
                  </a:cubicBezTo>
                  <a:cubicBezTo>
                    <a:pt x="12470" y="3240"/>
                    <a:pt x="13982" y="4086"/>
                    <a:pt x="15076" y="5454"/>
                  </a:cubicBezTo>
                  <a:cubicBezTo>
                    <a:pt x="15582" y="6086"/>
                    <a:pt x="16404" y="6086"/>
                    <a:pt x="16909" y="5454"/>
                  </a:cubicBezTo>
                  <a:cubicBezTo>
                    <a:pt x="17415" y="4821"/>
                    <a:pt x="17415" y="3796"/>
                    <a:pt x="16909" y="3163"/>
                  </a:cubicBezTo>
                  <a:cubicBezTo>
                    <a:pt x="15346" y="1209"/>
                    <a:pt x="13186" y="0"/>
                    <a:pt x="10800" y="0"/>
                  </a:cubicBezTo>
                  <a:cubicBezTo>
                    <a:pt x="6931" y="0"/>
                    <a:pt x="3658" y="3178"/>
                    <a:pt x="2557" y="7560"/>
                  </a:cubicBezTo>
                  <a:lnTo>
                    <a:pt x="0" y="7560"/>
                  </a:lnTo>
                  <a:lnTo>
                    <a:pt x="0" y="10800"/>
                  </a:lnTo>
                  <a:lnTo>
                    <a:pt x="3457" y="10800"/>
                  </a:lnTo>
                  <a:cubicBezTo>
                    <a:pt x="4535" y="10800"/>
                    <a:pt x="4800" y="9702"/>
                    <a:pt x="4891" y="9180"/>
                  </a:cubicBezTo>
                  <a:close/>
                  <a:moveTo>
                    <a:pt x="7343" y="10800"/>
                  </a:moveTo>
                  <a:cubicBezTo>
                    <a:pt x="7343" y="13185"/>
                    <a:pt x="8891" y="15120"/>
                    <a:pt x="10800" y="15120"/>
                  </a:cubicBezTo>
                  <a:cubicBezTo>
                    <a:pt x="12709" y="15120"/>
                    <a:pt x="14255" y="13185"/>
                    <a:pt x="14255" y="10800"/>
                  </a:cubicBezTo>
                  <a:cubicBezTo>
                    <a:pt x="14255" y="8415"/>
                    <a:pt x="12709" y="6480"/>
                    <a:pt x="10800" y="6480"/>
                  </a:cubicBezTo>
                  <a:cubicBezTo>
                    <a:pt x="8891" y="6480"/>
                    <a:pt x="7343" y="8415"/>
                    <a:pt x="7343" y="10800"/>
                  </a:cubicBezTo>
                  <a:close/>
                </a:path>
              </a:pathLst>
            </a:custGeom>
            <a:grpFill/>
            <a:ln w="12700" cap="flat">
              <a:noFill/>
              <a:miter lim="400000"/>
            </a:ln>
            <a:effectLst/>
          </p:spPr>
          <p:txBody>
            <a:bodyPr wrap="square" lIns="38100" tIns="38100" rIns="38100" bIns="38100" numCol="1"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200">
                  <a:solidFill>
                    <a:srgbClr val="FFFFFF"/>
                  </a:solidFill>
                  <a:latin typeface="Helvetica Light"/>
                  <a:ea typeface="Helvetica Light"/>
                  <a:cs typeface="Helvetica Light"/>
                  <a:sym typeface="Helvetica Light"/>
                </a:defRPr>
              </a:pPr>
            </a:p>
          </p:txBody>
        </p:sp>
      </p:grpSp>
      <p:grpSp>
        <p:nvGrpSpPr>
          <p:cNvPr id="46" name="Group 4"/>
          <p:cNvGrpSpPr/>
          <p:nvPr/>
        </p:nvGrpSpPr>
        <p:grpSpPr>
          <a:xfrm>
            <a:off x="3399859" y="2614367"/>
            <a:ext cx="4121727" cy="980307"/>
            <a:chOff x="3031241" y="3232838"/>
            <a:chExt cx="4121726" cy="980307"/>
          </a:xfrm>
          <a:solidFill>
            <a:srgbClr val="335C80"/>
          </a:solidFill>
        </p:grpSpPr>
        <p:grpSp>
          <p:nvGrpSpPr>
            <p:cNvPr id="47" name="Group 13"/>
            <p:cNvGrpSpPr/>
            <p:nvPr/>
          </p:nvGrpSpPr>
          <p:grpSpPr>
            <a:xfrm flipH="1">
              <a:off x="3031241" y="3232838"/>
              <a:ext cx="4121726" cy="980307"/>
              <a:chOff x="3876268" y="2821466"/>
              <a:chExt cx="4404882" cy="1047652"/>
            </a:xfrm>
            <a:grpFill/>
          </p:grpSpPr>
          <p:grpSp>
            <p:nvGrpSpPr>
              <p:cNvPr id="49" name="Group 41"/>
              <p:cNvGrpSpPr/>
              <p:nvPr/>
            </p:nvGrpSpPr>
            <p:grpSpPr>
              <a:xfrm>
                <a:off x="3876268" y="2821466"/>
                <a:ext cx="4404882" cy="1047652"/>
                <a:chOff x="3237996" y="2865710"/>
                <a:chExt cx="4404882" cy="1047652"/>
              </a:xfrm>
              <a:grpFill/>
            </p:grpSpPr>
            <p:sp>
              <p:nvSpPr>
                <p:cNvPr id="51" name="Rectangle 35"/>
                <p:cNvSpPr>
                  <a:spLocks noChangeArrowheads="1"/>
                </p:cNvSpPr>
                <p:nvPr/>
              </p:nvSpPr>
              <p:spPr bwMode="auto">
                <a:xfrm flipH="1">
                  <a:off x="3767775" y="2865710"/>
                  <a:ext cx="1639995" cy="1032825"/>
                </a:xfrm>
                <a:prstGeom prst="rect">
                  <a:avLst/>
                </a:prstGeom>
                <a:grp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 name="Rectangle 39"/>
                <p:cNvSpPr>
                  <a:spLocks noChangeArrowheads="1"/>
                </p:cNvSpPr>
                <p:nvPr/>
              </p:nvSpPr>
              <p:spPr bwMode="auto">
                <a:xfrm flipH="1">
                  <a:off x="6398591" y="3757697"/>
                  <a:ext cx="1244287" cy="155665"/>
                </a:xfrm>
                <a:prstGeom prst="rect">
                  <a:avLst/>
                </a:prstGeom>
                <a:grp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3" name="Freeform 43"/>
                <p:cNvSpPr/>
                <p:nvPr/>
              </p:nvSpPr>
              <p:spPr bwMode="auto">
                <a:xfrm flipH="1">
                  <a:off x="5407769" y="2865710"/>
                  <a:ext cx="990821" cy="1047650"/>
                </a:xfrm>
                <a:custGeom>
                  <a:avLst/>
                  <a:gdLst>
                    <a:gd name="T0" fmla="*/ 0 w 401"/>
                    <a:gd name="T1" fmla="*/ 361 h 424"/>
                    <a:gd name="T2" fmla="*/ 401 w 401"/>
                    <a:gd name="T3" fmla="*/ 0 h 424"/>
                    <a:gd name="T4" fmla="*/ 401 w 401"/>
                    <a:gd name="T5" fmla="*/ 418 h 424"/>
                    <a:gd name="T6" fmla="*/ 0 w 401"/>
                    <a:gd name="T7" fmla="*/ 424 h 424"/>
                    <a:gd name="T8" fmla="*/ 0 w 401"/>
                    <a:gd name="T9" fmla="*/ 361 h 424"/>
                  </a:gdLst>
                  <a:ahLst/>
                  <a:cxnLst>
                    <a:cxn ang="0">
                      <a:pos x="T0" y="T1"/>
                    </a:cxn>
                    <a:cxn ang="0">
                      <a:pos x="T2" y="T3"/>
                    </a:cxn>
                    <a:cxn ang="0">
                      <a:pos x="T4" y="T5"/>
                    </a:cxn>
                    <a:cxn ang="0">
                      <a:pos x="T6" y="T7"/>
                    </a:cxn>
                    <a:cxn ang="0">
                      <a:pos x="T8" y="T9"/>
                    </a:cxn>
                  </a:cxnLst>
                  <a:rect l="0" t="0" r="r" b="b"/>
                  <a:pathLst>
                    <a:path w="401" h="422">
                      <a:moveTo>
                        <a:pt x="0" y="361"/>
                      </a:moveTo>
                      <a:lnTo>
                        <a:pt x="401" y="0"/>
                      </a:lnTo>
                      <a:lnTo>
                        <a:pt x="401" y="418"/>
                      </a:lnTo>
                      <a:lnTo>
                        <a:pt x="0" y="424"/>
                      </a:lnTo>
                      <a:lnTo>
                        <a:pt x="0" y="361"/>
                      </a:lnTo>
                      <a:close/>
                    </a:path>
                  </a:pathLst>
                </a:custGeom>
                <a:grp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4" name="Oval 50"/>
                <p:cNvSpPr/>
                <p:nvPr/>
              </p:nvSpPr>
              <p:spPr>
                <a:xfrm>
                  <a:off x="3237996" y="2866143"/>
                  <a:ext cx="1035295" cy="10352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50" name="Oval 43"/>
              <p:cNvSpPr/>
              <p:nvPr/>
            </p:nvSpPr>
            <p:spPr>
              <a:xfrm>
                <a:off x="3989228" y="2931239"/>
                <a:ext cx="809372" cy="8093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400">
                  <a:solidFill>
                    <a:srgbClr val="FFC000"/>
                  </a:solidFill>
                </a:endParaRPr>
              </a:p>
            </p:txBody>
          </p:sp>
        </p:grpSp>
        <p:sp>
          <p:nvSpPr>
            <p:cNvPr id="48" name="Freeform 28"/>
            <p:cNvSpPr/>
            <p:nvPr/>
          </p:nvSpPr>
          <p:spPr bwMode="auto">
            <a:xfrm>
              <a:off x="6529452" y="3525293"/>
              <a:ext cx="278281" cy="392275"/>
            </a:xfrm>
            <a:custGeom>
              <a:avLst/>
              <a:gdLst>
                <a:gd name="T0" fmla="*/ 274 w 281"/>
                <a:gd name="T1" fmla="*/ 106 h 396"/>
                <a:gd name="T2" fmla="*/ 94 w 281"/>
                <a:gd name="T3" fmla="*/ 13 h 396"/>
                <a:gd name="T4" fmla="*/ 7 w 281"/>
                <a:gd name="T5" fmla="*/ 47 h 396"/>
                <a:gd name="T6" fmla="*/ 1 w 281"/>
                <a:gd name="T7" fmla="*/ 68 h 396"/>
                <a:gd name="T8" fmla="*/ 3 w 281"/>
                <a:gd name="T9" fmla="*/ 278 h 396"/>
                <a:gd name="T10" fmla="*/ 14 w 281"/>
                <a:gd name="T11" fmla="*/ 291 h 396"/>
                <a:gd name="T12" fmla="*/ 179 w 281"/>
                <a:gd name="T13" fmla="*/ 394 h 396"/>
                <a:gd name="T14" fmla="*/ 187 w 281"/>
                <a:gd name="T15" fmla="*/ 396 h 396"/>
                <a:gd name="T16" fmla="*/ 193 w 281"/>
                <a:gd name="T17" fmla="*/ 395 h 396"/>
                <a:gd name="T18" fmla="*/ 201 w 281"/>
                <a:gd name="T19" fmla="*/ 384 h 396"/>
                <a:gd name="T20" fmla="*/ 201 w 281"/>
                <a:gd name="T21" fmla="*/ 164 h 396"/>
                <a:gd name="T22" fmla="*/ 194 w 281"/>
                <a:gd name="T23" fmla="*/ 152 h 396"/>
                <a:gd name="T24" fmla="*/ 30 w 281"/>
                <a:gd name="T25" fmla="*/ 61 h 396"/>
                <a:gd name="T26" fmla="*/ 53 w 281"/>
                <a:gd name="T27" fmla="*/ 43 h 396"/>
                <a:gd name="T28" fmla="*/ 80 w 281"/>
                <a:gd name="T29" fmla="*/ 39 h 396"/>
                <a:gd name="T30" fmla="*/ 242 w 281"/>
                <a:gd name="T31" fmla="*/ 126 h 396"/>
                <a:gd name="T32" fmla="*/ 246 w 281"/>
                <a:gd name="T33" fmla="*/ 133 h 396"/>
                <a:gd name="T34" fmla="*/ 246 w 281"/>
                <a:gd name="T35" fmla="*/ 342 h 396"/>
                <a:gd name="T36" fmla="*/ 265 w 281"/>
                <a:gd name="T37" fmla="*/ 356 h 396"/>
                <a:gd name="T38" fmla="*/ 281 w 281"/>
                <a:gd name="T39" fmla="*/ 342 h 396"/>
                <a:gd name="T40" fmla="*/ 281 w 281"/>
                <a:gd name="T41" fmla="*/ 117 h 396"/>
                <a:gd name="T42" fmla="*/ 274 w 281"/>
                <a:gd name="T43" fmla="*/ 106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1" h="396">
                  <a:moveTo>
                    <a:pt x="274" y="106"/>
                  </a:moveTo>
                  <a:cubicBezTo>
                    <a:pt x="94" y="13"/>
                    <a:pt x="94" y="13"/>
                    <a:pt x="94" y="13"/>
                  </a:cubicBezTo>
                  <a:cubicBezTo>
                    <a:pt x="69" y="0"/>
                    <a:pt x="21" y="25"/>
                    <a:pt x="7" y="47"/>
                  </a:cubicBezTo>
                  <a:cubicBezTo>
                    <a:pt x="0" y="57"/>
                    <a:pt x="1" y="64"/>
                    <a:pt x="1" y="68"/>
                  </a:cubicBezTo>
                  <a:cubicBezTo>
                    <a:pt x="3" y="278"/>
                    <a:pt x="3" y="278"/>
                    <a:pt x="3" y="278"/>
                  </a:cubicBezTo>
                  <a:cubicBezTo>
                    <a:pt x="3" y="282"/>
                    <a:pt x="9" y="288"/>
                    <a:pt x="14" y="291"/>
                  </a:cubicBezTo>
                  <a:cubicBezTo>
                    <a:pt x="24" y="297"/>
                    <a:pt x="175" y="392"/>
                    <a:pt x="179" y="394"/>
                  </a:cubicBezTo>
                  <a:cubicBezTo>
                    <a:pt x="181" y="396"/>
                    <a:pt x="184" y="396"/>
                    <a:pt x="187" y="396"/>
                  </a:cubicBezTo>
                  <a:cubicBezTo>
                    <a:pt x="189" y="396"/>
                    <a:pt x="191" y="396"/>
                    <a:pt x="193" y="395"/>
                  </a:cubicBezTo>
                  <a:cubicBezTo>
                    <a:pt x="198" y="393"/>
                    <a:pt x="201" y="388"/>
                    <a:pt x="201" y="384"/>
                  </a:cubicBezTo>
                  <a:cubicBezTo>
                    <a:pt x="201" y="164"/>
                    <a:pt x="201" y="164"/>
                    <a:pt x="201" y="164"/>
                  </a:cubicBezTo>
                  <a:cubicBezTo>
                    <a:pt x="201" y="159"/>
                    <a:pt x="198" y="155"/>
                    <a:pt x="194" y="152"/>
                  </a:cubicBezTo>
                  <a:cubicBezTo>
                    <a:pt x="30" y="61"/>
                    <a:pt x="30" y="61"/>
                    <a:pt x="30" y="61"/>
                  </a:cubicBezTo>
                  <a:cubicBezTo>
                    <a:pt x="32" y="57"/>
                    <a:pt x="39" y="50"/>
                    <a:pt x="53" y="43"/>
                  </a:cubicBezTo>
                  <a:cubicBezTo>
                    <a:pt x="67" y="36"/>
                    <a:pt x="77" y="38"/>
                    <a:pt x="80" y="39"/>
                  </a:cubicBezTo>
                  <a:cubicBezTo>
                    <a:pt x="80" y="39"/>
                    <a:pt x="237" y="123"/>
                    <a:pt x="242" y="126"/>
                  </a:cubicBezTo>
                  <a:cubicBezTo>
                    <a:pt x="246" y="128"/>
                    <a:pt x="246" y="129"/>
                    <a:pt x="246" y="133"/>
                  </a:cubicBezTo>
                  <a:cubicBezTo>
                    <a:pt x="246" y="137"/>
                    <a:pt x="246" y="342"/>
                    <a:pt x="246" y="342"/>
                  </a:cubicBezTo>
                  <a:cubicBezTo>
                    <a:pt x="246" y="352"/>
                    <a:pt x="257" y="356"/>
                    <a:pt x="265" y="356"/>
                  </a:cubicBezTo>
                  <a:cubicBezTo>
                    <a:pt x="272" y="356"/>
                    <a:pt x="281" y="349"/>
                    <a:pt x="281" y="342"/>
                  </a:cubicBezTo>
                  <a:cubicBezTo>
                    <a:pt x="281" y="117"/>
                    <a:pt x="281" y="117"/>
                    <a:pt x="281" y="117"/>
                  </a:cubicBezTo>
                  <a:cubicBezTo>
                    <a:pt x="281" y="112"/>
                    <a:pt x="278" y="108"/>
                    <a:pt x="274" y="106"/>
                  </a:cubicBezTo>
                  <a:close/>
                </a:path>
              </a:pathLst>
            </a:custGeom>
            <a:grp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nvGrpSpPr>
          <p:cNvPr id="55" name="Group 5"/>
          <p:cNvGrpSpPr/>
          <p:nvPr/>
        </p:nvGrpSpPr>
        <p:grpSpPr>
          <a:xfrm>
            <a:off x="3399859" y="3606231"/>
            <a:ext cx="4121727" cy="985332"/>
            <a:chOff x="3031241" y="4224704"/>
            <a:chExt cx="4121726" cy="985332"/>
          </a:xfrm>
          <a:solidFill>
            <a:srgbClr val="7F7F7F"/>
          </a:solidFill>
        </p:grpSpPr>
        <p:grpSp>
          <p:nvGrpSpPr>
            <p:cNvPr id="56" name="Group 12"/>
            <p:cNvGrpSpPr/>
            <p:nvPr/>
          </p:nvGrpSpPr>
          <p:grpSpPr>
            <a:xfrm flipH="1">
              <a:off x="3031241" y="4224704"/>
              <a:ext cx="4121726" cy="985332"/>
              <a:chOff x="3876268" y="3881472"/>
              <a:chExt cx="4404882" cy="1053023"/>
            </a:xfrm>
            <a:grpFill/>
          </p:grpSpPr>
          <p:grpSp>
            <p:nvGrpSpPr>
              <p:cNvPr id="58" name="Group 51"/>
              <p:cNvGrpSpPr/>
              <p:nvPr/>
            </p:nvGrpSpPr>
            <p:grpSpPr>
              <a:xfrm>
                <a:off x="3876268" y="3881472"/>
                <a:ext cx="4404882" cy="1053023"/>
                <a:chOff x="3237996" y="3925716"/>
                <a:chExt cx="4404882" cy="1053023"/>
              </a:xfrm>
              <a:grpFill/>
            </p:grpSpPr>
            <p:sp>
              <p:nvSpPr>
                <p:cNvPr id="60" name="Rectangle 36"/>
                <p:cNvSpPr>
                  <a:spLocks noChangeArrowheads="1"/>
                </p:cNvSpPr>
                <p:nvPr/>
              </p:nvSpPr>
              <p:spPr bwMode="auto">
                <a:xfrm flipH="1">
                  <a:off x="3767775" y="3943011"/>
                  <a:ext cx="1639995" cy="1035295"/>
                </a:xfrm>
                <a:prstGeom prst="rect">
                  <a:avLst/>
                </a:prstGeom>
                <a:grp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1" name="Rectangle 40"/>
                <p:cNvSpPr>
                  <a:spLocks noChangeArrowheads="1"/>
                </p:cNvSpPr>
                <p:nvPr/>
              </p:nvSpPr>
              <p:spPr bwMode="auto">
                <a:xfrm flipH="1">
                  <a:off x="6398591" y="3925716"/>
                  <a:ext cx="1244287" cy="160606"/>
                </a:xfrm>
                <a:prstGeom prst="rect">
                  <a:avLst/>
                </a:prstGeom>
                <a:grp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2" name="Freeform 45"/>
                <p:cNvSpPr/>
                <p:nvPr/>
              </p:nvSpPr>
              <p:spPr bwMode="auto">
                <a:xfrm flipH="1">
                  <a:off x="5407769" y="3925716"/>
                  <a:ext cx="990821" cy="1052592"/>
                </a:xfrm>
                <a:custGeom>
                  <a:avLst/>
                  <a:gdLst>
                    <a:gd name="T0" fmla="*/ 401 w 401"/>
                    <a:gd name="T1" fmla="*/ 426 h 426"/>
                    <a:gd name="T2" fmla="*/ 0 w 401"/>
                    <a:gd name="T3" fmla="*/ 65 h 426"/>
                    <a:gd name="T4" fmla="*/ 0 w 401"/>
                    <a:gd name="T5" fmla="*/ 0 h 426"/>
                    <a:gd name="T6" fmla="*/ 401 w 401"/>
                    <a:gd name="T7" fmla="*/ 7 h 426"/>
                    <a:gd name="T8" fmla="*/ 401 w 401"/>
                    <a:gd name="T9" fmla="*/ 426 h 426"/>
                  </a:gdLst>
                  <a:ahLst/>
                  <a:cxnLst>
                    <a:cxn ang="0">
                      <a:pos x="T0" y="T1"/>
                    </a:cxn>
                    <a:cxn ang="0">
                      <a:pos x="T2" y="T3"/>
                    </a:cxn>
                    <a:cxn ang="0">
                      <a:pos x="T4" y="T5"/>
                    </a:cxn>
                    <a:cxn ang="0">
                      <a:pos x="T6" y="T7"/>
                    </a:cxn>
                    <a:cxn ang="0">
                      <a:pos x="T8" y="T9"/>
                    </a:cxn>
                  </a:cxnLst>
                  <a:rect l="0" t="0" r="r" b="b"/>
                  <a:pathLst>
                    <a:path w="401" h="426">
                      <a:moveTo>
                        <a:pt x="401" y="426"/>
                      </a:moveTo>
                      <a:lnTo>
                        <a:pt x="0" y="65"/>
                      </a:lnTo>
                      <a:lnTo>
                        <a:pt x="0" y="0"/>
                      </a:lnTo>
                      <a:lnTo>
                        <a:pt x="401" y="7"/>
                      </a:lnTo>
                      <a:lnTo>
                        <a:pt x="401" y="426"/>
                      </a:lnTo>
                      <a:close/>
                    </a:path>
                  </a:pathLst>
                </a:custGeom>
                <a:grp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3" name="Oval 58"/>
                <p:cNvSpPr/>
                <p:nvPr/>
              </p:nvSpPr>
              <p:spPr>
                <a:xfrm>
                  <a:off x="3237996" y="3943444"/>
                  <a:ext cx="1035295" cy="10352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59" name="Oval 53"/>
              <p:cNvSpPr/>
              <p:nvPr/>
            </p:nvSpPr>
            <p:spPr>
              <a:xfrm>
                <a:off x="3989228" y="4009186"/>
                <a:ext cx="809372" cy="8093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400">
                  <a:solidFill>
                    <a:srgbClr val="00BBD6"/>
                  </a:solidFill>
                </a:endParaRPr>
              </a:p>
            </p:txBody>
          </p:sp>
        </p:grpSp>
        <p:sp>
          <p:nvSpPr>
            <p:cNvPr id="57" name="Freeform 61"/>
            <p:cNvSpPr>
              <a:spLocks noEditPoints="1"/>
            </p:cNvSpPr>
            <p:nvPr/>
          </p:nvSpPr>
          <p:spPr bwMode="auto">
            <a:xfrm>
              <a:off x="6472235" y="4547297"/>
              <a:ext cx="432870" cy="339742"/>
            </a:xfrm>
            <a:custGeom>
              <a:avLst/>
              <a:gdLst>
                <a:gd name="T0" fmla="*/ 50 w 106"/>
                <a:gd name="T1" fmla="*/ 11 h 83"/>
                <a:gd name="T2" fmla="*/ 51 w 106"/>
                <a:gd name="T3" fmla="*/ 11 h 83"/>
                <a:gd name="T4" fmla="*/ 51 w 106"/>
                <a:gd name="T5" fmla="*/ 43 h 83"/>
                <a:gd name="T6" fmla="*/ 19 w 106"/>
                <a:gd name="T7" fmla="*/ 27 h 83"/>
                <a:gd name="T8" fmla="*/ 19 w 106"/>
                <a:gd name="T9" fmla="*/ 26 h 83"/>
                <a:gd name="T10" fmla="*/ 55 w 106"/>
                <a:gd name="T11" fmla="*/ 42 h 83"/>
                <a:gd name="T12" fmla="*/ 56 w 106"/>
                <a:gd name="T13" fmla="*/ 43 h 83"/>
                <a:gd name="T14" fmla="*/ 87 w 106"/>
                <a:gd name="T15" fmla="*/ 27 h 83"/>
                <a:gd name="T16" fmla="*/ 56 w 106"/>
                <a:gd name="T17" fmla="*/ 11 h 83"/>
                <a:gd name="T18" fmla="*/ 55 w 106"/>
                <a:gd name="T19" fmla="*/ 11 h 83"/>
                <a:gd name="T20" fmla="*/ 15 w 106"/>
                <a:gd name="T21" fmla="*/ 29 h 83"/>
                <a:gd name="T22" fmla="*/ 1 w 106"/>
                <a:gd name="T23" fmla="*/ 35 h 83"/>
                <a:gd name="T24" fmla="*/ 1 w 106"/>
                <a:gd name="T25" fmla="*/ 37 h 83"/>
                <a:gd name="T26" fmla="*/ 34 w 106"/>
                <a:gd name="T27" fmla="*/ 53 h 83"/>
                <a:gd name="T28" fmla="*/ 48 w 106"/>
                <a:gd name="T29" fmla="*/ 46 h 83"/>
                <a:gd name="T30" fmla="*/ 105 w 106"/>
                <a:gd name="T31" fmla="*/ 16 h 83"/>
                <a:gd name="T32" fmla="*/ 105 w 106"/>
                <a:gd name="T33" fmla="*/ 18 h 83"/>
                <a:gd name="T34" fmla="*/ 91 w 106"/>
                <a:gd name="T35" fmla="*/ 25 h 83"/>
                <a:gd name="T36" fmla="*/ 58 w 106"/>
                <a:gd name="T37" fmla="*/ 8 h 83"/>
                <a:gd name="T38" fmla="*/ 72 w 106"/>
                <a:gd name="T39" fmla="*/ 0 h 83"/>
                <a:gd name="T40" fmla="*/ 105 w 106"/>
                <a:gd name="T41" fmla="*/ 16 h 83"/>
                <a:gd name="T42" fmla="*/ 106 w 106"/>
                <a:gd name="T43" fmla="*/ 36 h 83"/>
                <a:gd name="T44" fmla="*/ 72 w 106"/>
                <a:gd name="T45" fmla="*/ 53 h 83"/>
                <a:gd name="T46" fmla="*/ 58 w 106"/>
                <a:gd name="T47" fmla="*/ 47 h 83"/>
                <a:gd name="T48" fmla="*/ 58 w 106"/>
                <a:gd name="T49" fmla="*/ 45 h 83"/>
                <a:gd name="T50" fmla="*/ 92 w 106"/>
                <a:gd name="T51" fmla="*/ 29 h 83"/>
                <a:gd name="T52" fmla="*/ 48 w 106"/>
                <a:gd name="T53" fmla="*/ 7 h 83"/>
                <a:gd name="T54" fmla="*/ 33 w 106"/>
                <a:gd name="T55" fmla="*/ 0 h 83"/>
                <a:gd name="T56" fmla="*/ 0 w 106"/>
                <a:gd name="T57" fmla="*/ 17 h 83"/>
                <a:gd name="T58" fmla="*/ 14 w 106"/>
                <a:gd name="T59" fmla="*/ 25 h 83"/>
                <a:gd name="T60" fmla="*/ 48 w 106"/>
                <a:gd name="T61" fmla="*/ 9 h 83"/>
                <a:gd name="T62" fmla="*/ 48 w 106"/>
                <a:gd name="T63" fmla="*/ 7 h 83"/>
                <a:gd name="T64" fmla="*/ 55 w 106"/>
                <a:gd name="T65" fmla="*/ 82 h 83"/>
                <a:gd name="T66" fmla="*/ 56 w 106"/>
                <a:gd name="T67" fmla="*/ 83 h 83"/>
                <a:gd name="T68" fmla="*/ 90 w 106"/>
                <a:gd name="T69" fmla="*/ 65 h 83"/>
                <a:gd name="T70" fmla="*/ 89 w 106"/>
                <a:gd name="T71" fmla="*/ 49 h 83"/>
                <a:gd name="T72" fmla="*/ 73 w 106"/>
                <a:gd name="T73" fmla="*/ 57 h 83"/>
                <a:gd name="T74" fmla="*/ 72 w 106"/>
                <a:gd name="T75" fmla="*/ 57 h 83"/>
                <a:gd name="T76" fmla="*/ 56 w 106"/>
                <a:gd name="T77" fmla="*/ 49 h 83"/>
                <a:gd name="T78" fmla="*/ 55 w 106"/>
                <a:gd name="T79" fmla="*/ 50 h 83"/>
                <a:gd name="T80" fmla="*/ 17 w 106"/>
                <a:gd name="T81" fmla="*/ 49 h 83"/>
                <a:gd name="T82" fmla="*/ 33 w 106"/>
                <a:gd name="T83" fmla="*/ 57 h 83"/>
                <a:gd name="T84" fmla="*/ 50 w 106"/>
                <a:gd name="T85" fmla="*/ 49 h 83"/>
                <a:gd name="T86" fmla="*/ 51 w 106"/>
                <a:gd name="T87" fmla="*/ 50 h 83"/>
                <a:gd name="T88" fmla="*/ 51 w 106"/>
                <a:gd name="T89" fmla="*/ 83 h 83"/>
                <a:gd name="T90" fmla="*/ 17 w 106"/>
                <a:gd name="T91" fmla="*/ 66 h 83"/>
                <a:gd name="T92" fmla="*/ 16 w 106"/>
                <a:gd name="T93" fmla="*/ 5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5" h="83">
                  <a:moveTo>
                    <a:pt x="19" y="26"/>
                  </a:moveTo>
                  <a:cubicBezTo>
                    <a:pt x="50" y="11"/>
                    <a:pt x="50" y="11"/>
                    <a:pt x="50" y="11"/>
                  </a:cubicBezTo>
                  <a:cubicBezTo>
                    <a:pt x="50" y="11"/>
                    <a:pt x="51" y="11"/>
                    <a:pt x="51" y="11"/>
                  </a:cubicBezTo>
                  <a:cubicBezTo>
                    <a:pt x="51" y="11"/>
                    <a:pt x="51" y="11"/>
                    <a:pt x="51" y="11"/>
                  </a:cubicBezTo>
                  <a:cubicBezTo>
                    <a:pt x="51" y="42"/>
                    <a:pt x="51" y="42"/>
                    <a:pt x="51" y="42"/>
                  </a:cubicBezTo>
                  <a:cubicBezTo>
                    <a:pt x="51" y="42"/>
                    <a:pt x="51" y="43"/>
                    <a:pt x="51" y="43"/>
                  </a:cubicBezTo>
                  <a:cubicBezTo>
                    <a:pt x="51" y="43"/>
                    <a:pt x="50" y="43"/>
                    <a:pt x="50" y="43"/>
                  </a:cubicBezTo>
                  <a:cubicBezTo>
                    <a:pt x="19" y="27"/>
                    <a:pt x="19" y="27"/>
                    <a:pt x="19" y="27"/>
                  </a:cubicBezTo>
                  <a:cubicBezTo>
                    <a:pt x="19" y="27"/>
                    <a:pt x="19" y="27"/>
                    <a:pt x="19" y="27"/>
                  </a:cubicBezTo>
                  <a:cubicBezTo>
                    <a:pt x="19" y="26"/>
                    <a:pt x="19" y="26"/>
                    <a:pt x="19" y="26"/>
                  </a:cubicBezTo>
                  <a:close/>
                  <a:moveTo>
                    <a:pt x="55" y="11"/>
                  </a:moveTo>
                  <a:cubicBezTo>
                    <a:pt x="55" y="42"/>
                    <a:pt x="55" y="42"/>
                    <a:pt x="55" y="42"/>
                  </a:cubicBezTo>
                  <a:cubicBezTo>
                    <a:pt x="55" y="42"/>
                    <a:pt x="55" y="43"/>
                    <a:pt x="55" y="43"/>
                  </a:cubicBezTo>
                  <a:cubicBezTo>
                    <a:pt x="55" y="43"/>
                    <a:pt x="56" y="43"/>
                    <a:pt x="56" y="43"/>
                  </a:cubicBezTo>
                  <a:cubicBezTo>
                    <a:pt x="87" y="27"/>
                    <a:pt x="87" y="27"/>
                    <a:pt x="87" y="27"/>
                  </a:cubicBezTo>
                  <a:cubicBezTo>
                    <a:pt x="87" y="27"/>
                    <a:pt x="87" y="27"/>
                    <a:pt x="87" y="27"/>
                  </a:cubicBezTo>
                  <a:cubicBezTo>
                    <a:pt x="87" y="26"/>
                    <a:pt x="87" y="26"/>
                    <a:pt x="87" y="26"/>
                  </a:cubicBezTo>
                  <a:cubicBezTo>
                    <a:pt x="56" y="11"/>
                    <a:pt x="56" y="11"/>
                    <a:pt x="56" y="11"/>
                  </a:cubicBezTo>
                  <a:cubicBezTo>
                    <a:pt x="56" y="11"/>
                    <a:pt x="55" y="11"/>
                    <a:pt x="55" y="11"/>
                  </a:cubicBezTo>
                  <a:cubicBezTo>
                    <a:pt x="55" y="11"/>
                    <a:pt x="55" y="11"/>
                    <a:pt x="55" y="11"/>
                  </a:cubicBezTo>
                  <a:close/>
                  <a:moveTo>
                    <a:pt x="48" y="45"/>
                  </a:moveTo>
                  <a:cubicBezTo>
                    <a:pt x="15" y="29"/>
                    <a:pt x="15" y="29"/>
                    <a:pt x="15" y="29"/>
                  </a:cubicBezTo>
                  <a:cubicBezTo>
                    <a:pt x="15" y="29"/>
                    <a:pt x="15" y="29"/>
                    <a:pt x="14" y="29"/>
                  </a:cubicBezTo>
                  <a:cubicBezTo>
                    <a:pt x="1" y="35"/>
                    <a:pt x="1" y="35"/>
                    <a:pt x="1" y="35"/>
                  </a:cubicBezTo>
                  <a:cubicBezTo>
                    <a:pt x="1" y="36"/>
                    <a:pt x="0" y="36"/>
                    <a:pt x="0" y="36"/>
                  </a:cubicBezTo>
                  <a:cubicBezTo>
                    <a:pt x="0" y="37"/>
                    <a:pt x="1" y="37"/>
                    <a:pt x="1" y="37"/>
                  </a:cubicBezTo>
                  <a:cubicBezTo>
                    <a:pt x="33" y="53"/>
                    <a:pt x="33" y="53"/>
                    <a:pt x="33" y="53"/>
                  </a:cubicBezTo>
                  <a:cubicBezTo>
                    <a:pt x="34" y="54"/>
                    <a:pt x="34" y="54"/>
                    <a:pt x="34" y="53"/>
                  </a:cubicBezTo>
                  <a:cubicBezTo>
                    <a:pt x="48" y="47"/>
                    <a:pt x="48" y="47"/>
                    <a:pt x="48" y="47"/>
                  </a:cubicBezTo>
                  <a:cubicBezTo>
                    <a:pt x="48" y="47"/>
                    <a:pt x="48" y="46"/>
                    <a:pt x="48" y="46"/>
                  </a:cubicBezTo>
                  <a:cubicBezTo>
                    <a:pt x="48" y="45"/>
                    <a:pt x="48" y="45"/>
                    <a:pt x="48" y="45"/>
                  </a:cubicBezTo>
                  <a:close/>
                  <a:moveTo>
                    <a:pt x="105" y="16"/>
                  </a:moveTo>
                  <a:cubicBezTo>
                    <a:pt x="105" y="17"/>
                    <a:pt x="106" y="17"/>
                    <a:pt x="106" y="17"/>
                  </a:cubicBezTo>
                  <a:cubicBezTo>
                    <a:pt x="106" y="18"/>
                    <a:pt x="105" y="18"/>
                    <a:pt x="105" y="18"/>
                  </a:cubicBezTo>
                  <a:cubicBezTo>
                    <a:pt x="92" y="25"/>
                    <a:pt x="92" y="25"/>
                    <a:pt x="92" y="25"/>
                  </a:cubicBezTo>
                  <a:cubicBezTo>
                    <a:pt x="91" y="25"/>
                    <a:pt x="91" y="25"/>
                    <a:pt x="91" y="25"/>
                  </a:cubicBezTo>
                  <a:cubicBezTo>
                    <a:pt x="58" y="9"/>
                    <a:pt x="58" y="9"/>
                    <a:pt x="58" y="9"/>
                  </a:cubicBezTo>
                  <a:cubicBezTo>
                    <a:pt x="58" y="8"/>
                    <a:pt x="58" y="8"/>
                    <a:pt x="58" y="8"/>
                  </a:cubicBezTo>
                  <a:cubicBezTo>
                    <a:pt x="58" y="7"/>
                    <a:pt x="58" y="7"/>
                    <a:pt x="58" y="7"/>
                  </a:cubicBezTo>
                  <a:cubicBezTo>
                    <a:pt x="72" y="0"/>
                    <a:pt x="72" y="0"/>
                    <a:pt x="72" y="0"/>
                  </a:cubicBezTo>
                  <a:cubicBezTo>
                    <a:pt x="72" y="0"/>
                    <a:pt x="72" y="0"/>
                    <a:pt x="72" y="0"/>
                  </a:cubicBezTo>
                  <a:cubicBezTo>
                    <a:pt x="105" y="16"/>
                    <a:pt x="105" y="16"/>
                    <a:pt x="105" y="16"/>
                  </a:cubicBezTo>
                  <a:close/>
                  <a:moveTo>
                    <a:pt x="105" y="35"/>
                  </a:moveTo>
                  <a:cubicBezTo>
                    <a:pt x="105" y="36"/>
                    <a:pt x="106" y="36"/>
                    <a:pt x="106" y="36"/>
                  </a:cubicBezTo>
                  <a:cubicBezTo>
                    <a:pt x="106" y="37"/>
                    <a:pt x="105" y="37"/>
                    <a:pt x="105" y="37"/>
                  </a:cubicBezTo>
                  <a:cubicBezTo>
                    <a:pt x="72" y="53"/>
                    <a:pt x="72" y="53"/>
                    <a:pt x="72" y="53"/>
                  </a:cubicBezTo>
                  <a:cubicBezTo>
                    <a:pt x="72" y="54"/>
                    <a:pt x="72" y="54"/>
                    <a:pt x="72" y="53"/>
                  </a:cubicBezTo>
                  <a:cubicBezTo>
                    <a:pt x="58" y="47"/>
                    <a:pt x="58" y="47"/>
                    <a:pt x="58" y="47"/>
                  </a:cubicBezTo>
                  <a:cubicBezTo>
                    <a:pt x="58" y="47"/>
                    <a:pt x="58" y="46"/>
                    <a:pt x="58" y="46"/>
                  </a:cubicBezTo>
                  <a:cubicBezTo>
                    <a:pt x="58" y="45"/>
                    <a:pt x="58" y="45"/>
                    <a:pt x="58" y="45"/>
                  </a:cubicBezTo>
                  <a:cubicBezTo>
                    <a:pt x="91" y="29"/>
                    <a:pt x="91" y="29"/>
                    <a:pt x="91" y="29"/>
                  </a:cubicBezTo>
                  <a:cubicBezTo>
                    <a:pt x="91" y="29"/>
                    <a:pt x="91" y="29"/>
                    <a:pt x="92" y="29"/>
                  </a:cubicBezTo>
                  <a:cubicBezTo>
                    <a:pt x="105" y="35"/>
                    <a:pt x="105" y="35"/>
                    <a:pt x="105" y="35"/>
                  </a:cubicBezTo>
                  <a:close/>
                  <a:moveTo>
                    <a:pt x="48" y="7"/>
                  </a:moveTo>
                  <a:cubicBezTo>
                    <a:pt x="34" y="0"/>
                    <a:pt x="34" y="0"/>
                    <a:pt x="34" y="0"/>
                  </a:cubicBezTo>
                  <a:cubicBezTo>
                    <a:pt x="34" y="0"/>
                    <a:pt x="34" y="0"/>
                    <a:pt x="33" y="0"/>
                  </a:cubicBezTo>
                  <a:cubicBezTo>
                    <a:pt x="1" y="16"/>
                    <a:pt x="1" y="16"/>
                    <a:pt x="1" y="16"/>
                  </a:cubicBezTo>
                  <a:cubicBezTo>
                    <a:pt x="1" y="17"/>
                    <a:pt x="0" y="17"/>
                    <a:pt x="0" y="17"/>
                  </a:cubicBezTo>
                  <a:cubicBezTo>
                    <a:pt x="0" y="18"/>
                    <a:pt x="1" y="18"/>
                    <a:pt x="1" y="18"/>
                  </a:cubicBezTo>
                  <a:cubicBezTo>
                    <a:pt x="14" y="25"/>
                    <a:pt x="14" y="25"/>
                    <a:pt x="14" y="25"/>
                  </a:cubicBezTo>
                  <a:cubicBezTo>
                    <a:pt x="15" y="25"/>
                    <a:pt x="15" y="25"/>
                    <a:pt x="15" y="25"/>
                  </a:cubicBezTo>
                  <a:cubicBezTo>
                    <a:pt x="48" y="9"/>
                    <a:pt x="48" y="9"/>
                    <a:pt x="48" y="9"/>
                  </a:cubicBezTo>
                  <a:cubicBezTo>
                    <a:pt x="48" y="8"/>
                    <a:pt x="48" y="8"/>
                    <a:pt x="48" y="8"/>
                  </a:cubicBezTo>
                  <a:cubicBezTo>
                    <a:pt x="48" y="7"/>
                    <a:pt x="48" y="7"/>
                    <a:pt x="48" y="7"/>
                  </a:cubicBezTo>
                  <a:close/>
                  <a:moveTo>
                    <a:pt x="55" y="50"/>
                  </a:moveTo>
                  <a:cubicBezTo>
                    <a:pt x="55" y="82"/>
                    <a:pt x="55" y="82"/>
                    <a:pt x="55" y="82"/>
                  </a:cubicBezTo>
                  <a:cubicBezTo>
                    <a:pt x="55" y="82"/>
                    <a:pt x="55" y="83"/>
                    <a:pt x="55" y="83"/>
                  </a:cubicBezTo>
                  <a:cubicBezTo>
                    <a:pt x="55" y="83"/>
                    <a:pt x="56" y="83"/>
                    <a:pt x="56" y="83"/>
                  </a:cubicBezTo>
                  <a:cubicBezTo>
                    <a:pt x="89" y="66"/>
                    <a:pt x="89" y="66"/>
                    <a:pt x="89" y="66"/>
                  </a:cubicBezTo>
                  <a:cubicBezTo>
                    <a:pt x="89" y="66"/>
                    <a:pt x="90" y="66"/>
                    <a:pt x="90" y="65"/>
                  </a:cubicBezTo>
                  <a:cubicBezTo>
                    <a:pt x="90" y="50"/>
                    <a:pt x="90" y="50"/>
                    <a:pt x="90" y="50"/>
                  </a:cubicBezTo>
                  <a:cubicBezTo>
                    <a:pt x="90" y="50"/>
                    <a:pt x="89" y="49"/>
                    <a:pt x="89" y="49"/>
                  </a:cubicBezTo>
                  <a:cubicBezTo>
                    <a:pt x="89" y="49"/>
                    <a:pt x="89" y="49"/>
                    <a:pt x="88" y="49"/>
                  </a:cubicBezTo>
                  <a:cubicBezTo>
                    <a:pt x="73" y="57"/>
                    <a:pt x="73" y="57"/>
                    <a:pt x="73" y="57"/>
                  </a:cubicBezTo>
                  <a:cubicBezTo>
                    <a:pt x="72" y="57"/>
                    <a:pt x="72" y="57"/>
                    <a:pt x="72" y="57"/>
                  </a:cubicBezTo>
                  <a:cubicBezTo>
                    <a:pt x="72" y="57"/>
                    <a:pt x="72" y="57"/>
                    <a:pt x="72" y="57"/>
                  </a:cubicBezTo>
                  <a:cubicBezTo>
                    <a:pt x="71" y="57"/>
                    <a:pt x="71" y="57"/>
                    <a:pt x="71" y="57"/>
                  </a:cubicBezTo>
                  <a:cubicBezTo>
                    <a:pt x="56" y="49"/>
                    <a:pt x="56" y="49"/>
                    <a:pt x="56" y="49"/>
                  </a:cubicBezTo>
                  <a:cubicBezTo>
                    <a:pt x="56" y="49"/>
                    <a:pt x="55" y="49"/>
                    <a:pt x="55" y="49"/>
                  </a:cubicBezTo>
                  <a:cubicBezTo>
                    <a:pt x="55" y="49"/>
                    <a:pt x="55" y="50"/>
                    <a:pt x="55" y="50"/>
                  </a:cubicBezTo>
                  <a:close/>
                  <a:moveTo>
                    <a:pt x="16" y="50"/>
                  </a:moveTo>
                  <a:cubicBezTo>
                    <a:pt x="16" y="50"/>
                    <a:pt x="17" y="49"/>
                    <a:pt x="17" y="49"/>
                  </a:cubicBezTo>
                  <a:cubicBezTo>
                    <a:pt x="17" y="49"/>
                    <a:pt x="17" y="49"/>
                    <a:pt x="18" y="49"/>
                  </a:cubicBezTo>
                  <a:cubicBezTo>
                    <a:pt x="33" y="57"/>
                    <a:pt x="33" y="57"/>
                    <a:pt x="33" y="57"/>
                  </a:cubicBezTo>
                  <a:cubicBezTo>
                    <a:pt x="34" y="57"/>
                    <a:pt x="34" y="57"/>
                    <a:pt x="34" y="57"/>
                  </a:cubicBezTo>
                  <a:cubicBezTo>
                    <a:pt x="50" y="49"/>
                    <a:pt x="50" y="49"/>
                    <a:pt x="50" y="49"/>
                  </a:cubicBezTo>
                  <a:cubicBezTo>
                    <a:pt x="50" y="49"/>
                    <a:pt x="51" y="49"/>
                    <a:pt x="51" y="49"/>
                  </a:cubicBezTo>
                  <a:cubicBezTo>
                    <a:pt x="51" y="49"/>
                    <a:pt x="51" y="50"/>
                    <a:pt x="51" y="50"/>
                  </a:cubicBezTo>
                  <a:cubicBezTo>
                    <a:pt x="51" y="82"/>
                    <a:pt x="51" y="82"/>
                    <a:pt x="51" y="82"/>
                  </a:cubicBezTo>
                  <a:cubicBezTo>
                    <a:pt x="51" y="82"/>
                    <a:pt x="51" y="83"/>
                    <a:pt x="51" y="83"/>
                  </a:cubicBezTo>
                  <a:cubicBezTo>
                    <a:pt x="51" y="83"/>
                    <a:pt x="50" y="83"/>
                    <a:pt x="50" y="83"/>
                  </a:cubicBezTo>
                  <a:cubicBezTo>
                    <a:pt x="17" y="66"/>
                    <a:pt x="17" y="66"/>
                    <a:pt x="17" y="66"/>
                  </a:cubicBezTo>
                  <a:cubicBezTo>
                    <a:pt x="17" y="66"/>
                    <a:pt x="16" y="66"/>
                    <a:pt x="16" y="65"/>
                  </a:cubicBezTo>
                  <a:lnTo>
                    <a:pt x="16" y="50"/>
                  </a:lnTo>
                  <a:close/>
                </a:path>
              </a:pathLst>
            </a:custGeom>
            <a:grp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nvGrpSpPr>
          <p:cNvPr id="64" name="Group 6"/>
          <p:cNvGrpSpPr/>
          <p:nvPr/>
        </p:nvGrpSpPr>
        <p:grpSpPr>
          <a:xfrm>
            <a:off x="3399859" y="3768073"/>
            <a:ext cx="4121727" cy="1828824"/>
            <a:chOff x="3031241" y="4386546"/>
            <a:chExt cx="4121726" cy="1828824"/>
          </a:xfrm>
          <a:solidFill>
            <a:srgbClr val="335C80"/>
          </a:solidFill>
        </p:grpSpPr>
        <p:grpSp>
          <p:nvGrpSpPr>
            <p:cNvPr id="65" name="Group 11"/>
            <p:cNvGrpSpPr/>
            <p:nvPr/>
          </p:nvGrpSpPr>
          <p:grpSpPr>
            <a:xfrm flipH="1">
              <a:off x="3031241" y="4386546"/>
              <a:ext cx="4121726" cy="1828824"/>
              <a:chOff x="3876268" y="4054432"/>
              <a:chExt cx="4404882" cy="1954461"/>
            </a:xfrm>
            <a:grpFill/>
          </p:grpSpPr>
          <p:grpSp>
            <p:nvGrpSpPr>
              <p:cNvPr id="67" name="Group 59"/>
              <p:cNvGrpSpPr/>
              <p:nvPr/>
            </p:nvGrpSpPr>
            <p:grpSpPr>
              <a:xfrm>
                <a:off x="3876268" y="4054432"/>
                <a:ext cx="4404882" cy="1954461"/>
                <a:chOff x="3237996" y="4098676"/>
                <a:chExt cx="4404882" cy="1954461"/>
              </a:xfrm>
              <a:grpFill/>
            </p:grpSpPr>
            <p:sp>
              <p:nvSpPr>
                <p:cNvPr id="69" name="Rectangle 37"/>
                <p:cNvSpPr>
                  <a:spLocks noChangeArrowheads="1"/>
                </p:cNvSpPr>
                <p:nvPr/>
              </p:nvSpPr>
              <p:spPr bwMode="auto">
                <a:xfrm flipH="1">
                  <a:off x="3767775" y="5017842"/>
                  <a:ext cx="1639995" cy="1035295"/>
                </a:xfrm>
                <a:prstGeom prst="rect">
                  <a:avLst/>
                </a:prstGeom>
                <a:grp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0" name="Rectangle 41"/>
                <p:cNvSpPr>
                  <a:spLocks noChangeArrowheads="1"/>
                </p:cNvSpPr>
                <p:nvPr/>
              </p:nvSpPr>
              <p:spPr bwMode="auto">
                <a:xfrm flipH="1">
                  <a:off x="6398591" y="4098676"/>
                  <a:ext cx="1244287" cy="155665"/>
                </a:xfrm>
                <a:prstGeom prst="rect">
                  <a:avLst/>
                </a:prstGeom>
                <a:grp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1" name="Freeform 44"/>
                <p:cNvSpPr/>
                <p:nvPr/>
              </p:nvSpPr>
              <p:spPr bwMode="auto">
                <a:xfrm flipH="1">
                  <a:off x="5407769" y="4098676"/>
                  <a:ext cx="990821" cy="1954461"/>
                </a:xfrm>
                <a:custGeom>
                  <a:avLst/>
                  <a:gdLst>
                    <a:gd name="T0" fmla="*/ 401 w 401"/>
                    <a:gd name="T1" fmla="*/ 791 h 791"/>
                    <a:gd name="T2" fmla="*/ 0 w 401"/>
                    <a:gd name="T3" fmla="*/ 63 h 791"/>
                    <a:gd name="T4" fmla="*/ 0 w 401"/>
                    <a:gd name="T5" fmla="*/ 0 h 791"/>
                    <a:gd name="T6" fmla="*/ 401 w 401"/>
                    <a:gd name="T7" fmla="*/ 372 h 791"/>
                    <a:gd name="T8" fmla="*/ 401 w 401"/>
                    <a:gd name="T9" fmla="*/ 791 h 791"/>
                  </a:gdLst>
                  <a:ahLst/>
                  <a:cxnLst>
                    <a:cxn ang="0">
                      <a:pos x="T0" y="T1"/>
                    </a:cxn>
                    <a:cxn ang="0">
                      <a:pos x="T2" y="T3"/>
                    </a:cxn>
                    <a:cxn ang="0">
                      <a:pos x="T4" y="T5"/>
                    </a:cxn>
                    <a:cxn ang="0">
                      <a:pos x="T6" y="T7"/>
                    </a:cxn>
                    <a:cxn ang="0">
                      <a:pos x="T8" y="T9"/>
                    </a:cxn>
                  </a:cxnLst>
                  <a:rect l="0" t="0" r="r" b="b"/>
                  <a:pathLst>
                    <a:path w="401" h="791">
                      <a:moveTo>
                        <a:pt x="401" y="791"/>
                      </a:moveTo>
                      <a:lnTo>
                        <a:pt x="0" y="63"/>
                      </a:lnTo>
                      <a:lnTo>
                        <a:pt x="0" y="0"/>
                      </a:lnTo>
                      <a:lnTo>
                        <a:pt x="401" y="372"/>
                      </a:lnTo>
                      <a:lnTo>
                        <a:pt x="401" y="791"/>
                      </a:lnTo>
                      <a:close/>
                    </a:path>
                  </a:pathLst>
                </a:custGeom>
                <a:grp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2" name="Oval 64"/>
                <p:cNvSpPr/>
                <p:nvPr/>
              </p:nvSpPr>
              <p:spPr>
                <a:xfrm>
                  <a:off x="3237996" y="5017841"/>
                  <a:ext cx="1035295" cy="10352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68" name="Oval 60"/>
              <p:cNvSpPr/>
              <p:nvPr/>
            </p:nvSpPr>
            <p:spPr>
              <a:xfrm>
                <a:off x="3989229" y="5088670"/>
                <a:ext cx="809372" cy="8093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400">
                  <a:solidFill>
                    <a:srgbClr val="937963"/>
                  </a:solidFill>
                </a:endParaRPr>
              </a:p>
            </p:txBody>
          </p:sp>
        </p:grpSp>
        <p:sp>
          <p:nvSpPr>
            <p:cNvPr id="66" name="Freeform 81"/>
            <p:cNvSpPr>
              <a:spLocks noEditPoints="1"/>
            </p:cNvSpPr>
            <p:nvPr/>
          </p:nvSpPr>
          <p:spPr bwMode="auto">
            <a:xfrm>
              <a:off x="6468227" y="5534859"/>
              <a:ext cx="400730" cy="392275"/>
            </a:xfrm>
            <a:custGeom>
              <a:avLst/>
              <a:gdLst>
                <a:gd name="T0" fmla="*/ 86 w 100"/>
                <a:gd name="T1" fmla="*/ 61 h 98"/>
                <a:gd name="T2" fmla="*/ 100 w 100"/>
                <a:gd name="T3" fmla="*/ 55 h 98"/>
                <a:gd name="T4" fmla="*/ 100 w 100"/>
                <a:gd name="T5" fmla="*/ 44 h 98"/>
                <a:gd name="T6" fmla="*/ 86 w 100"/>
                <a:gd name="T7" fmla="*/ 38 h 98"/>
                <a:gd name="T8" fmla="*/ 84 w 100"/>
                <a:gd name="T9" fmla="*/ 32 h 98"/>
                <a:gd name="T10" fmla="*/ 89 w 100"/>
                <a:gd name="T11" fmla="*/ 18 h 98"/>
                <a:gd name="T12" fmla="*/ 82 w 100"/>
                <a:gd name="T13" fmla="*/ 11 h 98"/>
                <a:gd name="T14" fmla="*/ 68 w 100"/>
                <a:gd name="T15" fmla="*/ 16 h 98"/>
                <a:gd name="T16" fmla="*/ 62 w 100"/>
                <a:gd name="T17" fmla="*/ 14 h 98"/>
                <a:gd name="T18" fmla="*/ 56 w 100"/>
                <a:gd name="T19" fmla="*/ 0 h 98"/>
                <a:gd name="T20" fmla="*/ 45 w 100"/>
                <a:gd name="T21" fmla="*/ 0 h 98"/>
                <a:gd name="T22" fmla="*/ 39 w 100"/>
                <a:gd name="T23" fmla="*/ 14 h 98"/>
                <a:gd name="T24" fmla="*/ 33 w 100"/>
                <a:gd name="T25" fmla="*/ 16 h 98"/>
                <a:gd name="T26" fmla="*/ 19 w 100"/>
                <a:gd name="T27" fmla="*/ 11 h 98"/>
                <a:gd name="T28" fmla="*/ 11 w 100"/>
                <a:gd name="T29" fmla="*/ 18 h 98"/>
                <a:gd name="T30" fmla="*/ 17 w 100"/>
                <a:gd name="T31" fmla="*/ 32 h 98"/>
                <a:gd name="T32" fmla="*/ 15 w 100"/>
                <a:gd name="T33" fmla="*/ 38 h 98"/>
                <a:gd name="T34" fmla="*/ 0 w 100"/>
                <a:gd name="T35" fmla="*/ 45 h 98"/>
                <a:gd name="T36" fmla="*/ 0 w 100"/>
                <a:gd name="T37" fmla="*/ 55 h 98"/>
                <a:gd name="T38" fmla="*/ 15 w 100"/>
                <a:gd name="T39" fmla="*/ 61 h 98"/>
                <a:gd name="T40" fmla="*/ 17 w 100"/>
                <a:gd name="T41" fmla="*/ 67 h 98"/>
                <a:gd name="T42" fmla="*/ 12 w 100"/>
                <a:gd name="T43" fmla="*/ 80 h 98"/>
                <a:gd name="T44" fmla="*/ 19 w 100"/>
                <a:gd name="T45" fmla="*/ 88 h 98"/>
                <a:gd name="T46" fmla="*/ 33 w 100"/>
                <a:gd name="T47" fmla="*/ 83 h 98"/>
                <a:gd name="T48" fmla="*/ 39 w 100"/>
                <a:gd name="T49" fmla="*/ 85 h 98"/>
                <a:gd name="T50" fmla="*/ 45 w 100"/>
                <a:gd name="T51" fmla="*/ 98 h 98"/>
                <a:gd name="T52" fmla="*/ 56 w 100"/>
                <a:gd name="T53" fmla="*/ 98 h 98"/>
                <a:gd name="T54" fmla="*/ 62 w 100"/>
                <a:gd name="T55" fmla="*/ 85 h 98"/>
                <a:gd name="T56" fmla="*/ 68 w 100"/>
                <a:gd name="T57" fmla="*/ 82 h 98"/>
                <a:gd name="T58" fmla="*/ 82 w 100"/>
                <a:gd name="T59" fmla="*/ 88 h 98"/>
                <a:gd name="T60" fmla="*/ 90 w 100"/>
                <a:gd name="T61" fmla="*/ 80 h 98"/>
                <a:gd name="T62" fmla="*/ 84 w 100"/>
                <a:gd name="T63" fmla="*/ 67 h 98"/>
                <a:gd name="T64" fmla="*/ 86 w 100"/>
                <a:gd name="T65" fmla="*/ 61 h 98"/>
                <a:gd name="T66" fmla="*/ 86 w 100"/>
                <a:gd name="T67" fmla="*/ 61 h 98"/>
                <a:gd name="T68" fmla="*/ 50 w 100"/>
                <a:gd name="T69" fmla="*/ 65 h 98"/>
                <a:gd name="T70" fmla="*/ 35 w 100"/>
                <a:gd name="T71" fmla="*/ 50 h 98"/>
                <a:gd name="T72" fmla="*/ 50 w 100"/>
                <a:gd name="T73" fmla="*/ 33 h 98"/>
                <a:gd name="T74" fmla="*/ 66 w 100"/>
                <a:gd name="T75" fmla="*/ 50 h 98"/>
                <a:gd name="T76" fmla="*/ 50 w 100"/>
                <a:gd name="T77" fmla="*/ 6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0" h="98">
                  <a:moveTo>
                    <a:pt x="86" y="61"/>
                  </a:moveTo>
                  <a:cubicBezTo>
                    <a:pt x="86" y="61"/>
                    <a:pt x="100" y="56"/>
                    <a:pt x="100" y="55"/>
                  </a:cubicBezTo>
                  <a:cubicBezTo>
                    <a:pt x="100" y="44"/>
                    <a:pt x="100" y="44"/>
                    <a:pt x="100" y="44"/>
                  </a:cubicBezTo>
                  <a:cubicBezTo>
                    <a:pt x="100" y="42"/>
                    <a:pt x="86" y="38"/>
                    <a:pt x="86" y="38"/>
                  </a:cubicBezTo>
                  <a:cubicBezTo>
                    <a:pt x="84" y="32"/>
                    <a:pt x="84" y="32"/>
                    <a:pt x="84" y="32"/>
                  </a:cubicBezTo>
                  <a:cubicBezTo>
                    <a:pt x="84" y="32"/>
                    <a:pt x="90" y="19"/>
                    <a:pt x="89" y="18"/>
                  </a:cubicBezTo>
                  <a:cubicBezTo>
                    <a:pt x="82" y="11"/>
                    <a:pt x="82" y="11"/>
                    <a:pt x="82" y="11"/>
                  </a:cubicBezTo>
                  <a:cubicBezTo>
                    <a:pt x="81" y="10"/>
                    <a:pt x="68" y="16"/>
                    <a:pt x="68" y="16"/>
                  </a:cubicBezTo>
                  <a:cubicBezTo>
                    <a:pt x="62" y="14"/>
                    <a:pt x="62" y="14"/>
                    <a:pt x="62" y="14"/>
                  </a:cubicBezTo>
                  <a:cubicBezTo>
                    <a:pt x="56" y="0"/>
                    <a:pt x="56" y="0"/>
                    <a:pt x="56" y="0"/>
                  </a:cubicBezTo>
                  <a:cubicBezTo>
                    <a:pt x="45" y="0"/>
                    <a:pt x="45" y="0"/>
                    <a:pt x="45" y="0"/>
                  </a:cubicBezTo>
                  <a:cubicBezTo>
                    <a:pt x="44" y="0"/>
                    <a:pt x="39" y="14"/>
                    <a:pt x="39" y="14"/>
                  </a:cubicBezTo>
                  <a:cubicBezTo>
                    <a:pt x="33" y="16"/>
                    <a:pt x="33" y="16"/>
                    <a:pt x="33" y="16"/>
                  </a:cubicBezTo>
                  <a:cubicBezTo>
                    <a:pt x="33" y="16"/>
                    <a:pt x="20" y="10"/>
                    <a:pt x="19" y="11"/>
                  </a:cubicBezTo>
                  <a:cubicBezTo>
                    <a:pt x="11" y="18"/>
                    <a:pt x="11" y="18"/>
                    <a:pt x="11" y="18"/>
                  </a:cubicBezTo>
                  <a:cubicBezTo>
                    <a:pt x="11" y="19"/>
                    <a:pt x="17" y="32"/>
                    <a:pt x="17" y="32"/>
                  </a:cubicBezTo>
                  <a:cubicBezTo>
                    <a:pt x="15" y="38"/>
                    <a:pt x="15" y="38"/>
                    <a:pt x="15" y="38"/>
                  </a:cubicBezTo>
                  <a:cubicBezTo>
                    <a:pt x="15" y="38"/>
                    <a:pt x="0" y="44"/>
                    <a:pt x="0" y="45"/>
                  </a:cubicBezTo>
                  <a:cubicBezTo>
                    <a:pt x="0" y="55"/>
                    <a:pt x="0" y="55"/>
                    <a:pt x="0" y="55"/>
                  </a:cubicBezTo>
                  <a:cubicBezTo>
                    <a:pt x="0" y="56"/>
                    <a:pt x="15" y="61"/>
                    <a:pt x="15" y="61"/>
                  </a:cubicBezTo>
                  <a:cubicBezTo>
                    <a:pt x="17" y="67"/>
                    <a:pt x="17" y="67"/>
                    <a:pt x="17" y="67"/>
                  </a:cubicBezTo>
                  <a:cubicBezTo>
                    <a:pt x="17" y="67"/>
                    <a:pt x="11" y="80"/>
                    <a:pt x="12" y="80"/>
                  </a:cubicBezTo>
                  <a:cubicBezTo>
                    <a:pt x="19" y="88"/>
                    <a:pt x="19" y="88"/>
                    <a:pt x="19" y="88"/>
                  </a:cubicBezTo>
                  <a:cubicBezTo>
                    <a:pt x="20" y="89"/>
                    <a:pt x="33" y="83"/>
                    <a:pt x="33" y="83"/>
                  </a:cubicBezTo>
                  <a:cubicBezTo>
                    <a:pt x="39" y="85"/>
                    <a:pt x="39" y="85"/>
                    <a:pt x="39" y="85"/>
                  </a:cubicBezTo>
                  <a:cubicBezTo>
                    <a:pt x="45" y="98"/>
                    <a:pt x="45" y="98"/>
                    <a:pt x="45" y="98"/>
                  </a:cubicBezTo>
                  <a:cubicBezTo>
                    <a:pt x="56" y="98"/>
                    <a:pt x="56" y="98"/>
                    <a:pt x="56" y="98"/>
                  </a:cubicBezTo>
                  <a:cubicBezTo>
                    <a:pt x="57" y="98"/>
                    <a:pt x="62" y="85"/>
                    <a:pt x="62" y="85"/>
                  </a:cubicBezTo>
                  <a:cubicBezTo>
                    <a:pt x="68" y="82"/>
                    <a:pt x="68" y="82"/>
                    <a:pt x="68" y="82"/>
                  </a:cubicBezTo>
                  <a:cubicBezTo>
                    <a:pt x="68" y="82"/>
                    <a:pt x="81" y="88"/>
                    <a:pt x="82" y="88"/>
                  </a:cubicBezTo>
                  <a:cubicBezTo>
                    <a:pt x="90" y="80"/>
                    <a:pt x="90" y="80"/>
                    <a:pt x="90" y="80"/>
                  </a:cubicBezTo>
                  <a:cubicBezTo>
                    <a:pt x="84" y="67"/>
                    <a:pt x="84" y="67"/>
                    <a:pt x="84" y="67"/>
                  </a:cubicBezTo>
                  <a:cubicBezTo>
                    <a:pt x="86" y="61"/>
                    <a:pt x="86" y="61"/>
                    <a:pt x="86" y="61"/>
                  </a:cubicBezTo>
                  <a:cubicBezTo>
                    <a:pt x="86" y="61"/>
                    <a:pt x="86" y="61"/>
                    <a:pt x="86" y="61"/>
                  </a:cubicBezTo>
                  <a:close/>
                  <a:moveTo>
                    <a:pt x="50" y="65"/>
                  </a:moveTo>
                  <a:cubicBezTo>
                    <a:pt x="42" y="65"/>
                    <a:pt x="35" y="58"/>
                    <a:pt x="35" y="50"/>
                  </a:cubicBezTo>
                  <a:cubicBezTo>
                    <a:pt x="35" y="40"/>
                    <a:pt x="42" y="33"/>
                    <a:pt x="50" y="33"/>
                  </a:cubicBezTo>
                  <a:cubicBezTo>
                    <a:pt x="59" y="33"/>
                    <a:pt x="66" y="40"/>
                    <a:pt x="66" y="50"/>
                  </a:cubicBezTo>
                  <a:cubicBezTo>
                    <a:pt x="66" y="58"/>
                    <a:pt x="59" y="65"/>
                    <a:pt x="50" y="65"/>
                  </a:cubicBezTo>
                  <a:close/>
                </a:path>
              </a:pathLst>
            </a:custGeom>
            <a:grp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nvGrpSpPr>
          <p:cNvPr id="73" name="Group 67"/>
          <p:cNvGrpSpPr/>
          <p:nvPr/>
        </p:nvGrpSpPr>
        <p:grpSpPr>
          <a:xfrm>
            <a:off x="1073984" y="2318988"/>
            <a:ext cx="2393449" cy="2403462"/>
            <a:chOff x="705364" y="2937461"/>
            <a:chExt cx="2393449" cy="2403462"/>
          </a:xfrm>
        </p:grpSpPr>
        <p:sp>
          <p:nvSpPr>
            <p:cNvPr id="74" name="Freeform 5"/>
            <p:cNvSpPr/>
            <p:nvPr/>
          </p:nvSpPr>
          <p:spPr bwMode="auto">
            <a:xfrm flipH="1">
              <a:off x="705364" y="2937461"/>
              <a:ext cx="2393448" cy="2403461"/>
            </a:xfrm>
            <a:custGeom>
              <a:avLst/>
              <a:gdLst>
                <a:gd name="T0" fmla="*/ 252 w 505"/>
                <a:gd name="T1" fmla="*/ 0 h 505"/>
                <a:gd name="T2" fmla="*/ 331 w 505"/>
                <a:gd name="T3" fmla="*/ 78 h 505"/>
                <a:gd name="T4" fmla="*/ 252 w 505"/>
                <a:gd name="T5" fmla="*/ 157 h 505"/>
                <a:gd name="T6" fmla="*/ 157 w 505"/>
                <a:gd name="T7" fmla="*/ 252 h 505"/>
                <a:gd name="T8" fmla="*/ 252 w 505"/>
                <a:gd name="T9" fmla="*/ 348 h 505"/>
                <a:gd name="T10" fmla="*/ 348 w 505"/>
                <a:gd name="T11" fmla="*/ 252 h 505"/>
                <a:gd name="T12" fmla="*/ 427 w 505"/>
                <a:gd name="T13" fmla="*/ 174 h 505"/>
                <a:gd name="T14" fmla="*/ 505 w 505"/>
                <a:gd name="T15" fmla="*/ 252 h 505"/>
                <a:gd name="T16" fmla="*/ 252 w 505"/>
                <a:gd name="T17" fmla="*/ 505 h 505"/>
                <a:gd name="T18" fmla="*/ 0 w 505"/>
                <a:gd name="T19" fmla="*/ 252 h 505"/>
                <a:gd name="T20" fmla="*/ 252 w 505"/>
                <a:gd name="T21" fmla="*/ 0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5" h="505">
                  <a:moveTo>
                    <a:pt x="252" y="0"/>
                  </a:moveTo>
                  <a:cubicBezTo>
                    <a:pt x="296" y="0"/>
                    <a:pt x="331" y="35"/>
                    <a:pt x="331" y="78"/>
                  </a:cubicBezTo>
                  <a:cubicBezTo>
                    <a:pt x="331" y="121"/>
                    <a:pt x="296" y="157"/>
                    <a:pt x="252" y="157"/>
                  </a:cubicBezTo>
                  <a:cubicBezTo>
                    <a:pt x="200" y="157"/>
                    <a:pt x="157" y="200"/>
                    <a:pt x="157" y="252"/>
                  </a:cubicBezTo>
                  <a:cubicBezTo>
                    <a:pt x="157" y="305"/>
                    <a:pt x="200" y="348"/>
                    <a:pt x="252" y="348"/>
                  </a:cubicBezTo>
                  <a:cubicBezTo>
                    <a:pt x="305" y="348"/>
                    <a:pt x="348" y="305"/>
                    <a:pt x="348" y="252"/>
                  </a:cubicBezTo>
                  <a:cubicBezTo>
                    <a:pt x="348" y="209"/>
                    <a:pt x="383" y="174"/>
                    <a:pt x="427" y="174"/>
                  </a:cubicBezTo>
                  <a:cubicBezTo>
                    <a:pt x="470" y="174"/>
                    <a:pt x="505" y="209"/>
                    <a:pt x="505" y="252"/>
                  </a:cubicBezTo>
                  <a:cubicBezTo>
                    <a:pt x="505" y="392"/>
                    <a:pt x="392" y="505"/>
                    <a:pt x="252" y="505"/>
                  </a:cubicBezTo>
                  <a:cubicBezTo>
                    <a:pt x="113" y="505"/>
                    <a:pt x="0" y="392"/>
                    <a:pt x="0" y="252"/>
                  </a:cubicBezTo>
                  <a:cubicBezTo>
                    <a:pt x="0" y="113"/>
                    <a:pt x="113" y="0"/>
                    <a:pt x="252" y="0"/>
                  </a:cubicBezTo>
                  <a:close/>
                </a:path>
              </a:pathLst>
            </a:custGeom>
            <a:solidFill>
              <a:srgbClr val="335C80"/>
            </a:solidFill>
            <a:ln>
              <a:noFill/>
            </a:ln>
          </p:spPr>
          <p:txBody>
            <a:bodyPr vert="horz" wrap="square" lIns="0" tIns="0" rIns="0" bIns="0" numCol="1" anchor="ctr"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75" name="Freeform 6"/>
            <p:cNvSpPr/>
            <p:nvPr/>
          </p:nvSpPr>
          <p:spPr bwMode="auto">
            <a:xfrm flipH="1">
              <a:off x="705364" y="2937461"/>
              <a:ext cx="1199729" cy="1574266"/>
            </a:xfrm>
            <a:custGeom>
              <a:avLst/>
              <a:gdLst>
                <a:gd name="T0" fmla="*/ 0 w 253"/>
                <a:gd name="T1" fmla="*/ 157 h 331"/>
                <a:gd name="T2" fmla="*/ 96 w 253"/>
                <a:gd name="T3" fmla="*/ 252 h 331"/>
                <a:gd name="T4" fmla="*/ 175 w 253"/>
                <a:gd name="T5" fmla="*/ 331 h 331"/>
                <a:gd name="T6" fmla="*/ 253 w 253"/>
                <a:gd name="T7" fmla="*/ 252 h 331"/>
                <a:gd name="T8" fmla="*/ 0 w 253"/>
                <a:gd name="T9" fmla="*/ 0 h 331"/>
                <a:gd name="T10" fmla="*/ 0 w 253"/>
                <a:gd name="T11" fmla="*/ 157 h 331"/>
              </a:gdLst>
              <a:ahLst/>
              <a:cxnLst>
                <a:cxn ang="0">
                  <a:pos x="T0" y="T1"/>
                </a:cxn>
                <a:cxn ang="0">
                  <a:pos x="T2" y="T3"/>
                </a:cxn>
                <a:cxn ang="0">
                  <a:pos x="T4" y="T5"/>
                </a:cxn>
                <a:cxn ang="0">
                  <a:pos x="T6" y="T7"/>
                </a:cxn>
                <a:cxn ang="0">
                  <a:pos x="T8" y="T9"/>
                </a:cxn>
                <a:cxn ang="0">
                  <a:pos x="T10" y="T11"/>
                </a:cxn>
              </a:cxnLst>
              <a:rect l="0" t="0" r="r" b="b"/>
              <a:pathLst>
                <a:path w="253" h="331">
                  <a:moveTo>
                    <a:pt x="0" y="157"/>
                  </a:moveTo>
                  <a:cubicBezTo>
                    <a:pt x="53" y="157"/>
                    <a:pt x="96" y="200"/>
                    <a:pt x="96" y="252"/>
                  </a:cubicBezTo>
                  <a:cubicBezTo>
                    <a:pt x="96" y="296"/>
                    <a:pt x="131" y="331"/>
                    <a:pt x="175" y="331"/>
                  </a:cubicBezTo>
                  <a:cubicBezTo>
                    <a:pt x="218" y="331"/>
                    <a:pt x="253" y="296"/>
                    <a:pt x="253" y="252"/>
                  </a:cubicBezTo>
                  <a:cubicBezTo>
                    <a:pt x="253" y="113"/>
                    <a:pt x="140" y="0"/>
                    <a:pt x="0" y="0"/>
                  </a:cubicBezTo>
                  <a:lnTo>
                    <a:pt x="0" y="157"/>
                  </a:lnTo>
                  <a:close/>
                </a:path>
              </a:pathLst>
            </a:custGeom>
            <a:solidFill>
              <a:srgbClr val="7F7F7F"/>
            </a:solidFill>
            <a:ln>
              <a:noFill/>
            </a:ln>
          </p:spPr>
          <p:txBody>
            <a:bodyPr vert="horz" wrap="square" lIns="0" tIns="0" rIns="0" bIns="0" numCol="1" anchor="ctr"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76" name="Oval 7"/>
            <p:cNvSpPr>
              <a:spLocks noChangeArrowheads="1"/>
            </p:cNvSpPr>
            <p:nvPr/>
          </p:nvSpPr>
          <p:spPr bwMode="auto">
            <a:xfrm flipH="1">
              <a:off x="1530552" y="2937461"/>
              <a:ext cx="743071" cy="747076"/>
            </a:xfrm>
            <a:prstGeom prst="ellipse">
              <a:avLst/>
            </a:prstGeom>
            <a:solidFill>
              <a:srgbClr val="335C80"/>
            </a:solidFill>
            <a:ln>
              <a:noFill/>
            </a:ln>
          </p:spPr>
          <p:txBody>
            <a:bodyPr vert="horz" wrap="square" lIns="0" tIns="0" rIns="0" bIns="0" numCol="1" anchor="ctr"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solidFill>
                  <a:schemeClr val="bg1"/>
                </a:solidFill>
                <a:latin typeface="Lato Bold" panose="020F0802020204030203" pitchFamily="34" charset="0"/>
              </a:endParaRPr>
            </a:p>
          </p:txBody>
        </p:sp>
        <p:sp>
          <p:nvSpPr>
            <p:cNvPr id="77" name="Freeform 8"/>
            <p:cNvSpPr/>
            <p:nvPr/>
          </p:nvSpPr>
          <p:spPr bwMode="auto">
            <a:xfrm flipH="1">
              <a:off x="705364" y="4137190"/>
              <a:ext cx="1568259" cy="1203733"/>
            </a:xfrm>
            <a:custGeom>
              <a:avLst/>
              <a:gdLst>
                <a:gd name="T0" fmla="*/ 174 w 331"/>
                <a:gd name="T1" fmla="*/ 0 h 253"/>
                <a:gd name="T2" fmla="*/ 78 w 331"/>
                <a:gd name="T3" fmla="*/ 96 h 253"/>
                <a:gd name="T4" fmla="*/ 0 w 331"/>
                <a:gd name="T5" fmla="*/ 175 h 253"/>
                <a:gd name="T6" fmla="*/ 78 w 331"/>
                <a:gd name="T7" fmla="*/ 253 h 253"/>
                <a:gd name="T8" fmla="*/ 331 w 331"/>
                <a:gd name="T9" fmla="*/ 0 h 253"/>
                <a:gd name="T10" fmla="*/ 174 w 331"/>
                <a:gd name="T11" fmla="*/ 0 h 253"/>
              </a:gdLst>
              <a:ahLst/>
              <a:cxnLst>
                <a:cxn ang="0">
                  <a:pos x="T0" y="T1"/>
                </a:cxn>
                <a:cxn ang="0">
                  <a:pos x="T2" y="T3"/>
                </a:cxn>
                <a:cxn ang="0">
                  <a:pos x="T4" y="T5"/>
                </a:cxn>
                <a:cxn ang="0">
                  <a:pos x="T6" y="T7"/>
                </a:cxn>
                <a:cxn ang="0">
                  <a:pos x="T8" y="T9"/>
                </a:cxn>
                <a:cxn ang="0">
                  <a:pos x="T10" y="T11"/>
                </a:cxn>
              </a:cxnLst>
              <a:rect l="0" t="0" r="r" b="b"/>
              <a:pathLst>
                <a:path w="331" h="253">
                  <a:moveTo>
                    <a:pt x="174" y="0"/>
                  </a:moveTo>
                  <a:cubicBezTo>
                    <a:pt x="174" y="53"/>
                    <a:pt x="131" y="96"/>
                    <a:pt x="78" y="96"/>
                  </a:cubicBezTo>
                  <a:cubicBezTo>
                    <a:pt x="35" y="96"/>
                    <a:pt x="0" y="131"/>
                    <a:pt x="0" y="175"/>
                  </a:cubicBezTo>
                  <a:cubicBezTo>
                    <a:pt x="0" y="218"/>
                    <a:pt x="35" y="253"/>
                    <a:pt x="78" y="253"/>
                  </a:cubicBezTo>
                  <a:cubicBezTo>
                    <a:pt x="218" y="253"/>
                    <a:pt x="331" y="140"/>
                    <a:pt x="331" y="0"/>
                  </a:cubicBezTo>
                  <a:lnTo>
                    <a:pt x="174" y="0"/>
                  </a:lnTo>
                  <a:close/>
                </a:path>
              </a:pathLst>
            </a:custGeom>
            <a:solidFill>
              <a:srgbClr val="335C80"/>
            </a:solidFill>
            <a:ln>
              <a:noFill/>
            </a:ln>
          </p:spPr>
          <p:txBody>
            <a:bodyPr vert="horz" wrap="square" lIns="0" tIns="0" rIns="0" bIns="0" numCol="1" anchor="ctr"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78" name="Oval 9"/>
            <p:cNvSpPr>
              <a:spLocks noChangeArrowheads="1"/>
            </p:cNvSpPr>
            <p:nvPr/>
          </p:nvSpPr>
          <p:spPr bwMode="auto">
            <a:xfrm flipH="1">
              <a:off x="705364" y="3764652"/>
              <a:ext cx="745073" cy="747076"/>
            </a:xfrm>
            <a:prstGeom prst="ellipse">
              <a:avLst/>
            </a:prstGeom>
            <a:solidFill>
              <a:srgbClr val="7F7F7F"/>
            </a:solidFill>
            <a:ln>
              <a:noFill/>
            </a:ln>
          </p:spPr>
          <p:txBody>
            <a:bodyPr vert="horz" wrap="square" lIns="0" tIns="0" rIns="0" bIns="0" numCol="1" anchor="ctr"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solidFill>
                  <a:schemeClr val="bg1"/>
                </a:solidFill>
                <a:latin typeface="Lato Bold" panose="020F0802020204030203" pitchFamily="34" charset="0"/>
              </a:endParaRPr>
            </a:p>
          </p:txBody>
        </p:sp>
        <p:sp>
          <p:nvSpPr>
            <p:cNvPr id="79" name="Freeform 10"/>
            <p:cNvSpPr/>
            <p:nvPr/>
          </p:nvSpPr>
          <p:spPr bwMode="auto">
            <a:xfrm flipH="1">
              <a:off x="1905093" y="3764652"/>
              <a:ext cx="1193719" cy="1576271"/>
            </a:xfrm>
            <a:custGeom>
              <a:avLst/>
              <a:gdLst>
                <a:gd name="T0" fmla="*/ 252 w 252"/>
                <a:gd name="T1" fmla="*/ 174 h 331"/>
                <a:gd name="T2" fmla="*/ 157 w 252"/>
                <a:gd name="T3" fmla="*/ 78 h 331"/>
                <a:gd name="T4" fmla="*/ 78 w 252"/>
                <a:gd name="T5" fmla="*/ 0 h 331"/>
                <a:gd name="T6" fmla="*/ 0 w 252"/>
                <a:gd name="T7" fmla="*/ 78 h 331"/>
                <a:gd name="T8" fmla="*/ 252 w 252"/>
                <a:gd name="T9" fmla="*/ 331 h 331"/>
                <a:gd name="T10" fmla="*/ 252 w 252"/>
                <a:gd name="T11" fmla="*/ 174 h 331"/>
              </a:gdLst>
              <a:ahLst/>
              <a:cxnLst>
                <a:cxn ang="0">
                  <a:pos x="T0" y="T1"/>
                </a:cxn>
                <a:cxn ang="0">
                  <a:pos x="T2" y="T3"/>
                </a:cxn>
                <a:cxn ang="0">
                  <a:pos x="T4" y="T5"/>
                </a:cxn>
                <a:cxn ang="0">
                  <a:pos x="T6" y="T7"/>
                </a:cxn>
                <a:cxn ang="0">
                  <a:pos x="T8" y="T9"/>
                </a:cxn>
                <a:cxn ang="0">
                  <a:pos x="T10" y="T11"/>
                </a:cxn>
              </a:cxnLst>
              <a:rect l="0" t="0" r="r" b="b"/>
              <a:pathLst>
                <a:path w="251" h="331">
                  <a:moveTo>
                    <a:pt x="252" y="174"/>
                  </a:moveTo>
                  <a:cubicBezTo>
                    <a:pt x="200" y="174"/>
                    <a:pt x="157" y="131"/>
                    <a:pt x="157" y="78"/>
                  </a:cubicBezTo>
                  <a:cubicBezTo>
                    <a:pt x="157" y="35"/>
                    <a:pt x="122" y="0"/>
                    <a:pt x="78" y="0"/>
                  </a:cubicBezTo>
                  <a:cubicBezTo>
                    <a:pt x="35" y="0"/>
                    <a:pt x="0" y="35"/>
                    <a:pt x="0" y="78"/>
                  </a:cubicBezTo>
                  <a:cubicBezTo>
                    <a:pt x="0" y="218"/>
                    <a:pt x="113" y="331"/>
                    <a:pt x="252" y="331"/>
                  </a:cubicBezTo>
                  <a:lnTo>
                    <a:pt x="252" y="174"/>
                  </a:lnTo>
                  <a:close/>
                </a:path>
              </a:pathLst>
            </a:custGeom>
            <a:solidFill>
              <a:srgbClr val="7F7F7F"/>
            </a:solidFill>
            <a:ln>
              <a:noFill/>
            </a:ln>
          </p:spPr>
          <p:txBody>
            <a:bodyPr vert="horz" wrap="square" lIns="0" tIns="0" rIns="0" bIns="0" numCol="1" anchor="ctr"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80" name="Oval 11"/>
            <p:cNvSpPr>
              <a:spLocks noChangeArrowheads="1"/>
            </p:cNvSpPr>
            <p:nvPr/>
          </p:nvSpPr>
          <p:spPr bwMode="auto">
            <a:xfrm flipH="1">
              <a:off x="1530552" y="4593847"/>
              <a:ext cx="743071" cy="747076"/>
            </a:xfrm>
            <a:prstGeom prst="ellipse">
              <a:avLst/>
            </a:prstGeom>
            <a:solidFill>
              <a:srgbClr val="335C80"/>
            </a:solidFill>
            <a:ln>
              <a:noFill/>
            </a:ln>
          </p:spPr>
          <p:txBody>
            <a:bodyPr vert="horz" wrap="square" lIns="0" tIns="0" rIns="0" bIns="0" numCol="1" anchor="ctr"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solidFill>
                  <a:schemeClr val="bg1"/>
                </a:solidFill>
                <a:latin typeface="Lato Bold" panose="020F0802020204030203" pitchFamily="34" charset="0"/>
              </a:endParaRPr>
            </a:p>
          </p:txBody>
        </p:sp>
        <p:sp>
          <p:nvSpPr>
            <p:cNvPr id="81" name="Oval 7"/>
            <p:cNvSpPr>
              <a:spLocks noChangeArrowheads="1"/>
            </p:cNvSpPr>
            <p:nvPr/>
          </p:nvSpPr>
          <p:spPr bwMode="auto">
            <a:xfrm flipH="1">
              <a:off x="2273623" y="3763651"/>
              <a:ext cx="825190" cy="747076"/>
            </a:xfrm>
            <a:prstGeom prst="ellipse">
              <a:avLst/>
            </a:prstGeom>
            <a:solidFill>
              <a:schemeClr val="accent2"/>
            </a:solidFill>
            <a:ln>
              <a:noFill/>
            </a:ln>
          </p:spPr>
          <p:txBody>
            <a:bodyPr vert="horz" wrap="square" lIns="0" tIns="0" rIns="0" bIns="0" numCol="1" anchor="ctr"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solidFill>
                  <a:schemeClr val="bg1"/>
                </a:solidFill>
                <a:latin typeface="Lato Bold" panose="020F0802020204030203" pitchFamily="34" charset="0"/>
              </a:endParaRPr>
            </a:p>
          </p:txBody>
        </p:sp>
        <p:sp>
          <p:nvSpPr>
            <p:cNvPr id="82" name="Oval 32"/>
            <p:cNvSpPr/>
            <p:nvPr/>
          </p:nvSpPr>
          <p:spPr>
            <a:xfrm flipH="1">
              <a:off x="1446432" y="3684537"/>
              <a:ext cx="909310" cy="9093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75000"/>
                    <a:lumOff val="25000"/>
                  </a:schemeClr>
                </a:solidFill>
                <a:latin typeface="+mj-lt"/>
              </a:endParaRPr>
            </a:p>
          </p:txBody>
        </p:sp>
      </p:grpSp>
      <p:sp>
        <p:nvSpPr>
          <p:cNvPr id="83" name="Text Placeholder 3"/>
          <p:cNvSpPr>
            <a:spLocks noGrp="1"/>
          </p:cNvSpPr>
          <p:nvPr/>
        </p:nvSpPr>
        <p:spPr>
          <a:xfrm>
            <a:off x="1995383" y="2496283"/>
            <a:ext cx="809104" cy="4716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accent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d-ID">
                <a:solidFill>
                  <a:schemeClr val="bg1"/>
                </a:solidFill>
              </a:rPr>
              <a:t>25%</a:t>
            </a:r>
            <a:endParaRPr lang="en-AU">
              <a:solidFill>
                <a:schemeClr val="bg1"/>
              </a:solidFill>
            </a:endParaRPr>
          </a:p>
        </p:txBody>
      </p:sp>
      <p:sp>
        <p:nvSpPr>
          <p:cNvPr id="84" name="Text Placeholder 3"/>
          <p:cNvSpPr>
            <a:spLocks noGrp="1"/>
          </p:cNvSpPr>
          <p:nvPr/>
        </p:nvSpPr>
        <p:spPr>
          <a:xfrm>
            <a:off x="2747943" y="3248859"/>
            <a:ext cx="809104" cy="4716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accent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d-ID">
                <a:solidFill>
                  <a:schemeClr val="bg1"/>
                </a:solidFill>
              </a:rPr>
              <a:t>25%</a:t>
            </a:r>
            <a:endParaRPr lang="en-AU">
              <a:solidFill>
                <a:schemeClr val="bg1"/>
              </a:solidFill>
            </a:endParaRPr>
          </a:p>
        </p:txBody>
      </p:sp>
      <p:sp>
        <p:nvSpPr>
          <p:cNvPr id="85" name="Text Placeholder 3"/>
          <p:cNvSpPr>
            <a:spLocks noGrp="1"/>
          </p:cNvSpPr>
          <p:nvPr/>
        </p:nvSpPr>
        <p:spPr>
          <a:xfrm>
            <a:off x="1899171" y="4152551"/>
            <a:ext cx="809104" cy="4716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accent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d-ID">
                <a:solidFill>
                  <a:schemeClr val="bg1"/>
                </a:solidFill>
              </a:rPr>
              <a:t>25%</a:t>
            </a:r>
            <a:endParaRPr lang="en-AU">
              <a:solidFill>
                <a:schemeClr val="bg1"/>
              </a:solidFill>
            </a:endParaRPr>
          </a:p>
        </p:txBody>
      </p:sp>
      <p:sp>
        <p:nvSpPr>
          <p:cNvPr id="86" name="Text Placeholder 3"/>
          <p:cNvSpPr>
            <a:spLocks noGrp="1"/>
          </p:cNvSpPr>
          <p:nvPr/>
        </p:nvSpPr>
        <p:spPr>
          <a:xfrm>
            <a:off x="1049889" y="3170090"/>
            <a:ext cx="809104" cy="4716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accent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d-ID">
                <a:solidFill>
                  <a:schemeClr val="bg1"/>
                </a:solidFill>
              </a:rPr>
              <a:t>25%</a:t>
            </a:r>
            <a:endParaRPr lang="en-AU">
              <a:solidFill>
                <a:schemeClr val="bg1"/>
              </a:solidFill>
            </a:endParaRPr>
          </a:p>
        </p:txBody>
      </p:sp>
      <p:sp>
        <p:nvSpPr>
          <p:cNvPr id="87" name="矩形 86"/>
          <p:cNvSpPr/>
          <p:nvPr/>
        </p:nvSpPr>
        <p:spPr>
          <a:xfrm>
            <a:off x="5795660" y="1704661"/>
            <a:ext cx="748905" cy="769433"/>
          </a:xfrm>
          <a:prstGeom prst="rect">
            <a:avLst/>
          </a:prstGeom>
        </p:spPr>
        <p:txBody>
          <a:bodyPr wrap="none" lIns="91431" tIns="45716" rIns="91431" bIns="45716">
            <a:spAutoFit/>
          </a:bodyPr>
          <a:lstStyle/>
          <a:p>
            <a:pPr algn="ctr"/>
            <a:r>
              <a:rPr lang="zh-CN" altLang="en-US" sz="22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添加</a:t>
            </a:r>
            <a:endParaRPr lang="en-US" altLang="zh-CN" sz="22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a:p>
            <a:pPr algn="ctr"/>
            <a:r>
              <a:rPr lang="zh-CN" altLang="en-US" sz="22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标题</a:t>
            </a:r>
            <a:endParaRPr lang="en-US" altLang="zh-CN" sz="22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88" name="矩形 47"/>
          <p:cNvSpPr>
            <a:spLocks noChangeArrowheads="1"/>
          </p:cNvSpPr>
          <p:nvPr/>
        </p:nvSpPr>
        <p:spPr bwMode="auto">
          <a:xfrm>
            <a:off x="7606115" y="1704660"/>
            <a:ext cx="3736964" cy="652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30000"/>
              </a:lnSpc>
              <a:spcBef>
                <a:spcPct val="0"/>
              </a:spcBef>
              <a:buNone/>
            </a:pPr>
            <a:r>
              <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mn-ea"/>
                <a:sym typeface="思源黑体 Medium" panose="020B0600000000000000" pitchFamily="34" charset="-122"/>
              </a:rPr>
              <a:t>在此录入上述图表的综合描述说明，在此录入上述图表的综合描述说明，在此录入上述。</a:t>
            </a:r>
            <a:endPar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mn-ea"/>
              <a:sym typeface="思源黑体 Medium" panose="020B0600000000000000" pitchFamily="34" charset="-122"/>
            </a:endParaRPr>
          </a:p>
        </p:txBody>
      </p:sp>
      <p:sp>
        <p:nvSpPr>
          <p:cNvPr id="89" name="矩形 88"/>
          <p:cNvSpPr/>
          <p:nvPr/>
        </p:nvSpPr>
        <p:spPr>
          <a:xfrm>
            <a:off x="5795660" y="2732085"/>
            <a:ext cx="748905" cy="769433"/>
          </a:xfrm>
          <a:prstGeom prst="rect">
            <a:avLst/>
          </a:prstGeom>
        </p:spPr>
        <p:txBody>
          <a:bodyPr wrap="none" lIns="91431" tIns="45716" rIns="91431" bIns="45716">
            <a:spAutoFit/>
          </a:bodyPr>
          <a:lstStyle/>
          <a:p>
            <a:pPr algn="ctr"/>
            <a:r>
              <a:rPr lang="zh-CN" altLang="en-US" sz="22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添加</a:t>
            </a:r>
            <a:endParaRPr lang="en-US" altLang="zh-CN" sz="22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a:p>
            <a:pPr algn="ctr"/>
            <a:r>
              <a:rPr lang="zh-CN" altLang="en-US" sz="22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标题</a:t>
            </a:r>
            <a:endParaRPr lang="en-US" altLang="zh-CN" sz="22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90" name="矩形 89"/>
          <p:cNvSpPr/>
          <p:nvPr/>
        </p:nvSpPr>
        <p:spPr>
          <a:xfrm>
            <a:off x="5795660" y="3735868"/>
            <a:ext cx="748905" cy="769433"/>
          </a:xfrm>
          <a:prstGeom prst="rect">
            <a:avLst/>
          </a:prstGeom>
        </p:spPr>
        <p:txBody>
          <a:bodyPr wrap="none" lIns="91431" tIns="45716" rIns="91431" bIns="45716">
            <a:spAutoFit/>
          </a:bodyPr>
          <a:lstStyle/>
          <a:p>
            <a:pPr algn="ctr"/>
            <a:r>
              <a:rPr lang="zh-CN" altLang="en-US" sz="22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添加</a:t>
            </a:r>
            <a:endParaRPr lang="en-US" altLang="zh-CN" sz="22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a:p>
            <a:pPr algn="ctr"/>
            <a:r>
              <a:rPr lang="zh-CN" altLang="en-US" sz="22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标题</a:t>
            </a:r>
            <a:endParaRPr lang="en-US" altLang="zh-CN" sz="22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91" name="矩形 90"/>
          <p:cNvSpPr/>
          <p:nvPr/>
        </p:nvSpPr>
        <p:spPr>
          <a:xfrm>
            <a:off x="5795660" y="4727808"/>
            <a:ext cx="748905" cy="769433"/>
          </a:xfrm>
          <a:prstGeom prst="rect">
            <a:avLst/>
          </a:prstGeom>
        </p:spPr>
        <p:txBody>
          <a:bodyPr wrap="none" lIns="91431" tIns="45716" rIns="91431" bIns="45716">
            <a:spAutoFit/>
          </a:bodyPr>
          <a:lstStyle/>
          <a:p>
            <a:pPr algn="ctr"/>
            <a:r>
              <a:rPr lang="zh-CN" altLang="en-US" sz="22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添加</a:t>
            </a:r>
            <a:endParaRPr lang="en-US" altLang="zh-CN" sz="22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a:p>
            <a:pPr algn="ctr"/>
            <a:r>
              <a:rPr lang="zh-CN" altLang="en-US" sz="22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rPr>
              <a:t>标题</a:t>
            </a:r>
            <a:endParaRPr lang="en-US" altLang="zh-CN" sz="22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92" name="矩形 47"/>
          <p:cNvSpPr>
            <a:spLocks noChangeArrowheads="1"/>
          </p:cNvSpPr>
          <p:nvPr/>
        </p:nvSpPr>
        <p:spPr bwMode="auto">
          <a:xfrm>
            <a:off x="7606115" y="2803711"/>
            <a:ext cx="3736964" cy="652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30000"/>
              </a:lnSpc>
              <a:spcBef>
                <a:spcPct val="0"/>
              </a:spcBef>
              <a:buNone/>
            </a:pPr>
            <a:r>
              <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mn-ea"/>
                <a:sym typeface="思源黑体 Medium" panose="020B0600000000000000" pitchFamily="34" charset="-122"/>
              </a:rPr>
              <a:t>在此录入上述图表的综合描述说明，在此录入上述图表的综合描述说明，在此录入上述。</a:t>
            </a:r>
            <a:endPar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mn-ea"/>
              <a:sym typeface="思源黑体 Medium" panose="020B0600000000000000" pitchFamily="34" charset="-122"/>
            </a:endParaRPr>
          </a:p>
        </p:txBody>
      </p:sp>
      <p:sp>
        <p:nvSpPr>
          <p:cNvPr id="93" name="矩形 47"/>
          <p:cNvSpPr>
            <a:spLocks noChangeArrowheads="1"/>
          </p:cNvSpPr>
          <p:nvPr/>
        </p:nvSpPr>
        <p:spPr bwMode="auto">
          <a:xfrm>
            <a:off x="7606115" y="3807938"/>
            <a:ext cx="3736964" cy="652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30000"/>
              </a:lnSpc>
              <a:spcBef>
                <a:spcPct val="0"/>
              </a:spcBef>
              <a:buNone/>
            </a:pPr>
            <a:r>
              <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mn-ea"/>
                <a:sym typeface="思源黑体 Medium" panose="020B0600000000000000" pitchFamily="34" charset="-122"/>
              </a:rPr>
              <a:t>在此录入上述图表的综合描述说明，在此录入上述图表的综合描述说明，在此录入上述。</a:t>
            </a:r>
            <a:endPar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mn-ea"/>
              <a:sym typeface="思源黑体 Medium" panose="020B0600000000000000" pitchFamily="34" charset="-122"/>
            </a:endParaRPr>
          </a:p>
        </p:txBody>
      </p:sp>
      <p:sp>
        <p:nvSpPr>
          <p:cNvPr id="94" name="矩形 47"/>
          <p:cNvSpPr>
            <a:spLocks noChangeArrowheads="1"/>
          </p:cNvSpPr>
          <p:nvPr/>
        </p:nvSpPr>
        <p:spPr bwMode="auto">
          <a:xfrm>
            <a:off x="7606115" y="4840697"/>
            <a:ext cx="3736964" cy="652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30000"/>
              </a:lnSpc>
              <a:spcBef>
                <a:spcPct val="0"/>
              </a:spcBef>
              <a:buNone/>
            </a:pPr>
            <a:r>
              <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mn-ea"/>
                <a:sym typeface="思源黑体 Medium" panose="020B0600000000000000" pitchFamily="34" charset="-122"/>
              </a:rPr>
              <a:t>在此录入上述图表的综合描述说明，在此录入上述图表的综合描述说明，在此录入上述。</a:t>
            </a:r>
            <a:endPar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mn-ea"/>
              <a:sym typeface="思源黑体 Medium" panose="020B06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12" presetClass="entr" presetSubtype="1" fill="hold" grpId="0" nodeType="afterEffect">
                                  <p:stCondLst>
                                    <p:cond delay="0"/>
                                  </p:stCondLst>
                                  <p:childTnLst>
                                    <p:set>
                                      <p:cBhvr>
                                        <p:cTn id="10" dur="1" fill="hold">
                                          <p:stCondLst>
                                            <p:cond delay="0"/>
                                          </p:stCondLst>
                                        </p:cTn>
                                        <p:tgtEl>
                                          <p:spTgt spid="87"/>
                                        </p:tgtEl>
                                        <p:attrNameLst>
                                          <p:attrName>style.visibility</p:attrName>
                                        </p:attrNameLst>
                                      </p:cBhvr>
                                      <p:to>
                                        <p:strVal val="visible"/>
                                      </p:to>
                                    </p:set>
                                    <p:anim calcmode="lin" valueType="num">
                                      <p:cBhvr additive="base">
                                        <p:cTn id="11" dur="500"/>
                                        <p:tgtEl>
                                          <p:spTgt spid="87"/>
                                        </p:tgtEl>
                                        <p:attrNameLst>
                                          <p:attrName>ppt_y</p:attrName>
                                        </p:attrNameLst>
                                      </p:cBhvr>
                                      <p:tavLst>
                                        <p:tav tm="0">
                                          <p:val>
                                            <p:strVal val="#ppt_y-#ppt_h*1.125000"/>
                                          </p:val>
                                        </p:tav>
                                        <p:tav tm="100000">
                                          <p:val>
                                            <p:strVal val="#ppt_y"/>
                                          </p:val>
                                        </p:tav>
                                      </p:tavLst>
                                    </p:anim>
                                    <p:animEffect transition="in" filter="wipe(down)">
                                      <p:cBhvr>
                                        <p:cTn id="12" dur="500"/>
                                        <p:tgtEl>
                                          <p:spTgt spid="87"/>
                                        </p:tgtEl>
                                      </p:cBhvr>
                                    </p:animEffect>
                                  </p:childTnLst>
                                </p:cTn>
                              </p:par>
                            </p:childTnLst>
                          </p:cTn>
                        </p:par>
                        <p:par>
                          <p:cTn id="13" fill="hold">
                            <p:stCondLst>
                              <p:cond delay="1000"/>
                            </p:stCondLst>
                            <p:childTnLst>
                              <p:par>
                                <p:cTn id="14" presetID="22" presetClass="entr" presetSubtype="1" fill="hold" grpId="0" nodeType="afterEffect">
                                  <p:stCondLst>
                                    <p:cond delay="0"/>
                                  </p:stCondLst>
                                  <p:childTnLst>
                                    <p:set>
                                      <p:cBhvr>
                                        <p:cTn id="15" dur="1" fill="hold">
                                          <p:stCondLst>
                                            <p:cond delay="0"/>
                                          </p:stCondLst>
                                        </p:cTn>
                                        <p:tgtEl>
                                          <p:spTgt spid="88"/>
                                        </p:tgtEl>
                                        <p:attrNameLst>
                                          <p:attrName>style.visibility</p:attrName>
                                        </p:attrNameLst>
                                      </p:cBhvr>
                                      <p:to>
                                        <p:strVal val="visible"/>
                                      </p:to>
                                    </p:set>
                                    <p:animEffect transition="in" filter="wipe(up)">
                                      <p:cBhvr>
                                        <p:cTn id="16" dur="500"/>
                                        <p:tgtEl>
                                          <p:spTgt spid="88"/>
                                        </p:tgtEl>
                                      </p:cBhvr>
                                    </p:animEffect>
                                  </p:childTnLst>
                                </p:cTn>
                              </p:par>
                            </p:childTnLst>
                          </p:cTn>
                        </p:par>
                        <p:par>
                          <p:cTn id="17" fill="hold">
                            <p:stCondLst>
                              <p:cond delay="1500"/>
                            </p:stCondLst>
                            <p:childTnLst>
                              <p:par>
                                <p:cTn id="18" presetID="12" presetClass="entr" presetSubtype="1" fill="hold" grpId="0" nodeType="afterEffect">
                                  <p:stCondLst>
                                    <p:cond delay="0"/>
                                  </p:stCondLst>
                                  <p:childTnLst>
                                    <p:set>
                                      <p:cBhvr>
                                        <p:cTn id="19" dur="1" fill="hold">
                                          <p:stCondLst>
                                            <p:cond delay="0"/>
                                          </p:stCondLst>
                                        </p:cTn>
                                        <p:tgtEl>
                                          <p:spTgt spid="89"/>
                                        </p:tgtEl>
                                        <p:attrNameLst>
                                          <p:attrName>style.visibility</p:attrName>
                                        </p:attrNameLst>
                                      </p:cBhvr>
                                      <p:to>
                                        <p:strVal val="visible"/>
                                      </p:to>
                                    </p:set>
                                    <p:anim calcmode="lin" valueType="num">
                                      <p:cBhvr additive="base">
                                        <p:cTn id="20" dur="500"/>
                                        <p:tgtEl>
                                          <p:spTgt spid="89"/>
                                        </p:tgtEl>
                                        <p:attrNameLst>
                                          <p:attrName>ppt_y</p:attrName>
                                        </p:attrNameLst>
                                      </p:cBhvr>
                                      <p:tavLst>
                                        <p:tav tm="0">
                                          <p:val>
                                            <p:strVal val="#ppt_y-#ppt_h*1.125000"/>
                                          </p:val>
                                        </p:tav>
                                        <p:tav tm="100000">
                                          <p:val>
                                            <p:strVal val="#ppt_y"/>
                                          </p:val>
                                        </p:tav>
                                      </p:tavLst>
                                    </p:anim>
                                    <p:animEffect transition="in" filter="wipe(down)">
                                      <p:cBhvr>
                                        <p:cTn id="21" dur="500"/>
                                        <p:tgtEl>
                                          <p:spTgt spid="89"/>
                                        </p:tgtEl>
                                      </p:cBhvr>
                                    </p:animEffect>
                                  </p:childTnLst>
                                </p:cTn>
                              </p:par>
                            </p:childTnLst>
                          </p:cTn>
                        </p:par>
                        <p:par>
                          <p:cTn id="22" fill="hold">
                            <p:stCondLst>
                              <p:cond delay="2000"/>
                            </p:stCondLst>
                            <p:childTnLst>
                              <p:par>
                                <p:cTn id="23" presetID="12" presetClass="entr" presetSubtype="1" fill="hold" grpId="0" nodeType="afterEffect">
                                  <p:stCondLst>
                                    <p:cond delay="0"/>
                                  </p:stCondLst>
                                  <p:childTnLst>
                                    <p:set>
                                      <p:cBhvr>
                                        <p:cTn id="24" dur="1" fill="hold">
                                          <p:stCondLst>
                                            <p:cond delay="0"/>
                                          </p:stCondLst>
                                        </p:cTn>
                                        <p:tgtEl>
                                          <p:spTgt spid="90"/>
                                        </p:tgtEl>
                                        <p:attrNameLst>
                                          <p:attrName>style.visibility</p:attrName>
                                        </p:attrNameLst>
                                      </p:cBhvr>
                                      <p:to>
                                        <p:strVal val="visible"/>
                                      </p:to>
                                    </p:set>
                                    <p:anim calcmode="lin" valueType="num">
                                      <p:cBhvr additive="base">
                                        <p:cTn id="25" dur="500"/>
                                        <p:tgtEl>
                                          <p:spTgt spid="90"/>
                                        </p:tgtEl>
                                        <p:attrNameLst>
                                          <p:attrName>ppt_y</p:attrName>
                                        </p:attrNameLst>
                                      </p:cBhvr>
                                      <p:tavLst>
                                        <p:tav tm="0">
                                          <p:val>
                                            <p:strVal val="#ppt_y-#ppt_h*1.125000"/>
                                          </p:val>
                                        </p:tav>
                                        <p:tav tm="100000">
                                          <p:val>
                                            <p:strVal val="#ppt_y"/>
                                          </p:val>
                                        </p:tav>
                                      </p:tavLst>
                                    </p:anim>
                                    <p:animEffect transition="in" filter="wipe(down)">
                                      <p:cBhvr>
                                        <p:cTn id="26" dur="500"/>
                                        <p:tgtEl>
                                          <p:spTgt spid="90"/>
                                        </p:tgtEl>
                                      </p:cBhvr>
                                    </p:animEffect>
                                  </p:childTnLst>
                                </p:cTn>
                              </p:par>
                            </p:childTnLst>
                          </p:cTn>
                        </p:par>
                        <p:par>
                          <p:cTn id="27" fill="hold">
                            <p:stCondLst>
                              <p:cond delay="2500"/>
                            </p:stCondLst>
                            <p:childTnLst>
                              <p:par>
                                <p:cTn id="28" presetID="12" presetClass="entr" presetSubtype="1" fill="hold" grpId="0" nodeType="afterEffect">
                                  <p:stCondLst>
                                    <p:cond delay="0"/>
                                  </p:stCondLst>
                                  <p:childTnLst>
                                    <p:set>
                                      <p:cBhvr>
                                        <p:cTn id="29" dur="1" fill="hold">
                                          <p:stCondLst>
                                            <p:cond delay="0"/>
                                          </p:stCondLst>
                                        </p:cTn>
                                        <p:tgtEl>
                                          <p:spTgt spid="91"/>
                                        </p:tgtEl>
                                        <p:attrNameLst>
                                          <p:attrName>style.visibility</p:attrName>
                                        </p:attrNameLst>
                                      </p:cBhvr>
                                      <p:to>
                                        <p:strVal val="visible"/>
                                      </p:to>
                                    </p:set>
                                    <p:anim calcmode="lin" valueType="num">
                                      <p:cBhvr additive="base">
                                        <p:cTn id="30" dur="500"/>
                                        <p:tgtEl>
                                          <p:spTgt spid="91"/>
                                        </p:tgtEl>
                                        <p:attrNameLst>
                                          <p:attrName>ppt_y</p:attrName>
                                        </p:attrNameLst>
                                      </p:cBhvr>
                                      <p:tavLst>
                                        <p:tav tm="0">
                                          <p:val>
                                            <p:strVal val="#ppt_y-#ppt_h*1.125000"/>
                                          </p:val>
                                        </p:tav>
                                        <p:tav tm="100000">
                                          <p:val>
                                            <p:strVal val="#ppt_y"/>
                                          </p:val>
                                        </p:tav>
                                      </p:tavLst>
                                    </p:anim>
                                    <p:animEffect transition="in" filter="wipe(down)">
                                      <p:cBhvr>
                                        <p:cTn id="31" dur="500"/>
                                        <p:tgtEl>
                                          <p:spTgt spid="91"/>
                                        </p:tgtEl>
                                      </p:cBhvr>
                                    </p:animEffect>
                                  </p:childTnLst>
                                </p:cTn>
                              </p:par>
                            </p:childTnLst>
                          </p:cTn>
                        </p:par>
                        <p:par>
                          <p:cTn id="32" fill="hold">
                            <p:stCondLst>
                              <p:cond delay="3000"/>
                            </p:stCondLst>
                            <p:childTnLst>
                              <p:par>
                                <p:cTn id="33" presetID="22" presetClass="entr" presetSubtype="1" fill="hold" grpId="0" nodeType="afterEffect">
                                  <p:stCondLst>
                                    <p:cond delay="0"/>
                                  </p:stCondLst>
                                  <p:childTnLst>
                                    <p:set>
                                      <p:cBhvr>
                                        <p:cTn id="34" dur="1" fill="hold">
                                          <p:stCondLst>
                                            <p:cond delay="0"/>
                                          </p:stCondLst>
                                        </p:cTn>
                                        <p:tgtEl>
                                          <p:spTgt spid="92"/>
                                        </p:tgtEl>
                                        <p:attrNameLst>
                                          <p:attrName>style.visibility</p:attrName>
                                        </p:attrNameLst>
                                      </p:cBhvr>
                                      <p:to>
                                        <p:strVal val="visible"/>
                                      </p:to>
                                    </p:set>
                                    <p:animEffect transition="in" filter="wipe(up)">
                                      <p:cBhvr>
                                        <p:cTn id="35" dur="500"/>
                                        <p:tgtEl>
                                          <p:spTgt spid="92"/>
                                        </p:tgtEl>
                                      </p:cBhvr>
                                    </p:animEffect>
                                  </p:childTnLst>
                                </p:cTn>
                              </p:par>
                            </p:childTnLst>
                          </p:cTn>
                        </p:par>
                        <p:par>
                          <p:cTn id="36" fill="hold">
                            <p:stCondLst>
                              <p:cond delay="3500"/>
                            </p:stCondLst>
                            <p:childTnLst>
                              <p:par>
                                <p:cTn id="37" presetID="22" presetClass="entr" presetSubtype="1" fill="hold" grpId="0" nodeType="afterEffect">
                                  <p:stCondLst>
                                    <p:cond delay="0"/>
                                  </p:stCondLst>
                                  <p:childTnLst>
                                    <p:set>
                                      <p:cBhvr>
                                        <p:cTn id="38" dur="1" fill="hold">
                                          <p:stCondLst>
                                            <p:cond delay="0"/>
                                          </p:stCondLst>
                                        </p:cTn>
                                        <p:tgtEl>
                                          <p:spTgt spid="93"/>
                                        </p:tgtEl>
                                        <p:attrNameLst>
                                          <p:attrName>style.visibility</p:attrName>
                                        </p:attrNameLst>
                                      </p:cBhvr>
                                      <p:to>
                                        <p:strVal val="visible"/>
                                      </p:to>
                                    </p:set>
                                    <p:animEffect transition="in" filter="wipe(up)">
                                      <p:cBhvr>
                                        <p:cTn id="39" dur="500"/>
                                        <p:tgtEl>
                                          <p:spTgt spid="93"/>
                                        </p:tgtEl>
                                      </p:cBhvr>
                                    </p:animEffect>
                                  </p:childTnLst>
                                </p:cTn>
                              </p:par>
                            </p:childTnLst>
                          </p:cTn>
                        </p:par>
                        <p:par>
                          <p:cTn id="40" fill="hold">
                            <p:stCondLst>
                              <p:cond delay="4000"/>
                            </p:stCondLst>
                            <p:childTnLst>
                              <p:par>
                                <p:cTn id="41" presetID="22" presetClass="entr" presetSubtype="1" fill="hold" grpId="0" nodeType="afterEffect">
                                  <p:stCondLst>
                                    <p:cond delay="0"/>
                                  </p:stCondLst>
                                  <p:childTnLst>
                                    <p:set>
                                      <p:cBhvr>
                                        <p:cTn id="42" dur="1" fill="hold">
                                          <p:stCondLst>
                                            <p:cond delay="0"/>
                                          </p:stCondLst>
                                        </p:cTn>
                                        <p:tgtEl>
                                          <p:spTgt spid="94"/>
                                        </p:tgtEl>
                                        <p:attrNameLst>
                                          <p:attrName>style.visibility</p:attrName>
                                        </p:attrNameLst>
                                      </p:cBhvr>
                                      <p:to>
                                        <p:strVal val="visible"/>
                                      </p:to>
                                    </p:set>
                                    <p:animEffect transition="in" filter="wipe(up)">
                                      <p:cBhvr>
                                        <p:cTn id="43" dur="5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7" grpId="0"/>
      <p:bldP spid="88" grpId="0"/>
      <p:bldP spid="89" grpId="0"/>
      <p:bldP spid="90" grpId="0"/>
      <p:bldP spid="91" grpId="0"/>
      <p:bldP spid="92" grpId="0"/>
      <p:bldP spid="93" grpId="0"/>
      <p:bldP spid="9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矩形 30"/>
          <p:cNvSpPr>
            <a:spLocks noChangeArrowheads="1"/>
          </p:cNvSpPr>
          <p:nvPr/>
        </p:nvSpPr>
        <p:spPr bwMode="auto">
          <a:xfrm>
            <a:off x="934588" y="322124"/>
            <a:ext cx="4065203"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457200">
              <a:spcBef>
                <a:spcPct val="0"/>
              </a:spcBef>
              <a:buNone/>
            </a:pPr>
            <a:r>
              <a:rPr lang="zh-CN" altLang="en-US" sz="2400">
                <a:solidFill>
                  <a:srgbClr val="325B7F"/>
                </a:solidFill>
                <a:cs typeface="+mn-ea"/>
                <a:sym typeface="思源黑体" panose="020B0500000000000000" pitchFamily="34" charset="-122"/>
              </a:rPr>
              <a:t>添加论文第四部分内容标题</a:t>
            </a:r>
            <a:endParaRPr lang="zh-CN" altLang="en-US" sz="2400">
              <a:solidFill>
                <a:srgbClr val="325B7F"/>
              </a:solidFill>
              <a:cs typeface="+mn-ea"/>
              <a:sym typeface="思源黑体" panose="020B0500000000000000" pitchFamily="34" charset="-122"/>
            </a:endParaRPr>
          </a:p>
        </p:txBody>
      </p:sp>
      <p:grpSp>
        <p:nvGrpSpPr>
          <p:cNvPr id="53" name="Group 43"/>
          <p:cNvGrpSpPr/>
          <p:nvPr/>
        </p:nvGrpSpPr>
        <p:grpSpPr>
          <a:xfrm>
            <a:off x="3601574" y="2971418"/>
            <a:ext cx="2574319" cy="781811"/>
            <a:chOff x="2469637" y="2543073"/>
            <a:chExt cx="2120468" cy="643978"/>
          </a:xfrm>
          <a:solidFill>
            <a:srgbClr val="335C80"/>
          </a:solidFill>
        </p:grpSpPr>
        <p:sp>
          <p:nvSpPr>
            <p:cNvPr id="70" name="Flowchart: Data 40"/>
            <p:cNvSpPr/>
            <p:nvPr/>
          </p:nvSpPr>
          <p:spPr>
            <a:xfrm rot="16200000" flipH="1" flipV="1">
              <a:off x="4163077" y="2756126"/>
              <a:ext cx="640080" cy="213975"/>
            </a:xfrm>
            <a:prstGeom prst="flowChartInputOutpu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31875" rtl="0" eaLnBrk="1" latinLnBrk="0" hangingPunct="1">
                <a:defRPr sz="2000" kern="1200">
                  <a:solidFill>
                    <a:schemeClr val="lt1"/>
                  </a:solidFill>
                  <a:latin typeface="+mn-lt"/>
                  <a:ea typeface="+mn-ea"/>
                  <a:cs typeface="+mn-cs"/>
                </a:defRPr>
              </a:lvl1pPr>
              <a:lvl2pPr marL="515620" algn="l" defTabSz="1031875" rtl="0" eaLnBrk="1" latinLnBrk="0" hangingPunct="1">
                <a:defRPr sz="2000" kern="1200">
                  <a:solidFill>
                    <a:schemeClr val="lt1"/>
                  </a:solidFill>
                  <a:latin typeface="+mn-lt"/>
                  <a:ea typeface="+mn-ea"/>
                  <a:cs typeface="+mn-cs"/>
                </a:defRPr>
              </a:lvl2pPr>
              <a:lvl3pPr marL="1031875" algn="l" defTabSz="1031875" rtl="0" eaLnBrk="1" latinLnBrk="0" hangingPunct="1">
                <a:defRPr sz="2000" kern="1200">
                  <a:solidFill>
                    <a:schemeClr val="lt1"/>
                  </a:solidFill>
                  <a:latin typeface="+mn-lt"/>
                  <a:ea typeface="+mn-ea"/>
                  <a:cs typeface="+mn-cs"/>
                </a:defRPr>
              </a:lvl3pPr>
              <a:lvl4pPr marL="1547495" algn="l" defTabSz="1031875" rtl="0" eaLnBrk="1" latinLnBrk="0" hangingPunct="1">
                <a:defRPr sz="2000" kern="1200">
                  <a:solidFill>
                    <a:schemeClr val="lt1"/>
                  </a:solidFill>
                  <a:latin typeface="+mn-lt"/>
                  <a:ea typeface="+mn-ea"/>
                  <a:cs typeface="+mn-cs"/>
                </a:defRPr>
              </a:lvl4pPr>
              <a:lvl5pPr marL="2063115" algn="l" defTabSz="1031875" rtl="0" eaLnBrk="1" latinLnBrk="0" hangingPunct="1">
                <a:defRPr sz="2000" kern="1200">
                  <a:solidFill>
                    <a:schemeClr val="lt1"/>
                  </a:solidFill>
                  <a:latin typeface="+mn-lt"/>
                  <a:ea typeface="+mn-ea"/>
                  <a:cs typeface="+mn-cs"/>
                </a:defRPr>
              </a:lvl5pPr>
              <a:lvl6pPr marL="2579370" algn="l" defTabSz="1031875" rtl="0" eaLnBrk="1" latinLnBrk="0" hangingPunct="1">
                <a:defRPr sz="2000" kern="1200">
                  <a:solidFill>
                    <a:schemeClr val="lt1"/>
                  </a:solidFill>
                  <a:latin typeface="+mn-lt"/>
                  <a:ea typeface="+mn-ea"/>
                  <a:cs typeface="+mn-cs"/>
                </a:defRPr>
              </a:lvl6pPr>
              <a:lvl7pPr marL="3094990" algn="l" defTabSz="1031875" rtl="0" eaLnBrk="1" latinLnBrk="0" hangingPunct="1">
                <a:defRPr sz="2000" kern="1200">
                  <a:solidFill>
                    <a:schemeClr val="lt1"/>
                  </a:solidFill>
                  <a:latin typeface="+mn-lt"/>
                  <a:ea typeface="+mn-ea"/>
                  <a:cs typeface="+mn-cs"/>
                </a:defRPr>
              </a:lvl7pPr>
              <a:lvl8pPr marL="3610610" algn="l" defTabSz="1031875" rtl="0" eaLnBrk="1" latinLnBrk="0" hangingPunct="1">
                <a:defRPr sz="2000" kern="1200">
                  <a:solidFill>
                    <a:schemeClr val="lt1"/>
                  </a:solidFill>
                  <a:latin typeface="+mn-lt"/>
                  <a:ea typeface="+mn-ea"/>
                  <a:cs typeface="+mn-cs"/>
                </a:defRPr>
              </a:lvl8pPr>
              <a:lvl9pPr marL="4126230" algn="l" defTabSz="1031875" rtl="0" eaLnBrk="1" latinLnBrk="0" hangingPunct="1">
                <a:defRPr sz="2000" kern="1200">
                  <a:solidFill>
                    <a:schemeClr val="lt1"/>
                  </a:solidFill>
                  <a:latin typeface="+mn-lt"/>
                  <a:ea typeface="+mn-ea"/>
                  <a:cs typeface="+mn-cs"/>
                </a:defRPr>
              </a:lvl9pPr>
            </a:lstStyle>
            <a:p>
              <a:pPr algn="ctr"/>
              <a:endParaRPr lang="en-US" sz="1100"/>
            </a:p>
          </p:txBody>
        </p:sp>
        <p:grpSp>
          <p:nvGrpSpPr>
            <p:cNvPr id="71" name="Group 51"/>
            <p:cNvGrpSpPr/>
            <p:nvPr/>
          </p:nvGrpSpPr>
          <p:grpSpPr>
            <a:xfrm>
              <a:off x="2469637" y="2543073"/>
              <a:ext cx="2120468" cy="643978"/>
              <a:chOff x="2460112" y="2094062"/>
              <a:chExt cx="2120468" cy="643978"/>
            </a:xfrm>
            <a:grpFill/>
          </p:grpSpPr>
          <p:sp>
            <p:nvSpPr>
              <p:cNvPr id="72" name="Flowchart: Data 32"/>
              <p:cNvSpPr/>
              <p:nvPr/>
            </p:nvSpPr>
            <p:spPr>
              <a:xfrm rot="16200000" flipH="1" flipV="1">
                <a:off x="2247060" y="2307114"/>
                <a:ext cx="640080" cy="213975"/>
              </a:xfrm>
              <a:prstGeom prst="flowChartInputOutpu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31875" rtl="0" eaLnBrk="1" latinLnBrk="0" hangingPunct="1">
                  <a:defRPr sz="2000" kern="1200">
                    <a:solidFill>
                      <a:schemeClr val="lt1"/>
                    </a:solidFill>
                    <a:latin typeface="+mn-lt"/>
                    <a:ea typeface="+mn-ea"/>
                    <a:cs typeface="+mn-cs"/>
                  </a:defRPr>
                </a:lvl1pPr>
                <a:lvl2pPr marL="515620" algn="l" defTabSz="1031875" rtl="0" eaLnBrk="1" latinLnBrk="0" hangingPunct="1">
                  <a:defRPr sz="2000" kern="1200">
                    <a:solidFill>
                      <a:schemeClr val="lt1"/>
                    </a:solidFill>
                    <a:latin typeface="+mn-lt"/>
                    <a:ea typeface="+mn-ea"/>
                    <a:cs typeface="+mn-cs"/>
                  </a:defRPr>
                </a:lvl2pPr>
                <a:lvl3pPr marL="1031875" algn="l" defTabSz="1031875" rtl="0" eaLnBrk="1" latinLnBrk="0" hangingPunct="1">
                  <a:defRPr sz="2000" kern="1200">
                    <a:solidFill>
                      <a:schemeClr val="lt1"/>
                    </a:solidFill>
                    <a:latin typeface="+mn-lt"/>
                    <a:ea typeface="+mn-ea"/>
                    <a:cs typeface="+mn-cs"/>
                  </a:defRPr>
                </a:lvl3pPr>
                <a:lvl4pPr marL="1547495" algn="l" defTabSz="1031875" rtl="0" eaLnBrk="1" latinLnBrk="0" hangingPunct="1">
                  <a:defRPr sz="2000" kern="1200">
                    <a:solidFill>
                      <a:schemeClr val="lt1"/>
                    </a:solidFill>
                    <a:latin typeface="+mn-lt"/>
                    <a:ea typeface="+mn-ea"/>
                    <a:cs typeface="+mn-cs"/>
                  </a:defRPr>
                </a:lvl4pPr>
                <a:lvl5pPr marL="2063115" algn="l" defTabSz="1031875" rtl="0" eaLnBrk="1" latinLnBrk="0" hangingPunct="1">
                  <a:defRPr sz="2000" kern="1200">
                    <a:solidFill>
                      <a:schemeClr val="lt1"/>
                    </a:solidFill>
                    <a:latin typeface="+mn-lt"/>
                    <a:ea typeface="+mn-ea"/>
                    <a:cs typeface="+mn-cs"/>
                  </a:defRPr>
                </a:lvl5pPr>
                <a:lvl6pPr marL="2579370" algn="l" defTabSz="1031875" rtl="0" eaLnBrk="1" latinLnBrk="0" hangingPunct="1">
                  <a:defRPr sz="2000" kern="1200">
                    <a:solidFill>
                      <a:schemeClr val="lt1"/>
                    </a:solidFill>
                    <a:latin typeface="+mn-lt"/>
                    <a:ea typeface="+mn-ea"/>
                    <a:cs typeface="+mn-cs"/>
                  </a:defRPr>
                </a:lvl6pPr>
                <a:lvl7pPr marL="3094990" algn="l" defTabSz="1031875" rtl="0" eaLnBrk="1" latinLnBrk="0" hangingPunct="1">
                  <a:defRPr sz="2000" kern="1200">
                    <a:solidFill>
                      <a:schemeClr val="lt1"/>
                    </a:solidFill>
                    <a:latin typeface="+mn-lt"/>
                    <a:ea typeface="+mn-ea"/>
                    <a:cs typeface="+mn-cs"/>
                  </a:defRPr>
                </a:lvl7pPr>
                <a:lvl8pPr marL="3610610" algn="l" defTabSz="1031875" rtl="0" eaLnBrk="1" latinLnBrk="0" hangingPunct="1">
                  <a:defRPr sz="2000" kern="1200">
                    <a:solidFill>
                      <a:schemeClr val="lt1"/>
                    </a:solidFill>
                    <a:latin typeface="+mn-lt"/>
                    <a:ea typeface="+mn-ea"/>
                    <a:cs typeface="+mn-cs"/>
                  </a:defRPr>
                </a:lvl8pPr>
                <a:lvl9pPr marL="4126230" algn="l" defTabSz="1031875" rtl="0" eaLnBrk="1" latinLnBrk="0" hangingPunct="1">
                  <a:defRPr sz="2000" kern="1200">
                    <a:solidFill>
                      <a:schemeClr val="lt1"/>
                    </a:solidFill>
                    <a:latin typeface="+mn-lt"/>
                    <a:ea typeface="+mn-ea"/>
                    <a:cs typeface="+mn-cs"/>
                  </a:defRPr>
                </a:lvl9pPr>
              </a:lstStyle>
              <a:p>
                <a:pPr algn="ctr"/>
                <a:endParaRPr lang="en-US" sz="1100"/>
              </a:p>
            </p:txBody>
          </p:sp>
          <p:sp>
            <p:nvSpPr>
              <p:cNvPr id="101" name="Rectangle 34"/>
              <p:cNvSpPr/>
              <p:nvPr/>
            </p:nvSpPr>
            <p:spPr>
              <a:xfrm>
                <a:off x="2673145" y="2224816"/>
                <a:ext cx="1907435" cy="51322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31875" rtl="0" eaLnBrk="1" latinLnBrk="0" hangingPunct="1">
                  <a:defRPr sz="2000" kern="1200">
                    <a:solidFill>
                      <a:schemeClr val="lt1"/>
                    </a:solidFill>
                    <a:latin typeface="+mn-lt"/>
                    <a:ea typeface="+mn-ea"/>
                    <a:cs typeface="+mn-cs"/>
                  </a:defRPr>
                </a:lvl1pPr>
                <a:lvl2pPr marL="515620" algn="l" defTabSz="1031875" rtl="0" eaLnBrk="1" latinLnBrk="0" hangingPunct="1">
                  <a:defRPr sz="2000" kern="1200">
                    <a:solidFill>
                      <a:schemeClr val="lt1"/>
                    </a:solidFill>
                    <a:latin typeface="+mn-lt"/>
                    <a:ea typeface="+mn-ea"/>
                    <a:cs typeface="+mn-cs"/>
                  </a:defRPr>
                </a:lvl2pPr>
                <a:lvl3pPr marL="1031875" algn="l" defTabSz="1031875" rtl="0" eaLnBrk="1" latinLnBrk="0" hangingPunct="1">
                  <a:defRPr sz="2000" kern="1200">
                    <a:solidFill>
                      <a:schemeClr val="lt1"/>
                    </a:solidFill>
                    <a:latin typeface="+mn-lt"/>
                    <a:ea typeface="+mn-ea"/>
                    <a:cs typeface="+mn-cs"/>
                  </a:defRPr>
                </a:lvl3pPr>
                <a:lvl4pPr marL="1547495" algn="l" defTabSz="1031875" rtl="0" eaLnBrk="1" latinLnBrk="0" hangingPunct="1">
                  <a:defRPr sz="2000" kern="1200">
                    <a:solidFill>
                      <a:schemeClr val="lt1"/>
                    </a:solidFill>
                    <a:latin typeface="+mn-lt"/>
                    <a:ea typeface="+mn-ea"/>
                    <a:cs typeface="+mn-cs"/>
                  </a:defRPr>
                </a:lvl4pPr>
                <a:lvl5pPr marL="2063115" algn="l" defTabSz="1031875" rtl="0" eaLnBrk="1" latinLnBrk="0" hangingPunct="1">
                  <a:defRPr sz="2000" kern="1200">
                    <a:solidFill>
                      <a:schemeClr val="lt1"/>
                    </a:solidFill>
                    <a:latin typeface="+mn-lt"/>
                    <a:ea typeface="+mn-ea"/>
                    <a:cs typeface="+mn-cs"/>
                  </a:defRPr>
                </a:lvl5pPr>
                <a:lvl6pPr marL="2579370" algn="l" defTabSz="1031875" rtl="0" eaLnBrk="1" latinLnBrk="0" hangingPunct="1">
                  <a:defRPr sz="2000" kern="1200">
                    <a:solidFill>
                      <a:schemeClr val="lt1"/>
                    </a:solidFill>
                    <a:latin typeface="+mn-lt"/>
                    <a:ea typeface="+mn-ea"/>
                    <a:cs typeface="+mn-cs"/>
                  </a:defRPr>
                </a:lvl6pPr>
                <a:lvl7pPr marL="3094990" algn="l" defTabSz="1031875" rtl="0" eaLnBrk="1" latinLnBrk="0" hangingPunct="1">
                  <a:defRPr sz="2000" kern="1200">
                    <a:solidFill>
                      <a:schemeClr val="lt1"/>
                    </a:solidFill>
                    <a:latin typeface="+mn-lt"/>
                    <a:ea typeface="+mn-ea"/>
                    <a:cs typeface="+mn-cs"/>
                  </a:defRPr>
                </a:lvl7pPr>
                <a:lvl8pPr marL="3610610" algn="l" defTabSz="1031875" rtl="0" eaLnBrk="1" latinLnBrk="0" hangingPunct="1">
                  <a:defRPr sz="2000" kern="1200">
                    <a:solidFill>
                      <a:schemeClr val="lt1"/>
                    </a:solidFill>
                    <a:latin typeface="+mn-lt"/>
                    <a:ea typeface="+mn-ea"/>
                    <a:cs typeface="+mn-cs"/>
                  </a:defRPr>
                </a:lvl8pPr>
                <a:lvl9pPr marL="4126230" algn="l" defTabSz="1031875" rtl="0" eaLnBrk="1" latinLnBrk="0" hangingPunct="1">
                  <a:defRPr sz="2000" kern="1200">
                    <a:solidFill>
                      <a:schemeClr val="lt1"/>
                    </a:solidFill>
                    <a:latin typeface="+mn-lt"/>
                    <a:ea typeface="+mn-ea"/>
                    <a:cs typeface="+mn-cs"/>
                  </a:defRPr>
                </a:lvl9pPr>
              </a:lstStyle>
              <a:p>
                <a:pPr algn="ctr"/>
                <a:r>
                  <a:rPr lang="en-US" sz="1400">
                    <a:solidFill>
                      <a:schemeClr val="bg1"/>
                    </a:solidFill>
                  </a:rPr>
                  <a:t>Step Two</a:t>
                </a:r>
                <a:endParaRPr lang="en-US" sz="1400">
                  <a:solidFill>
                    <a:schemeClr val="bg1"/>
                  </a:solidFill>
                </a:endParaRPr>
              </a:p>
            </p:txBody>
          </p:sp>
        </p:grpSp>
      </p:grpSp>
      <p:grpSp>
        <p:nvGrpSpPr>
          <p:cNvPr id="54" name="Group 28"/>
          <p:cNvGrpSpPr/>
          <p:nvPr/>
        </p:nvGrpSpPr>
        <p:grpSpPr>
          <a:xfrm>
            <a:off x="8225887" y="1732983"/>
            <a:ext cx="2575464" cy="781810"/>
            <a:chOff x="6278686" y="1246786"/>
            <a:chExt cx="2121411" cy="643977"/>
          </a:xfrm>
          <a:solidFill>
            <a:srgbClr val="335C80"/>
          </a:solidFill>
        </p:grpSpPr>
        <p:sp>
          <p:nvSpPr>
            <p:cNvPr id="68" name="Flowchart: Data 37"/>
            <p:cNvSpPr/>
            <p:nvPr/>
          </p:nvSpPr>
          <p:spPr>
            <a:xfrm rot="16200000" flipH="1" flipV="1">
              <a:off x="6065634" y="1459838"/>
              <a:ext cx="640080" cy="213975"/>
            </a:xfrm>
            <a:prstGeom prst="flowChartInputOutpu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31875" rtl="0" eaLnBrk="1" latinLnBrk="0" hangingPunct="1">
                <a:defRPr sz="2000" kern="1200">
                  <a:solidFill>
                    <a:schemeClr val="lt1"/>
                  </a:solidFill>
                  <a:latin typeface="+mn-lt"/>
                  <a:ea typeface="+mn-ea"/>
                  <a:cs typeface="+mn-cs"/>
                </a:defRPr>
              </a:lvl1pPr>
              <a:lvl2pPr marL="515620" algn="l" defTabSz="1031875" rtl="0" eaLnBrk="1" latinLnBrk="0" hangingPunct="1">
                <a:defRPr sz="2000" kern="1200">
                  <a:solidFill>
                    <a:schemeClr val="lt1"/>
                  </a:solidFill>
                  <a:latin typeface="+mn-lt"/>
                  <a:ea typeface="+mn-ea"/>
                  <a:cs typeface="+mn-cs"/>
                </a:defRPr>
              </a:lvl2pPr>
              <a:lvl3pPr marL="1031875" algn="l" defTabSz="1031875" rtl="0" eaLnBrk="1" latinLnBrk="0" hangingPunct="1">
                <a:defRPr sz="2000" kern="1200">
                  <a:solidFill>
                    <a:schemeClr val="lt1"/>
                  </a:solidFill>
                  <a:latin typeface="+mn-lt"/>
                  <a:ea typeface="+mn-ea"/>
                  <a:cs typeface="+mn-cs"/>
                </a:defRPr>
              </a:lvl3pPr>
              <a:lvl4pPr marL="1547495" algn="l" defTabSz="1031875" rtl="0" eaLnBrk="1" latinLnBrk="0" hangingPunct="1">
                <a:defRPr sz="2000" kern="1200">
                  <a:solidFill>
                    <a:schemeClr val="lt1"/>
                  </a:solidFill>
                  <a:latin typeface="+mn-lt"/>
                  <a:ea typeface="+mn-ea"/>
                  <a:cs typeface="+mn-cs"/>
                </a:defRPr>
              </a:lvl4pPr>
              <a:lvl5pPr marL="2063115" algn="l" defTabSz="1031875" rtl="0" eaLnBrk="1" latinLnBrk="0" hangingPunct="1">
                <a:defRPr sz="2000" kern="1200">
                  <a:solidFill>
                    <a:schemeClr val="lt1"/>
                  </a:solidFill>
                  <a:latin typeface="+mn-lt"/>
                  <a:ea typeface="+mn-ea"/>
                  <a:cs typeface="+mn-cs"/>
                </a:defRPr>
              </a:lvl5pPr>
              <a:lvl6pPr marL="2579370" algn="l" defTabSz="1031875" rtl="0" eaLnBrk="1" latinLnBrk="0" hangingPunct="1">
                <a:defRPr sz="2000" kern="1200">
                  <a:solidFill>
                    <a:schemeClr val="lt1"/>
                  </a:solidFill>
                  <a:latin typeface="+mn-lt"/>
                  <a:ea typeface="+mn-ea"/>
                  <a:cs typeface="+mn-cs"/>
                </a:defRPr>
              </a:lvl6pPr>
              <a:lvl7pPr marL="3094990" algn="l" defTabSz="1031875" rtl="0" eaLnBrk="1" latinLnBrk="0" hangingPunct="1">
                <a:defRPr sz="2000" kern="1200">
                  <a:solidFill>
                    <a:schemeClr val="lt1"/>
                  </a:solidFill>
                  <a:latin typeface="+mn-lt"/>
                  <a:ea typeface="+mn-ea"/>
                  <a:cs typeface="+mn-cs"/>
                </a:defRPr>
              </a:lvl7pPr>
              <a:lvl8pPr marL="3610610" algn="l" defTabSz="1031875" rtl="0" eaLnBrk="1" latinLnBrk="0" hangingPunct="1">
                <a:defRPr sz="2000" kern="1200">
                  <a:solidFill>
                    <a:schemeClr val="lt1"/>
                  </a:solidFill>
                  <a:latin typeface="+mn-lt"/>
                  <a:ea typeface="+mn-ea"/>
                  <a:cs typeface="+mn-cs"/>
                </a:defRPr>
              </a:lvl8pPr>
              <a:lvl9pPr marL="4126230" algn="l" defTabSz="1031875" rtl="0" eaLnBrk="1" latinLnBrk="0" hangingPunct="1">
                <a:defRPr sz="2000" kern="1200">
                  <a:solidFill>
                    <a:schemeClr val="lt1"/>
                  </a:solidFill>
                  <a:latin typeface="+mn-lt"/>
                  <a:ea typeface="+mn-ea"/>
                  <a:cs typeface="+mn-cs"/>
                </a:defRPr>
              </a:lvl9pPr>
            </a:lstStyle>
            <a:p>
              <a:pPr algn="ctr"/>
              <a:endParaRPr lang="en-US" sz="1100"/>
            </a:p>
          </p:txBody>
        </p:sp>
        <p:sp>
          <p:nvSpPr>
            <p:cNvPr id="69" name="Pentagon 39"/>
            <p:cNvSpPr/>
            <p:nvPr/>
          </p:nvSpPr>
          <p:spPr>
            <a:xfrm>
              <a:off x="6492662" y="1377539"/>
              <a:ext cx="1907435" cy="513224"/>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31875" rtl="0" eaLnBrk="1" latinLnBrk="0" hangingPunct="1">
                <a:defRPr sz="2000" kern="1200">
                  <a:solidFill>
                    <a:schemeClr val="lt1"/>
                  </a:solidFill>
                  <a:latin typeface="+mn-lt"/>
                  <a:ea typeface="+mn-ea"/>
                  <a:cs typeface="+mn-cs"/>
                </a:defRPr>
              </a:lvl1pPr>
              <a:lvl2pPr marL="515620" algn="l" defTabSz="1031875" rtl="0" eaLnBrk="1" latinLnBrk="0" hangingPunct="1">
                <a:defRPr sz="2000" kern="1200">
                  <a:solidFill>
                    <a:schemeClr val="lt1"/>
                  </a:solidFill>
                  <a:latin typeface="+mn-lt"/>
                  <a:ea typeface="+mn-ea"/>
                  <a:cs typeface="+mn-cs"/>
                </a:defRPr>
              </a:lvl2pPr>
              <a:lvl3pPr marL="1031875" algn="l" defTabSz="1031875" rtl="0" eaLnBrk="1" latinLnBrk="0" hangingPunct="1">
                <a:defRPr sz="2000" kern="1200">
                  <a:solidFill>
                    <a:schemeClr val="lt1"/>
                  </a:solidFill>
                  <a:latin typeface="+mn-lt"/>
                  <a:ea typeface="+mn-ea"/>
                  <a:cs typeface="+mn-cs"/>
                </a:defRPr>
              </a:lvl3pPr>
              <a:lvl4pPr marL="1547495" algn="l" defTabSz="1031875" rtl="0" eaLnBrk="1" latinLnBrk="0" hangingPunct="1">
                <a:defRPr sz="2000" kern="1200">
                  <a:solidFill>
                    <a:schemeClr val="lt1"/>
                  </a:solidFill>
                  <a:latin typeface="+mn-lt"/>
                  <a:ea typeface="+mn-ea"/>
                  <a:cs typeface="+mn-cs"/>
                </a:defRPr>
              </a:lvl4pPr>
              <a:lvl5pPr marL="2063115" algn="l" defTabSz="1031875" rtl="0" eaLnBrk="1" latinLnBrk="0" hangingPunct="1">
                <a:defRPr sz="2000" kern="1200">
                  <a:solidFill>
                    <a:schemeClr val="lt1"/>
                  </a:solidFill>
                  <a:latin typeface="+mn-lt"/>
                  <a:ea typeface="+mn-ea"/>
                  <a:cs typeface="+mn-cs"/>
                </a:defRPr>
              </a:lvl5pPr>
              <a:lvl6pPr marL="2579370" algn="l" defTabSz="1031875" rtl="0" eaLnBrk="1" latinLnBrk="0" hangingPunct="1">
                <a:defRPr sz="2000" kern="1200">
                  <a:solidFill>
                    <a:schemeClr val="lt1"/>
                  </a:solidFill>
                  <a:latin typeface="+mn-lt"/>
                  <a:ea typeface="+mn-ea"/>
                  <a:cs typeface="+mn-cs"/>
                </a:defRPr>
              </a:lvl6pPr>
              <a:lvl7pPr marL="3094990" algn="l" defTabSz="1031875" rtl="0" eaLnBrk="1" latinLnBrk="0" hangingPunct="1">
                <a:defRPr sz="2000" kern="1200">
                  <a:solidFill>
                    <a:schemeClr val="lt1"/>
                  </a:solidFill>
                  <a:latin typeface="+mn-lt"/>
                  <a:ea typeface="+mn-ea"/>
                  <a:cs typeface="+mn-cs"/>
                </a:defRPr>
              </a:lvl7pPr>
              <a:lvl8pPr marL="3610610" algn="l" defTabSz="1031875" rtl="0" eaLnBrk="1" latinLnBrk="0" hangingPunct="1">
                <a:defRPr sz="2000" kern="1200">
                  <a:solidFill>
                    <a:schemeClr val="lt1"/>
                  </a:solidFill>
                  <a:latin typeface="+mn-lt"/>
                  <a:ea typeface="+mn-ea"/>
                  <a:cs typeface="+mn-cs"/>
                </a:defRPr>
              </a:lvl8pPr>
              <a:lvl9pPr marL="4126230" algn="l" defTabSz="1031875" rtl="0" eaLnBrk="1" latinLnBrk="0" hangingPunct="1">
                <a:defRPr sz="2000" kern="1200">
                  <a:solidFill>
                    <a:schemeClr val="lt1"/>
                  </a:solidFill>
                  <a:latin typeface="+mn-lt"/>
                  <a:ea typeface="+mn-ea"/>
                  <a:cs typeface="+mn-cs"/>
                </a:defRPr>
              </a:lvl9pPr>
            </a:lstStyle>
            <a:p>
              <a:pPr algn="ctr"/>
              <a:r>
                <a:rPr lang="en-US" sz="1400">
                  <a:solidFill>
                    <a:schemeClr val="bg1"/>
                  </a:solidFill>
                </a:rPr>
                <a:t>Step Four</a:t>
              </a:r>
              <a:endParaRPr lang="en-US" sz="1400">
                <a:solidFill>
                  <a:schemeClr val="bg1"/>
                </a:solidFill>
              </a:endParaRPr>
            </a:p>
          </p:txBody>
        </p:sp>
      </p:grpSp>
      <p:grpSp>
        <p:nvGrpSpPr>
          <p:cNvPr id="55" name="Group 45"/>
          <p:cNvGrpSpPr/>
          <p:nvPr/>
        </p:nvGrpSpPr>
        <p:grpSpPr>
          <a:xfrm>
            <a:off x="5916119" y="2352975"/>
            <a:ext cx="2575464" cy="784787"/>
            <a:chOff x="4376129" y="2033662"/>
            <a:chExt cx="2121411" cy="646429"/>
          </a:xfrm>
          <a:solidFill>
            <a:srgbClr val="7F7F7F"/>
          </a:solidFill>
        </p:grpSpPr>
        <p:sp>
          <p:nvSpPr>
            <p:cNvPr id="64" name="Flowchart: Data 42"/>
            <p:cNvSpPr/>
            <p:nvPr/>
          </p:nvSpPr>
          <p:spPr>
            <a:xfrm rot="16200000" flipH="1" flipV="1">
              <a:off x="6070512" y="2253063"/>
              <a:ext cx="640080" cy="213975"/>
            </a:xfrm>
            <a:prstGeom prst="flowChartInputOutpu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31875" rtl="0" eaLnBrk="1" latinLnBrk="0" hangingPunct="1">
                <a:defRPr sz="2000" kern="1200">
                  <a:solidFill>
                    <a:schemeClr val="lt1"/>
                  </a:solidFill>
                  <a:latin typeface="+mn-lt"/>
                  <a:ea typeface="+mn-ea"/>
                  <a:cs typeface="+mn-cs"/>
                </a:defRPr>
              </a:lvl1pPr>
              <a:lvl2pPr marL="515620" algn="l" defTabSz="1031875" rtl="0" eaLnBrk="1" latinLnBrk="0" hangingPunct="1">
                <a:defRPr sz="2000" kern="1200">
                  <a:solidFill>
                    <a:schemeClr val="lt1"/>
                  </a:solidFill>
                  <a:latin typeface="+mn-lt"/>
                  <a:ea typeface="+mn-ea"/>
                  <a:cs typeface="+mn-cs"/>
                </a:defRPr>
              </a:lvl2pPr>
              <a:lvl3pPr marL="1031875" algn="l" defTabSz="1031875" rtl="0" eaLnBrk="1" latinLnBrk="0" hangingPunct="1">
                <a:defRPr sz="2000" kern="1200">
                  <a:solidFill>
                    <a:schemeClr val="lt1"/>
                  </a:solidFill>
                  <a:latin typeface="+mn-lt"/>
                  <a:ea typeface="+mn-ea"/>
                  <a:cs typeface="+mn-cs"/>
                </a:defRPr>
              </a:lvl3pPr>
              <a:lvl4pPr marL="1547495" algn="l" defTabSz="1031875" rtl="0" eaLnBrk="1" latinLnBrk="0" hangingPunct="1">
                <a:defRPr sz="2000" kern="1200">
                  <a:solidFill>
                    <a:schemeClr val="lt1"/>
                  </a:solidFill>
                  <a:latin typeface="+mn-lt"/>
                  <a:ea typeface="+mn-ea"/>
                  <a:cs typeface="+mn-cs"/>
                </a:defRPr>
              </a:lvl4pPr>
              <a:lvl5pPr marL="2063115" algn="l" defTabSz="1031875" rtl="0" eaLnBrk="1" latinLnBrk="0" hangingPunct="1">
                <a:defRPr sz="2000" kern="1200">
                  <a:solidFill>
                    <a:schemeClr val="lt1"/>
                  </a:solidFill>
                  <a:latin typeface="+mn-lt"/>
                  <a:ea typeface="+mn-ea"/>
                  <a:cs typeface="+mn-cs"/>
                </a:defRPr>
              </a:lvl5pPr>
              <a:lvl6pPr marL="2579370" algn="l" defTabSz="1031875" rtl="0" eaLnBrk="1" latinLnBrk="0" hangingPunct="1">
                <a:defRPr sz="2000" kern="1200">
                  <a:solidFill>
                    <a:schemeClr val="lt1"/>
                  </a:solidFill>
                  <a:latin typeface="+mn-lt"/>
                  <a:ea typeface="+mn-ea"/>
                  <a:cs typeface="+mn-cs"/>
                </a:defRPr>
              </a:lvl6pPr>
              <a:lvl7pPr marL="3094990" algn="l" defTabSz="1031875" rtl="0" eaLnBrk="1" latinLnBrk="0" hangingPunct="1">
                <a:defRPr sz="2000" kern="1200">
                  <a:solidFill>
                    <a:schemeClr val="lt1"/>
                  </a:solidFill>
                  <a:latin typeface="+mn-lt"/>
                  <a:ea typeface="+mn-ea"/>
                  <a:cs typeface="+mn-cs"/>
                </a:defRPr>
              </a:lvl7pPr>
              <a:lvl8pPr marL="3610610" algn="l" defTabSz="1031875" rtl="0" eaLnBrk="1" latinLnBrk="0" hangingPunct="1">
                <a:defRPr sz="2000" kern="1200">
                  <a:solidFill>
                    <a:schemeClr val="lt1"/>
                  </a:solidFill>
                  <a:latin typeface="+mn-lt"/>
                  <a:ea typeface="+mn-ea"/>
                  <a:cs typeface="+mn-cs"/>
                </a:defRPr>
              </a:lvl8pPr>
              <a:lvl9pPr marL="4126230" algn="l" defTabSz="1031875" rtl="0" eaLnBrk="1" latinLnBrk="0" hangingPunct="1">
                <a:defRPr sz="2000" kern="1200">
                  <a:solidFill>
                    <a:schemeClr val="lt1"/>
                  </a:solidFill>
                  <a:latin typeface="+mn-lt"/>
                  <a:ea typeface="+mn-ea"/>
                  <a:cs typeface="+mn-cs"/>
                </a:defRPr>
              </a:lvl9pPr>
            </a:lstStyle>
            <a:p>
              <a:pPr algn="ctr"/>
              <a:endParaRPr lang="en-US" sz="1100"/>
            </a:p>
          </p:txBody>
        </p:sp>
        <p:grpSp>
          <p:nvGrpSpPr>
            <p:cNvPr id="65" name="Group 52"/>
            <p:cNvGrpSpPr/>
            <p:nvPr/>
          </p:nvGrpSpPr>
          <p:grpSpPr>
            <a:xfrm>
              <a:off x="4376129" y="2033662"/>
              <a:ext cx="2121411" cy="640165"/>
              <a:chOff x="4366604" y="1584651"/>
              <a:chExt cx="2121411" cy="640165"/>
            </a:xfrm>
            <a:grpFill/>
          </p:grpSpPr>
          <p:sp>
            <p:nvSpPr>
              <p:cNvPr id="66" name="Rectangle 44"/>
              <p:cNvSpPr/>
              <p:nvPr/>
            </p:nvSpPr>
            <p:spPr>
              <a:xfrm>
                <a:off x="4580580" y="1711592"/>
                <a:ext cx="1907435" cy="51322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31875" rtl="0" eaLnBrk="1" latinLnBrk="0" hangingPunct="1">
                  <a:defRPr sz="2000" kern="1200">
                    <a:solidFill>
                      <a:schemeClr val="lt1"/>
                    </a:solidFill>
                    <a:latin typeface="+mn-lt"/>
                    <a:ea typeface="+mn-ea"/>
                    <a:cs typeface="+mn-cs"/>
                  </a:defRPr>
                </a:lvl1pPr>
                <a:lvl2pPr marL="515620" algn="l" defTabSz="1031875" rtl="0" eaLnBrk="1" latinLnBrk="0" hangingPunct="1">
                  <a:defRPr sz="2000" kern="1200">
                    <a:solidFill>
                      <a:schemeClr val="lt1"/>
                    </a:solidFill>
                    <a:latin typeface="+mn-lt"/>
                    <a:ea typeface="+mn-ea"/>
                    <a:cs typeface="+mn-cs"/>
                  </a:defRPr>
                </a:lvl2pPr>
                <a:lvl3pPr marL="1031875" algn="l" defTabSz="1031875" rtl="0" eaLnBrk="1" latinLnBrk="0" hangingPunct="1">
                  <a:defRPr sz="2000" kern="1200">
                    <a:solidFill>
                      <a:schemeClr val="lt1"/>
                    </a:solidFill>
                    <a:latin typeface="+mn-lt"/>
                    <a:ea typeface="+mn-ea"/>
                    <a:cs typeface="+mn-cs"/>
                  </a:defRPr>
                </a:lvl3pPr>
                <a:lvl4pPr marL="1547495" algn="l" defTabSz="1031875" rtl="0" eaLnBrk="1" latinLnBrk="0" hangingPunct="1">
                  <a:defRPr sz="2000" kern="1200">
                    <a:solidFill>
                      <a:schemeClr val="lt1"/>
                    </a:solidFill>
                    <a:latin typeface="+mn-lt"/>
                    <a:ea typeface="+mn-ea"/>
                    <a:cs typeface="+mn-cs"/>
                  </a:defRPr>
                </a:lvl4pPr>
                <a:lvl5pPr marL="2063115" algn="l" defTabSz="1031875" rtl="0" eaLnBrk="1" latinLnBrk="0" hangingPunct="1">
                  <a:defRPr sz="2000" kern="1200">
                    <a:solidFill>
                      <a:schemeClr val="lt1"/>
                    </a:solidFill>
                    <a:latin typeface="+mn-lt"/>
                    <a:ea typeface="+mn-ea"/>
                    <a:cs typeface="+mn-cs"/>
                  </a:defRPr>
                </a:lvl5pPr>
                <a:lvl6pPr marL="2579370" algn="l" defTabSz="1031875" rtl="0" eaLnBrk="1" latinLnBrk="0" hangingPunct="1">
                  <a:defRPr sz="2000" kern="1200">
                    <a:solidFill>
                      <a:schemeClr val="lt1"/>
                    </a:solidFill>
                    <a:latin typeface="+mn-lt"/>
                    <a:ea typeface="+mn-ea"/>
                    <a:cs typeface="+mn-cs"/>
                  </a:defRPr>
                </a:lvl6pPr>
                <a:lvl7pPr marL="3094990" algn="l" defTabSz="1031875" rtl="0" eaLnBrk="1" latinLnBrk="0" hangingPunct="1">
                  <a:defRPr sz="2000" kern="1200">
                    <a:solidFill>
                      <a:schemeClr val="lt1"/>
                    </a:solidFill>
                    <a:latin typeface="+mn-lt"/>
                    <a:ea typeface="+mn-ea"/>
                    <a:cs typeface="+mn-cs"/>
                  </a:defRPr>
                </a:lvl7pPr>
                <a:lvl8pPr marL="3610610" algn="l" defTabSz="1031875" rtl="0" eaLnBrk="1" latinLnBrk="0" hangingPunct="1">
                  <a:defRPr sz="2000" kern="1200">
                    <a:solidFill>
                      <a:schemeClr val="lt1"/>
                    </a:solidFill>
                    <a:latin typeface="+mn-lt"/>
                    <a:ea typeface="+mn-ea"/>
                    <a:cs typeface="+mn-cs"/>
                  </a:defRPr>
                </a:lvl8pPr>
                <a:lvl9pPr marL="4126230" algn="l" defTabSz="1031875" rtl="0" eaLnBrk="1" latinLnBrk="0" hangingPunct="1">
                  <a:defRPr sz="2000" kern="1200">
                    <a:solidFill>
                      <a:schemeClr val="lt1"/>
                    </a:solidFill>
                    <a:latin typeface="+mn-lt"/>
                    <a:ea typeface="+mn-ea"/>
                    <a:cs typeface="+mn-cs"/>
                  </a:defRPr>
                </a:lvl9pPr>
              </a:lstStyle>
              <a:p>
                <a:pPr algn="ctr"/>
                <a:r>
                  <a:rPr lang="en-US" sz="1400">
                    <a:solidFill>
                      <a:schemeClr val="bg1"/>
                    </a:solidFill>
                  </a:rPr>
                  <a:t>Step Three</a:t>
                </a:r>
                <a:endParaRPr lang="en-US" sz="1400">
                  <a:solidFill>
                    <a:schemeClr val="bg1"/>
                  </a:solidFill>
                </a:endParaRPr>
              </a:p>
            </p:txBody>
          </p:sp>
          <p:sp>
            <p:nvSpPr>
              <p:cNvPr id="67" name="Flowchart: Data 41"/>
              <p:cNvSpPr/>
              <p:nvPr/>
            </p:nvSpPr>
            <p:spPr>
              <a:xfrm rot="16200000" flipH="1" flipV="1">
                <a:off x="4153552" y="1797703"/>
                <a:ext cx="640080" cy="213975"/>
              </a:xfrm>
              <a:prstGeom prst="flowChartInputOutpu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31875" rtl="0" eaLnBrk="1" latinLnBrk="0" hangingPunct="1">
                  <a:defRPr sz="2000" kern="1200">
                    <a:solidFill>
                      <a:schemeClr val="lt1"/>
                    </a:solidFill>
                    <a:latin typeface="+mn-lt"/>
                    <a:ea typeface="+mn-ea"/>
                    <a:cs typeface="+mn-cs"/>
                  </a:defRPr>
                </a:lvl1pPr>
                <a:lvl2pPr marL="515620" algn="l" defTabSz="1031875" rtl="0" eaLnBrk="1" latinLnBrk="0" hangingPunct="1">
                  <a:defRPr sz="2000" kern="1200">
                    <a:solidFill>
                      <a:schemeClr val="lt1"/>
                    </a:solidFill>
                    <a:latin typeface="+mn-lt"/>
                    <a:ea typeface="+mn-ea"/>
                    <a:cs typeface="+mn-cs"/>
                  </a:defRPr>
                </a:lvl2pPr>
                <a:lvl3pPr marL="1031875" algn="l" defTabSz="1031875" rtl="0" eaLnBrk="1" latinLnBrk="0" hangingPunct="1">
                  <a:defRPr sz="2000" kern="1200">
                    <a:solidFill>
                      <a:schemeClr val="lt1"/>
                    </a:solidFill>
                    <a:latin typeface="+mn-lt"/>
                    <a:ea typeface="+mn-ea"/>
                    <a:cs typeface="+mn-cs"/>
                  </a:defRPr>
                </a:lvl3pPr>
                <a:lvl4pPr marL="1547495" algn="l" defTabSz="1031875" rtl="0" eaLnBrk="1" latinLnBrk="0" hangingPunct="1">
                  <a:defRPr sz="2000" kern="1200">
                    <a:solidFill>
                      <a:schemeClr val="lt1"/>
                    </a:solidFill>
                    <a:latin typeface="+mn-lt"/>
                    <a:ea typeface="+mn-ea"/>
                    <a:cs typeface="+mn-cs"/>
                  </a:defRPr>
                </a:lvl4pPr>
                <a:lvl5pPr marL="2063115" algn="l" defTabSz="1031875" rtl="0" eaLnBrk="1" latinLnBrk="0" hangingPunct="1">
                  <a:defRPr sz="2000" kern="1200">
                    <a:solidFill>
                      <a:schemeClr val="lt1"/>
                    </a:solidFill>
                    <a:latin typeface="+mn-lt"/>
                    <a:ea typeface="+mn-ea"/>
                    <a:cs typeface="+mn-cs"/>
                  </a:defRPr>
                </a:lvl5pPr>
                <a:lvl6pPr marL="2579370" algn="l" defTabSz="1031875" rtl="0" eaLnBrk="1" latinLnBrk="0" hangingPunct="1">
                  <a:defRPr sz="2000" kern="1200">
                    <a:solidFill>
                      <a:schemeClr val="lt1"/>
                    </a:solidFill>
                    <a:latin typeface="+mn-lt"/>
                    <a:ea typeface="+mn-ea"/>
                    <a:cs typeface="+mn-cs"/>
                  </a:defRPr>
                </a:lvl6pPr>
                <a:lvl7pPr marL="3094990" algn="l" defTabSz="1031875" rtl="0" eaLnBrk="1" latinLnBrk="0" hangingPunct="1">
                  <a:defRPr sz="2000" kern="1200">
                    <a:solidFill>
                      <a:schemeClr val="lt1"/>
                    </a:solidFill>
                    <a:latin typeface="+mn-lt"/>
                    <a:ea typeface="+mn-ea"/>
                    <a:cs typeface="+mn-cs"/>
                  </a:defRPr>
                </a:lvl7pPr>
                <a:lvl8pPr marL="3610610" algn="l" defTabSz="1031875" rtl="0" eaLnBrk="1" latinLnBrk="0" hangingPunct="1">
                  <a:defRPr sz="2000" kern="1200">
                    <a:solidFill>
                      <a:schemeClr val="lt1"/>
                    </a:solidFill>
                    <a:latin typeface="+mn-lt"/>
                    <a:ea typeface="+mn-ea"/>
                    <a:cs typeface="+mn-cs"/>
                  </a:defRPr>
                </a:lvl8pPr>
                <a:lvl9pPr marL="4126230" algn="l" defTabSz="1031875" rtl="0" eaLnBrk="1" latinLnBrk="0" hangingPunct="1">
                  <a:defRPr sz="2000" kern="1200">
                    <a:solidFill>
                      <a:schemeClr val="lt1"/>
                    </a:solidFill>
                    <a:latin typeface="+mn-lt"/>
                    <a:ea typeface="+mn-ea"/>
                    <a:cs typeface="+mn-cs"/>
                  </a:defRPr>
                </a:lvl9pPr>
              </a:lstStyle>
              <a:p>
                <a:pPr algn="ctr"/>
                <a:endParaRPr lang="en-US" sz="1100"/>
              </a:p>
            </p:txBody>
          </p:sp>
        </p:grpSp>
      </p:grpSp>
      <p:grpSp>
        <p:nvGrpSpPr>
          <p:cNvPr id="56" name="Group 30"/>
          <p:cNvGrpSpPr/>
          <p:nvPr/>
        </p:nvGrpSpPr>
        <p:grpSpPr>
          <a:xfrm>
            <a:off x="1544512" y="3594487"/>
            <a:ext cx="2316835" cy="781811"/>
            <a:chOff x="775234" y="2780107"/>
            <a:chExt cx="1908378" cy="643978"/>
          </a:xfrm>
          <a:solidFill>
            <a:srgbClr val="7F7F7F"/>
          </a:solidFill>
        </p:grpSpPr>
        <p:sp>
          <p:nvSpPr>
            <p:cNvPr id="62" name="Flowchart: Data 26"/>
            <p:cNvSpPr/>
            <p:nvPr/>
          </p:nvSpPr>
          <p:spPr>
            <a:xfrm rot="16200000" flipH="1" flipV="1">
              <a:off x="2256585" y="2993159"/>
              <a:ext cx="640080" cy="213975"/>
            </a:xfrm>
            <a:prstGeom prst="flowChartInputOutpu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31875" rtl="0" eaLnBrk="1" latinLnBrk="0" hangingPunct="1">
                <a:defRPr sz="2000" kern="1200">
                  <a:solidFill>
                    <a:schemeClr val="lt1"/>
                  </a:solidFill>
                  <a:latin typeface="+mn-lt"/>
                  <a:ea typeface="+mn-ea"/>
                  <a:cs typeface="+mn-cs"/>
                </a:defRPr>
              </a:lvl1pPr>
              <a:lvl2pPr marL="515620" algn="l" defTabSz="1031875" rtl="0" eaLnBrk="1" latinLnBrk="0" hangingPunct="1">
                <a:defRPr sz="2000" kern="1200">
                  <a:solidFill>
                    <a:schemeClr val="lt1"/>
                  </a:solidFill>
                  <a:latin typeface="+mn-lt"/>
                  <a:ea typeface="+mn-ea"/>
                  <a:cs typeface="+mn-cs"/>
                </a:defRPr>
              </a:lvl2pPr>
              <a:lvl3pPr marL="1031875" algn="l" defTabSz="1031875" rtl="0" eaLnBrk="1" latinLnBrk="0" hangingPunct="1">
                <a:defRPr sz="2000" kern="1200">
                  <a:solidFill>
                    <a:schemeClr val="lt1"/>
                  </a:solidFill>
                  <a:latin typeface="+mn-lt"/>
                  <a:ea typeface="+mn-ea"/>
                  <a:cs typeface="+mn-cs"/>
                </a:defRPr>
              </a:lvl3pPr>
              <a:lvl4pPr marL="1547495" algn="l" defTabSz="1031875" rtl="0" eaLnBrk="1" latinLnBrk="0" hangingPunct="1">
                <a:defRPr sz="2000" kern="1200">
                  <a:solidFill>
                    <a:schemeClr val="lt1"/>
                  </a:solidFill>
                  <a:latin typeface="+mn-lt"/>
                  <a:ea typeface="+mn-ea"/>
                  <a:cs typeface="+mn-cs"/>
                </a:defRPr>
              </a:lvl4pPr>
              <a:lvl5pPr marL="2063115" algn="l" defTabSz="1031875" rtl="0" eaLnBrk="1" latinLnBrk="0" hangingPunct="1">
                <a:defRPr sz="2000" kern="1200">
                  <a:solidFill>
                    <a:schemeClr val="lt1"/>
                  </a:solidFill>
                  <a:latin typeface="+mn-lt"/>
                  <a:ea typeface="+mn-ea"/>
                  <a:cs typeface="+mn-cs"/>
                </a:defRPr>
              </a:lvl5pPr>
              <a:lvl6pPr marL="2579370" algn="l" defTabSz="1031875" rtl="0" eaLnBrk="1" latinLnBrk="0" hangingPunct="1">
                <a:defRPr sz="2000" kern="1200">
                  <a:solidFill>
                    <a:schemeClr val="lt1"/>
                  </a:solidFill>
                  <a:latin typeface="+mn-lt"/>
                  <a:ea typeface="+mn-ea"/>
                  <a:cs typeface="+mn-cs"/>
                </a:defRPr>
              </a:lvl6pPr>
              <a:lvl7pPr marL="3094990" algn="l" defTabSz="1031875" rtl="0" eaLnBrk="1" latinLnBrk="0" hangingPunct="1">
                <a:defRPr sz="2000" kern="1200">
                  <a:solidFill>
                    <a:schemeClr val="lt1"/>
                  </a:solidFill>
                  <a:latin typeface="+mn-lt"/>
                  <a:ea typeface="+mn-ea"/>
                  <a:cs typeface="+mn-cs"/>
                </a:defRPr>
              </a:lvl7pPr>
              <a:lvl8pPr marL="3610610" algn="l" defTabSz="1031875" rtl="0" eaLnBrk="1" latinLnBrk="0" hangingPunct="1">
                <a:defRPr sz="2000" kern="1200">
                  <a:solidFill>
                    <a:schemeClr val="lt1"/>
                  </a:solidFill>
                  <a:latin typeface="+mn-lt"/>
                  <a:ea typeface="+mn-ea"/>
                  <a:cs typeface="+mn-cs"/>
                </a:defRPr>
              </a:lvl8pPr>
              <a:lvl9pPr marL="4126230" algn="l" defTabSz="1031875" rtl="0" eaLnBrk="1" latinLnBrk="0" hangingPunct="1">
                <a:defRPr sz="2000" kern="1200">
                  <a:solidFill>
                    <a:schemeClr val="lt1"/>
                  </a:solidFill>
                  <a:latin typeface="+mn-lt"/>
                  <a:ea typeface="+mn-ea"/>
                  <a:cs typeface="+mn-cs"/>
                </a:defRPr>
              </a:lvl9pPr>
            </a:lstStyle>
            <a:p>
              <a:pPr algn="ctr"/>
              <a:endParaRPr lang="en-US" sz="1100"/>
            </a:p>
          </p:txBody>
        </p:sp>
        <p:sp>
          <p:nvSpPr>
            <p:cNvPr id="63" name="Rectangle 29"/>
            <p:cNvSpPr/>
            <p:nvPr/>
          </p:nvSpPr>
          <p:spPr>
            <a:xfrm>
              <a:off x="775234" y="2910861"/>
              <a:ext cx="1907435" cy="51322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defPPr>
                <a:defRPr lang="en-US"/>
              </a:defPPr>
              <a:lvl1pPr marL="0" algn="l" defTabSz="1031875" rtl="0" eaLnBrk="1" latinLnBrk="0" hangingPunct="1">
                <a:defRPr sz="2000" kern="1200">
                  <a:solidFill>
                    <a:schemeClr val="lt1"/>
                  </a:solidFill>
                  <a:latin typeface="+mn-lt"/>
                  <a:ea typeface="+mn-ea"/>
                  <a:cs typeface="+mn-cs"/>
                </a:defRPr>
              </a:lvl1pPr>
              <a:lvl2pPr marL="515620" algn="l" defTabSz="1031875" rtl="0" eaLnBrk="1" latinLnBrk="0" hangingPunct="1">
                <a:defRPr sz="2000" kern="1200">
                  <a:solidFill>
                    <a:schemeClr val="lt1"/>
                  </a:solidFill>
                  <a:latin typeface="+mn-lt"/>
                  <a:ea typeface="+mn-ea"/>
                  <a:cs typeface="+mn-cs"/>
                </a:defRPr>
              </a:lvl2pPr>
              <a:lvl3pPr marL="1031875" algn="l" defTabSz="1031875" rtl="0" eaLnBrk="1" latinLnBrk="0" hangingPunct="1">
                <a:defRPr sz="2000" kern="1200">
                  <a:solidFill>
                    <a:schemeClr val="lt1"/>
                  </a:solidFill>
                  <a:latin typeface="+mn-lt"/>
                  <a:ea typeface="+mn-ea"/>
                  <a:cs typeface="+mn-cs"/>
                </a:defRPr>
              </a:lvl3pPr>
              <a:lvl4pPr marL="1547495" algn="l" defTabSz="1031875" rtl="0" eaLnBrk="1" latinLnBrk="0" hangingPunct="1">
                <a:defRPr sz="2000" kern="1200">
                  <a:solidFill>
                    <a:schemeClr val="lt1"/>
                  </a:solidFill>
                  <a:latin typeface="+mn-lt"/>
                  <a:ea typeface="+mn-ea"/>
                  <a:cs typeface="+mn-cs"/>
                </a:defRPr>
              </a:lvl4pPr>
              <a:lvl5pPr marL="2063115" algn="l" defTabSz="1031875" rtl="0" eaLnBrk="1" latinLnBrk="0" hangingPunct="1">
                <a:defRPr sz="2000" kern="1200">
                  <a:solidFill>
                    <a:schemeClr val="lt1"/>
                  </a:solidFill>
                  <a:latin typeface="+mn-lt"/>
                  <a:ea typeface="+mn-ea"/>
                  <a:cs typeface="+mn-cs"/>
                </a:defRPr>
              </a:lvl5pPr>
              <a:lvl6pPr marL="2579370" algn="l" defTabSz="1031875" rtl="0" eaLnBrk="1" latinLnBrk="0" hangingPunct="1">
                <a:defRPr sz="2000" kern="1200">
                  <a:solidFill>
                    <a:schemeClr val="lt1"/>
                  </a:solidFill>
                  <a:latin typeface="+mn-lt"/>
                  <a:ea typeface="+mn-ea"/>
                  <a:cs typeface="+mn-cs"/>
                </a:defRPr>
              </a:lvl6pPr>
              <a:lvl7pPr marL="3094990" algn="l" defTabSz="1031875" rtl="0" eaLnBrk="1" latinLnBrk="0" hangingPunct="1">
                <a:defRPr sz="2000" kern="1200">
                  <a:solidFill>
                    <a:schemeClr val="lt1"/>
                  </a:solidFill>
                  <a:latin typeface="+mn-lt"/>
                  <a:ea typeface="+mn-ea"/>
                  <a:cs typeface="+mn-cs"/>
                </a:defRPr>
              </a:lvl7pPr>
              <a:lvl8pPr marL="3610610" algn="l" defTabSz="1031875" rtl="0" eaLnBrk="1" latinLnBrk="0" hangingPunct="1">
                <a:defRPr sz="2000" kern="1200">
                  <a:solidFill>
                    <a:schemeClr val="lt1"/>
                  </a:solidFill>
                  <a:latin typeface="+mn-lt"/>
                  <a:ea typeface="+mn-ea"/>
                  <a:cs typeface="+mn-cs"/>
                </a:defRPr>
              </a:lvl8pPr>
              <a:lvl9pPr marL="4126230" algn="l" defTabSz="1031875" rtl="0" eaLnBrk="1" latinLnBrk="0" hangingPunct="1">
                <a:defRPr sz="2000" kern="1200">
                  <a:solidFill>
                    <a:schemeClr val="lt1"/>
                  </a:solidFill>
                  <a:latin typeface="+mn-lt"/>
                  <a:ea typeface="+mn-ea"/>
                  <a:cs typeface="+mn-cs"/>
                </a:defRPr>
              </a:lvl9pPr>
            </a:lstStyle>
            <a:p>
              <a:pPr algn="ctr"/>
              <a:r>
                <a:rPr lang="en-US" sz="1400">
                  <a:solidFill>
                    <a:schemeClr val="bg1"/>
                  </a:solidFill>
                </a:rPr>
                <a:t>Step One</a:t>
              </a:r>
              <a:endParaRPr lang="en-US" sz="1400">
                <a:solidFill>
                  <a:schemeClr val="bg1"/>
                </a:solidFill>
              </a:endParaRPr>
            </a:p>
          </p:txBody>
        </p:sp>
      </p:grpSp>
      <p:sp>
        <p:nvSpPr>
          <p:cNvPr id="57" name="Rectangle 49"/>
          <p:cNvSpPr/>
          <p:nvPr/>
        </p:nvSpPr>
        <p:spPr>
          <a:xfrm>
            <a:off x="2118683" y="3877937"/>
            <a:ext cx="184731" cy="307777"/>
          </a:xfrm>
          <a:prstGeom prst="rect">
            <a:avLst/>
          </a:prstGeom>
        </p:spPr>
        <p:txBody>
          <a:bodyPr wrap="none">
            <a:spAutoFit/>
          </a:bodyPr>
          <a:lstStyle>
            <a:defPPr>
              <a:defRPr lang="en-US"/>
            </a:defPPr>
            <a:lvl1pPr marL="0" algn="l" defTabSz="1031875" rtl="0" eaLnBrk="1" latinLnBrk="0" hangingPunct="1">
              <a:defRPr sz="2000" kern="1200">
                <a:solidFill>
                  <a:schemeClr val="tx1"/>
                </a:solidFill>
                <a:latin typeface="+mn-lt"/>
                <a:ea typeface="+mn-ea"/>
                <a:cs typeface="+mn-cs"/>
              </a:defRPr>
            </a:lvl1pPr>
            <a:lvl2pPr marL="515620" algn="l" defTabSz="1031875" rtl="0" eaLnBrk="1" latinLnBrk="0" hangingPunct="1">
              <a:defRPr sz="2000" kern="1200">
                <a:solidFill>
                  <a:schemeClr val="tx1"/>
                </a:solidFill>
                <a:latin typeface="+mn-lt"/>
                <a:ea typeface="+mn-ea"/>
                <a:cs typeface="+mn-cs"/>
              </a:defRPr>
            </a:lvl2pPr>
            <a:lvl3pPr marL="1031875" algn="l" defTabSz="1031875" rtl="0" eaLnBrk="1" latinLnBrk="0" hangingPunct="1">
              <a:defRPr sz="2000" kern="1200">
                <a:solidFill>
                  <a:schemeClr val="tx1"/>
                </a:solidFill>
                <a:latin typeface="+mn-lt"/>
                <a:ea typeface="+mn-ea"/>
                <a:cs typeface="+mn-cs"/>
              </a:defRPr>
            </a:lvl3pPr>
            <a:lvl4pPr marL="1547495" algn="l" defTabSz="1031875" rtl="0" eaLnBrk="1" latinLnBrk="0" hangingPunct="1">
              <a:defRPr sz="2000" kern="1200">
                <a:solidFill>
                  <a:schemeClr val="tx1"/>
                </a:solidFill>
                <a:latin typeface="+mn-lt"/>
                <a:ea typeface="+mn-ea"/>
                <a:cs typeface="+mn-cs"/>
              </a:defRPr>
            </a:lvl4pPr>
            <a:lvl5pPr marL="2063115" algn="l" defTabSz="1031875" rtl="0" eaLnBrk="1" latinLnBrk="0" hangingPunct="1">
              <a:defRPr sz="2000" kern="1200">
                <a:solidFill>
                  <a:schemeClr val="tx1"/>
                </a:solidFill>
                <a:latin typeface="+mn-lt"/>
                <a:ea typeface="+mn-ea"/>
                <a:cs typeface="+mn-cs"/>
              </a:defRPr>
            </a:lvl5pPr>
            <a:lvl6pPr marL="2579370" algn="l" defTabSz="1031875" rtl="0" eaLnBrk="1" latinLnBrk="0" hangingPunct="1">
              <a:defRPr sz="2000" kern="1200">
                <a:solidFill>
                  <a:schemeClr val="tx1"/>
                </a:solidFill>
                <a:latin typeface="+mn-lt"/>
                <a:ea typeface="+mn-ea"/>
                <a:cs typeface="+mn-cs"/>
              </a:defRPr>
            </a:lvl6pPr>
            <a:lvl7pPr marL="3094990" algn="l" defTabSz="1031875" rtl="0" eaLnBrk="1" latinLnBrk="0" hangingPunct="1">
              <a:defRPr sz="2000" kern="1200">
                <a:solidFill>
                  <a:schemeClr val="tx1"/>
                </a:solidFill>
                <a:latin typeface="+mn-lt"/>
                <a:ea typeface="+mn-ea"/>
                <a:cs typeface="+mn-cs"/>
              </a:defRPr>
            </a:lvl7pPr>
            <a:lvl8pPr marL="3610610" algn="l" defTabSz="1031875" rtl="0" eaLnBrk="1" latinLnBrk="0" hangingPunct="1">
              <a:defRPr sz="2000" kern="1200">
                <a:solidFill>
                  <a:schemeClr val="tx1"/>
                </a:solidFill>
                <a:latin typeface="+mn-lt"/>
                <a:ea typeface="+mn-ea"/>
                <a:cs typeface="+mn-cs"/>
              </a:defRPr>
            </a:lvl8pPr>
            <a:lvl9pPr marL="4126230" algn="l" defTabSz="1031875" rtl="0" eaLnBrk="1" latinLnBrk="0" hangingPunct="1">
              <a:defRPr sz="2000" kern="1200">
                <a:solidFill>
                  <a:schemeClr val="tx1"/>
                </a:solidFill>
                <a:latin typeface="+mn-lt"/>
                <a:ea typeface="+mn-ea"/>
                <a:cs typeface="+mn-cs"/>
              </a:defRPr>
            </a:lvl9pPr>
          </a:lstStyle>
          <a:p>
            <a:endParaRPr lang="en-US" sz="1400"/>
          </a:p>
        </p:txBody>
      </p:sp>
      <p:sp>
        <p:nvSpPr>
          <p:cNvPr id="58" name="Freeform 42"/>
          <p:cNvSpPr>
            <a:spLocks noEditPoints="1"/>
          </p:cNvSpPr>
          <p:nvPr/>
        </p:nvSpPr>
        <p:spPr bwMode="auto">
          <a:xfrm>
            <a:off x="2307389" y="2991852"/>
            <a:ext cx="734407" cy="632147"/>
          </a:xfrm>
          <a:custGeom>
            <a:avLst/>
            <a:gdLst/>
            <a:ahLst/>
            <a:cxnLst>
              <a:cxn ang="0">
                <a:pos x="73" y="47"/>
              </a:cxn>
              <a:cxn ang="0">
                <a:pos x="67" y="53"/>
              </a:cxn>
              <a:cxn ang="0">
                <a:pos x="46" y="53"/>
              </a:cxn>
              <a:cxn ang="0">
                <a:pos x="48" y="60"/>
              </a:cxn>
              <a:cxn ang="0">
                <a:pos x="46" y="63"/>
              </a:cxn>
              <a:cxn ang="0">
                <a:pos x="26" y="63"/>
              </a:cxn>
              <a:cxn ang="0">
                <a:pos x="24" y="60"/>
              </a:cxn>
              <a:cxn ang="0">
                <a:pos x="26" y="53"/>
              </a:cxn>
              <a:cxn ang="0">
                <a:pos x="6" y="53"/>
              </a:cxn>
              <a:cxn ang="0">
                <a:pos x="0" y="47"/>
              </a:cxn>
              <a:cxn ang="0">
                <a:pos x="0" y="6"/>
              </a:cxn>
              <a:cxn ang="0">
                <a:pos x="6" y="0"/>
              </a:cxn>
              <a:cxn ang="0">
                <a:pos x="67" y="0"/>
              </a:cxn>
              <a:cxn ang="0">
                <a:pos x="73" y="6"/>
              </a:cxn>
              <a:cxn ang="0">
                <a:pos x="73" y="47"/>
              </a:cxn>
              <a:cxn ang="0">
                <a:pos x="68" y="6"/>
              </a:cxn>
              <a:cxn ang="0">
                <a:pos x="67" y="5"/>
              </a:cxn>
              <a:cxn ang="0">
                <a:pos x="6" y="5"/>
              </a:cxn>
              <a:cxn ang="0">
                <a:pos x="5" y="6"/>
              </a:cxn>
              <a:cxn ang="0">
                <a:pos x="5" y="37"/>
              </a:cxn>
              <a:cxn ang="0">
                <a:pos x="6" y="39"/>
              </a:cxn>
              <a:cxn ang="0">
                <a:pos x="67" y="39"/>
              </a:cxn>
              <a:cxn ang="0">
                <a:pos x="68" y="37"/>
              </a:cxn>
              <a:cxn ang="0">
                <a:pos x="68" y="6"/>
              </a:cxn>
            </a:cxnLst>
            <a:rect l="0" t="0" r="r" b="b"/>
            <a:pathLst>
              <a:path w="73" h="62">
                <a:moveTo>
                  <a:pt x="73" y="47"/>
                </a:moveTo>
                <a:cubicBezTo>
                  <a:pt x="73" y="50"/>
                  <a:pt x="70" y="53"/>
                  <a:pt x="67" y="53"/>
                </a:cubicBezTo>
                <a:cubicBezTo>
                  <a:pt x="46" y="53"/>
                  <a:pt x="46" y="53"/>
                  <a:pt x="46" y="53"/>
                </a:cubicBezTo>
                <a:cubicBezTo>
                  <a:pt x="46" y="56"/>
                  <a:pt x="48" y="59"/>
                  <a:pt x="48" y="60"/>
                </a:cubicBezTo>
                <a:cubicBezTo>
                  <a:pt x="48" y="62"/>
                  <a:pt x="47" y="63"/>
                  <a:pt x="46" y="63"/>
                </a:cubicBezTo>
                <a:cubicBezTo>
                  <a:pt x="26" y="63"/>
                  <a:pt x="26" y="63"/>
                  <a:pt x="26" y="63"/>
                </a:cubicBezTo>
                <a:cubicBezTo>
                  <a:pt x="25" y="63"/>
                  <a:pt x="24" y="62"/>
                  <a:pt x="24" y="60"/>
                </a:cubicBezTo>
                <a:cubicBezTo>
                  <a:pt x="24" y="59"/>
                  <a:pt x="26" y="56"/>
                  <a:pt x="26" y="53"/>
                </a:cubicBezTo>
                <a:cubicBezTo>
                  <a:pt x="6" y="53"/>
                  <a:pt x="6" y="53"/>
                  <a:pt x="6" y="53"/>
                </a:cubicBezTo>
                <a:cubicBezTo>
                  <a:pt x="2" y="53"/>
                  <a:pt x="0" y="50"/>
                  <a:pt x="0" y="47"/>
                </a:cubicBezTo>
                <a:cubicBezTo>
                  <a:pt x="0" y="6"/>
                  <a:pt x="0" y="6"/>
                  <a:pt x="0" y="6"/>
                </a:cubicBezTo>
                <a:cubicBezTo>
                  <a:pt x="0" y="2"/>
                  <a:pt x="2" y="0"/>
                  <a:pt x="6" y="0"/>
                </a:cubicBezTo>
                <a:cubicBezTo>
                  <a:pt x="67" y="0"/>
                  <a:pt x="67" y="0"/>
                  <a:pt x="67" y="0"/>
                </a:cubicBezTo>
                <a:cubicBezTo>
                  <a:pt x="70" y="0"/>
                  <a:pt x="73" y="2"/>
                  <a:pt x="73" y="6"/>
                </a:cubicBezTo>
                <a:lnTo>
                  <a:pt x="73" y="47"/>
                </a:lnTo>
                <a:close/>
                <a:moveTo>
                  <a:pt x="68" y="6"/>
                </a:moveTo>
                <a:cubicBezTo>
                  <a:pt x="68" y="5"/>
                  <a:pt x="67" y="5"/>
                  <a:pt x="67" y="5"/>
                </a:cubicBezTo>
                <a:cubicBezTo>
                  <a:pt x="6" y="5"/>
                  <a:pt x="6" y="5"/>
                  <a:pt x="6" y="5"/>
                </a:cubicBezTo>
                <a:cubicBezTo>
                  <a:pt x="5" y="5"/>
                  <a:pt x="5" y="5"/>
                  <a:pt x="5" y="6"/>
                </a:cubicBezTo>
                <a:cubicBezTo>
                  <a:pt x="5" y="37"/>
                  <a:pt x="5" y="37"/>
                  <a:pt x="5" y="37"/>
                </a:cubicBezTo>
                <a:cubicBezTo>
                  <a:pt x="5" y="38"/>
                  <a:pt x="5" y="39"/>
                  <a:pt x="6" y="39"/>
                </a:cubicBezTo>
                <a:cubicBezTo>
                  <a:pt x="67" y="39"/>
                  <a:pt x="67" y="39"/>
                  <a:pt x="67" y="39"/>
                </a:cubicBezTo>
                <a:cubicBezTo>
                  <a:pt x="67" y="39"/>
                  <a:pt x="68" y="38"/>
                  <a:pt x="68" y="37"/>
                </a:cubicBezTo>
                <a:lnTo>
                  <a:pt x="68" y="6"/>
                </a:lnTo>
                <a:close/>
              </a:path>
            </a:pathLst>
          </a:custGeom>
          <a:solidFill>
            <a:srgbClr val="7F7F7F"/>
          </a:solidFill>
          <a:ln w="9525">
            <a:noFill/>
            <a:round/>
          </a:ln>
        </p:spPr>
        <p:txBody>
          <a:bodyPr vert="horz" wrap="square" lIns="91440" tIns="45720" rIns="91440" bIns="45720" numCol="1" anchor="t" anchorCtr="0" compatLnSpc="1"/>
          <a:lstStyle>
            <a:defPPr>
              <a:defRPr lang="en-US"/>
            </a:defPPr>
            <a:lvl1pPr marL="0" algn="l" defTabSz="1031875" rtl="0" eaLnBrk="1" latinLnBrk="0" hangingPunct="1">
              <a:defRPr sz="2000" kern="1200">
                <a:solidFill>
                  <a:schemeClr val="tx1"/>
                </a:solidFill>
                <a:latin typeface="+mn-lt"/>
                <a:ea typeface="+mn-ea"/>
                <a:cs typeface="+mn-cs"/>
              </a:defRPr>
            </a:lvl1pPr>
            <a:lvl2pPr marL="515620" algn="l" defTabSz="1031875" rtl="0" eaLnBrk="1" latinLnBrk="0" hangingPunct="1">
              <a:defRPr sz="2000" kern="1200">
                <a:solidFill>
                  <a:schemeClr val="tx1"/>
                </a:solidFill>
                <a:latin typeface="+mn-lt"/>
                <a:ea typeface="+mn-ea"/>
                <a:cs typeface="+mn-cs"/>
              </a:defRPr>
            </a:lvl2pPr>
            <a:lvl3pPr marL="1031875" algn="l" defTabSz="1031875" rtl="0" eaLnBrk="1" latinLnBrk="0" hangingPunct="1">
              <a:defRPr sz="2000" kern="1200">
                <a:solidFill>
                  <a:schemeClr val="tx1"/>
                </a:solidFill>
                <a:latin typeface="+mn-lt"/>
                <a:ea typeface="+mn-ea"/>
                <a:cs typeface="+mn-cs"/>
              </a:defRPr>
            </a:lvl3pPr>
            <a:lvl4pPr marL="1547495" algn="l" defTabSz="1031875" rtl="0" eaLnBrk="1" latinLnBrk="0" hangingPunct="1">
              <a:defRPr sz="2000" kern="1200">
                <a:solidFill>
                  <a:schemeClr val="tx1"/>
                </a:solidFill>
                <a:latin typeface="+mn-lt"/>
                <a:ea typeface="+mn-ea"/>
                <a:cs typeface="+mn-cs"/>
              </a:defRPr>
            </a:lvl4pPr>
            <a:lvl5pPr marL="2063115" algn="l" defTabSz="1031875" rtl="0" eaLnBrk="1" latinLnBrk="0" hangingPunct="1">
              <a:defRPr sz="2000" kern="1200">
                <a:solidFill>
                  <a:schemeClr val="tx1"/>
                </a:solidFill>
                <a:latin typeface="+mn-lt"/>
                <a:ea typeface="+mn-ea"/>
                <a:cs typeface="+mn-cs"/>
              </a:defRPr>
            </a:lvl5pPr>
            <a:lvl6pPr marL="2579370" algn="l" defTabSz="1031875" rtl="0" eaLnBrk="1" latinLnBrk="0" hangingPunct="1">
              <a:defRPr sz="2000" kern="1200">
                <a:solidFill>
                  <a:schemeClr val="tx1"/>
                </a:solidFill>
                <a:latin typeface="+mn-lt"/>
                <a:ea typeface="+mn-ea"/>
                <a:cs typeface="+mn-cs"/>
              </a:defRPr>
            </a:lvl6pPr>
            <a:lvl7pPr marL="3094990" algn="l" defTabSz="1031875" rtl="0" eaLnBrk="1" latinLnBrk="0" hangingPunct="1">
              <a:defRPr sz="2000" kern="1200">
                <a:solidFill>
                  <a:schemeClr val="tx1"/>
                </a:solidFill>
                <a:latin typeface="+mn-lt"/>
                <a:ea typeface="+mn-ea"/>
                <a:cs typeface="+mn-cs"/>
              </a:defRPr>
            </a:lvl7pPr>
            <a:lvl8pPr marL="3610610" algn="l" defTabSz="1031875" rtl="0" eaLnBrk="1" latinLnBrk="0" hangingPunct="1">
              <a:defRPr sz="2000" kern="1200">
                <a:solidFill>
                  <a:schemeClr val="tx1"/>
                </a:solidFill>
                <a:latin typeface="+mn-lt"/>
                <a:ea typeface="+mn-ea"/>
                <a:cs typeface="+mn-cs"/>
              </a:defRPr>
            </a:lvl8pPr>
            <a:lvl9pPr marL="4126230" algn="l" defTabSz="1031875" rtl="0" eaLnBrk="1" latinLnBrk="0" hangingPunct="1">
              <a:defRPr sz="2000" kern="1200">
                <a:solidFill>
                  <a:schemeClr val="tx1"/>
                </a:solidFill>
                <a:latin typeface="+mn-lt"/>
                <a:ea typeface="+mn-ea"/>
                <a:cs typeface="+mn-cs"/>
              </a:defRPr>
            </a:lvl9pPr>
          </a:lstStyle>
          <a:p>
            <a:endParaRPr lang="en-US"/>
          </a:p>
        </p:txBody>
      </p:sp>
      <p:sp>
        <p:nvSpPr>
          <p:cNvPr id="59" name="Freeform 86"/>
          <p:cNvSpPr>
            <a:spLocks noEditPoints="1"/>
          </p:cNvSpPr>
          <p:nvPr/>
        </p:nvSpPr>
        <p:spPr bwMode="auto">
          <a:xfrm>
            <a:off x="4686350" y="2228306"/>
            <a:ext cx="419621" cy="706025"/>
          </a:xfrm>
          <a:custGeom>
            <a:avLst/>
            <a:gdLst/>
            <a:ahLst/>
            <a:cxnLst>
              <a:cxn ang="0">
                <a:pos x="29" y="44"/>
              </a:cxn>
              <a:cxn ang="0">
                <a:pos x="24" y="49"/>
              </a:cxn>
              <a:cxn ang="0">
                <a:pos x="5" y="49"/>
              </a:cxn>
              <a:cxn ang="0">
                <a:pos x="0" y="44"/>
              </a:cxn>
              <a:cxn ang="0">
                <a:pos x="0" y="5"/>
              </a:cxn>
              <a:cxn ang="0">
                <a:pos x="5" y="0"/>
              </a:cxn>
              <a:cxn ang="0">
                <a:pos x="24" y="0"/>
              </a:cxn>
              <a:cxn ang="0">
                <a:pos x="29" y="5"/>
              </a:cxn>
              <a:cxn ang="0">
                <a:pos x="29" y="44"/>
              </a:cxn>
              <a:cxn ang="0">
                <a:pos x="25" y="11"/>
              </a:cxn>
              <a:cxn ang="0">
                <a:pos x="24" y="10"/>
              </a:cxn>
              <a:cxn ang="0">
                <a:pos x="5" y="10"/>
              </a:cxn>
              <a:cxn ang="0">
                <a:pos x="3" y="11"/>
              </a:cxn>
              <a:cxn ang="0">
                <a:pos x="3" y="38"/>
              </a:cxn>
              <a:cxn ang="0">
                <a:pos x="5" y="39"/>
              </a:cxn>
              <a:cxn ang="0">
                <a:pos x="24" y="39"/>
              </a:cxn>
              <a:cxn ang="0">
                <a:pos x="25" y="38"/>
              </a:cxn>
              <a:cxn ang="0">
                <a:pos x="25" y="11"/>
              </a:cxn>
              <a:cxn ang="0">
                <a:pos x="17" y="5"/>
              </a:cxn>
              <a:cxn ang="0">
                <a:pos x="11" y="5"/>
              </a:cxn>
              <a:cxn ang="0">
                <a:pos x="11" y="6"/>
              </a:cxn>
              <a:cxn ang="0">
                <a:pos x="11" y="6"/>
              </a:cxn>
              <a:cxn ang="0">
                <a:pos x="17" y="6"/>
              </a:cxn>
              <a:cxn ang="0">
                <a:pos x="18" y="6"/>
              </a:cxn>
              <a:cxn ang="0">
                <a:pos x="17" y="5"/>
              </a:cxn>
              <a:cxn ang="0">
                <a:pos x="14" y="41"/>
              </a:cxn>
              <a:cxn ang="0">
                <a:pos x="11" y="44"/>
              </a:cxn>
              <a:cxn ang="0">
                <a:pos x="14" y="47"/>
              </a:cxn>
              <a:cxn ang="0">
                <a:pos x="17" y="44"/>
              </a:cxn>
              <a:cxn ang="0">
                <a:pos x="14" y="41"/>
              </a:cxn>
            </a:cxnLst>
            <a:rect l="0" t="0" r="r" b="b"/>
            <a:pathLst>
              <a:path w="28" h="49">
                <a:moveTo>
                  <a:pt x="29" y="44"/>
                </a:moveTo>
                <a:cubicBezTo>
                  <a:pt x="29" y="47"/>
                  <a:pt x="27" y="49"/>
                  <a:pt x="24" y="49"/>
                </a:cubicBezTo>
                <a:cubicBezTo>
                  <a:pt x="5" y="49"/>
                  <a:pt x="5" y="49"/>
                  <a:pt x="5" y="49"/>
                </a:cubicBezTo>
                <a:cubicBezTo>
                  <a:pt x="2" y="49"/>
                  <a:pt x="0" y="47"/>
                  <a:pt x="0" y="44"/>
                </a:cubicBezTo>
                <a:cubicBezTo>
                  <a:pt x="0" y="5"/>
                  <a:pt x="0" y="5"/>
                  <a:pt x="0" y="5"/>
                </a:cubicBezTo>
                <a:cubicBezTo>
                  <a:pt x="0" y="3"/>
                  <a:pt x="2" y="0"/>
                  <a:pt x="5" y="0"/>
                </a:cubicBezTo>
                <a:cubicBezTo>
                  <a:pt x="24" y="0"/>
                  <a:pt x="24" y="0"/>
                  <a:pt x="24" y="0"/>
                </a:cubicBezTo>
                <a:cubicBezTo>
                  <a:pt x="27" y="0"/>
                  <a:pt x="29" y="3"/>
                  <a:pt x="29" y="5"/>
                </a:cubicBezTo>
                <a:lnTo>
                  <a:pt x="29" y="44"/>
                </a:lnTo>
                <a:close/>
                <a:moveTo>
                  <a:pt x="25" y="11"/>
                </a:moveTo>
                <a:cubicBezTo>
                  <a:pt x="25" y="11"/>
                  <a:pt x="25" y="10"/>
                  <a:pt x="24" y="10"/>
                </a:cubicBezTo>
                <a:cubicBezTo>
                  <a:pt x="5" y="10"/>
                  <a:pt x="5" y="10"/>
                  <a:pt x="5" y="10"/>
                </a:cubicBezTo>
                <a:cubicBezTo>
                  <a:pt x="4" y="10"/>
                  <a:pt x="3" y="11"/>
                  <a:pt x="3" y="11"/>
                </a:cubicBezTo>
                <a:cubicBezTo>
                  <a:pt x="3" y="38"/>
                  <a:pt x="3" y="38"/>
                  <a:pt x="3" y="38"/>
                </a:cubicBezTo>
                <a:cubicBezTo>
                  <a:pt x="3" y="39"/>
                  <a:pt x="4" y="39"/>
                  <a:pt x="5" y="39"/>
                </a:cubicBezTo>
                <a:cubicBezTo>
                  <a:pt x="24" y="39"/>
                  <a:pt x="24" y="39"/>
                  <a:pt x="24" y="39"/>
                </a:cubicBezTo>
                <a:cubicBezTo>
                  <a:pt x="25" y="39"/>
                  <a:pt x="25" y="39"/>
                  <a:pt x="25" y="38"/>
                </a:cubicBezTo>
                <a:lnTo>
                  <a:pt x="25" y="11"/>
                </a:lnTo>
                <a:close/>
                <a:moveTo>
                  <a:pt x="17" y="5"/>
                </a:moveTo>
                <a:cubicBezTo>
                  <a:pt x="11" y="5"/>
                  <a:pt x="11" y="5"/>
                  <a:pt x="11" y="5"/>
                </a:cubicBezTo>
                <a:cubicBezTo>
                  <a:pt x="11" y="5"/>
                  <a:pt x="11" y="6"/>
                  <a:pt x="11" y="6"/>
                </a:cubicBezTo>
                <a:cubicBezTo>
                  <a:pt x="11" y="6"/>
                  <a:pt x="11" y="6"/>
                  <a:pt x="11" y="6"/>
                </a:cubicBezTo>
                <a:cubicBezTo>
                  <a:pt x="17" y="6"/>
                  <a:pt x="17" y="6"/>
                  <a:pt x="17" y="6"/>
                </a:cubicBezTo>
                <a:cubicBezTo>
                  <a:pt x="18" y="6"/>
                  <a:pt x="18" y="6"/>
                  <a:pt x="18" y="6"/>
                </a:cubicBezTo>
                <a:cubicBezTo>
                  <a:pt x="18" y="6"/>
                  <a:pt x="18" y="5"/>
                  <a:pt x="17" y="5"/>
                </a:cubicBezTo>
                <a:close/>
                <a:moveTo>
                  <a:pt x="14" y="41"/>
                </a:moveTo>
                <a:cubicBezTo>
                  <a:pt x="13" y="41"/>
                  <a:pt x="11" y="42"/>
                  <a:pt x="11" y="44"/>
                </a:cubicBezTo>
                <a:cubicBezTo>
                  <a:pt x="11" y="46"/>
                  <a:pt x="13" y="47"/>
                  <a:pt x="14" y="47"/>
                </a:cubicBezTo>
                <a:cubicBezTo>
                  <a:pt x="16" y="47"/>
                  <a:pt x="17" y="46"/>
                  <a:pt x="17" y="44"/>
                </a:cubicBezTo>
                <a:cubicBezTo>
                  <a:pt x="17" y="42"/>
                  <a:pt x="16" y="41"/>
                  <a:pt x="14" y="41"/>
                </a:cubicBezTo>
                <a:close/>
              </a:path>
            </a:pathLst>
          </a:custGeom>
          <a:solidFill>
            <a:srgbClr val="335C80"/>
          </a:solidFill>
          <a:ln w="9525">
            <a:noFill/>
            <a:round/>
          </a:ln>
        </p:spPr>
        <p:txBody>
          <a:bodyPr vert="horz" wrap="square" lIns="91440" tIns="45720" rIns="91440" bIns="45720" numCol="1" anchor="t" anchorCtr="0" compatLnSpc="1"/>
          <a:lstStyle>
            <a:defPPr>
              <a:defRPr lang="en-US"/>
            </a:defPPr>
            <a:lvl1pPr marL="0" algn="l" defTabSz="1031875" rtl="0" eaLnBrk="1" latinLnBrk="0" hangingPunct="1">
              <a:defRPr sz="2000" kern="1200">
                <a:solidFill>
                  <a:schemeClr val="tx1"/>
                </a:solidFill>
                <a:latin typeface="+mn-lt"/>
                <a:ea typeface="+mn-ea"/>
                <a:cs typeface="+mn-cs"/>
              </a:defRPr>
            </a:lvl1pPr>
            <a:lvl2pPr marL="515620" algn="l" defTabSz="1031875" rtl="0" eaLnBrk="1" latinLnBrk="0" hangingPunct="1">
              <a:defRPr sz="2000" kern="1200">
                <a:solidFill>
                  <a:schemeClr val="tx1"/>
                </a:solidFill>
                <a:latin typeface="+mn-lt"/>
                <a:ea typeface="+mn-ea"/>
                <a:cs typeface="+mn-cs"/>
              </a:defRPr>
            </a:lvl2pPr>
            <a:lvl3pPr marL="1031875" algn="l" defTabSz="1031875" rtl="0" eaLnBrk="1" latinLnBrk="0" hangingPunct="1">
              <a:defRPr sz="2000" kern="1200">
                <a:solidFill>
                  <a:schemeClr val="tx1"/>
                </a:solidFill>
                <a:latin typeface="+mn-lt"/>
                <a:ea typeface="+mn-ea"/>
                <a:cs typeface="+mn-cs"/>
              </a:defRPr>
            </a:lvl3pPr>
            <a:lvl4pPr marL="1547495" algn="l" defTabSz="1031875" rtl="0" eaLnBrk="1" latinLnBrk="0" hangingPunct="1">
              <a:defRPr sz="2000" kern="1200">
                <a:solidFill>
                  <a:schemeClr val="tx1"/>
                </a:solidFill>
                <a:latin typeface="+mn-lt"/>
                <a:ea typeface="+mn-ea"/>
                <a:cs typeface="+mn-cs"/>
              </a:defRPr>
            </a:lvl4pPr>
            <a:lvl5pPr marL="2063115" algn="l" defTabSz="1031875" rtl="0" eaLnBrk="1" latinLnBrk="0" hangingPunct="1">
              <a:defRPr sz="2000" kern="1200">
                <a:solidFill>
                  <a:schemeClr val="tx1"/>
                </a:solidFill>
                <a:latin typeface="+mn-lt"/>
                <a:ea typeface="+mn-ea"/>
                <a:cs typeface="+mn-cs"/>
              </a:defRPr>
            </a:lvl5pPr>
            <a:lvl6pPr marL="2579370" algn="l" defTabSz="1031875" rtl="0" eaLnBrk="1" latinLnBrk="0" hangingPunct="1">
              <a:defRPr sz="2000" kern="1200">
                <a:solidFill>
                  <a:schemeClr val="tx1"/>
                </a:solidFill>
                <a:latin typeface="+mn-lt"/>
                <a:ea typeface="+mn-ea"/>
                <a:cs typeface="+mn-cs"/>
              </a:defRPr>
            </a:lvl6pPr>
            <a:lvl7pPr marL="3094990" algn="l" defTabSz="1031875" rtl="0" eaLnBrk="1" latinLnBrk="0" hangingPunct="1">
              <a:defRPr sz="2000" kern="1200">
                <a:solidFill>
                  <a:schemeClr val="tx1"/>
                </a:solidFill>
                <a:latin typeface="+mn-lt"/>
                <a:ea typeface="+mn-ea"/>
                <a:cs typeface="+mn-cs"/>
              </a:defRPr>
            </a:lvl7pPr>
            <a:lvl8pPr marL="3610610" algn="l" defTabSz="1031875" rtl="0" eaLnBrk="1" latinLnBrk="0" hangingPunct="1">
              <a:defRPr sz="2000" kern="1200">
                <a:solidFill>
                  <a:schemeClr val="tx1"/>
                </a:solidFill>
                <a:latin typeface="+mn-lt"/>
                <a:ea typeface="+mn-ea"/>
                <a:cs typeface="+mn-cs"/>
              </a:defRPr>
            </a:lvl8pPr>
            <a:lvl9pPr marL="4126230" algn="l" defTabSz="1031875" rtl="0" eaLnBrk="1" latinLnBrk="0" hangingPunct="1">
              <a:defRPr sz="2000" kern="1200">
                <a:solidFill>
                  <a:schemeClr val="tx1"/>
                </a:solidFill>
                <a:latin typeface="+mn-lt"/>
                <a:ea typeface="+mn-ea"/>
                <a:cs typeface="+mn-cs"/>
              </a:defRPr>
            </a:lvl9pPr>
          </a:lstStyle>
          <a:p>
            <a:endParaRPr lang="en-US"/>
          </a:p>
        </p:txBody>
      </p:sp>
      <p:sp>
        <p:nvSpPr>
          <p:cNvPr id="60" name="Freeform 57"/>
          <p:cNvSpPr>
            <a:spLocks noEditPoints="1"/>
          </p:cNvSpPr>
          <p:nvPr/>
        </p:nvSpPr>
        <p:spPr bwMode="auto">
          <a:xfrm>
            <a:off x="6977738" y="1796476"/>
            <a:ext cx="559495" cy="496006"/>
          </a:xfrm>
          <a:custGeom>
            <a:avLst/>
            <a:gdLst/>
            <a:ahLst/>
            <a:cxnLst>
              <a:cxn ang="0">
                <a:pos x="7" y="9"/>
              </a:cxn>
              <a:cxn ang="0">
                <a:pos x="7" y="57"/>
              </a:cxn>
              <a:cxn ang="0">
                <a:pos x="6" y="58"/>
              </a:cxn>
              <a:cxn ang="0">
                <a:pos x="4" y="58"/>
              </a:cxn>
              <a:cxn ang="0">
                <a:pos x="2" y="57"/>
              </a:cxn>
              <a:cxn ang="0">
                <a:pos x="2" y="9"/>
              </a:cxn>
              <a:cxn ang="0">
                <a:pos x="0" y="4"/>
              </a:cxn>
              <a:cxn ang="0">
                <a:pos x="5" y="0"/>
              </a:cxn>
              <a:cxn ang="0">
                <a:pos x="10" y="4"/>
              </a:cxn>
              <a:cxn ang="0">
                <a:pos x="7" y="9"/>
              </a:cxn>
              <a:cxn ang="0">
                <a:pos x="65" y="36"/>
              </a:cxn>
              <a:cxn ang="0">
                <a:pos x="63" y="38"/>
              </a:cxn>
              <a:cxn ang="0">
                <a:pos x="49" y="43"/>
              </a:cxn>
              <a:cxn ang="0">
                <a:pos x="31" y="37"/>
              </a:cxn>
              <a:cxn ang="0">
                <a:pos x="13" y="43"/>
              </a:cxn>
              <a:cxn ang="0">
                <a:pos x="12" y="43"/>
              </a:cxn>
              <a:cxn ang="0">
                <a:pos x="10" y="41"/>
              </a:cxn>
              <a:cxn ang="0">
                <a:pos x="10" y="13"/>
              </a:cxn>
              <a:cxn ang="0">
                <a:pos x="11" y="11"/>
              </a:cxn>
              <a:cxn ang="0">
                <a:pos x="14" y="9"/>
              </a:cxn>
              <a:cxn ang="0">
                <a:pos x="30" y="4"/>
              </a:cxn>
              <a:cxn ang="0">
                <a:pos x="46" y="9"/>
              </a:cxn>
              <a:cxn ang="0">
                <a:pos x="49" y="10"/>
              </a:cxn>
              <a:cxn ang="0">
                <a:pos x="63" y="4"/>
              </a:cxn>
              <a:cxn ang="0">
                <a:pos x="65" y="7"/>
              </a:cxn>
              <a:cxn ang="0">
                <a:pos x="65" y="36"/>
              </a:cxn>
            </a:cxnLst>
            <a:rect l="0" t="0" r="r" b="b"/>
            <a:pathLst>
              <a:path w="65" h="57">
                <a:moveTo>
                  <a:pt x="7" y="9"/>
                </a:moveTo>
                <a:cubicBezTo>
                  <a:pt x="7" y="57"/>
                  <a:pt x="7" y="57"/>
                  <a:pt x="7" y="57"/>
                </a:cubicBezTo>
                <a:cubicBezTo>
                  <a:pt x="7" y="57"/>
                  <a:pt x="7" y="58"/>
                  <a:pt x="6" y="58"/>
                </a:cubicBezTo>
                <a:cubicBezTo>
                  <a:pt x="4" y="58"/>
                  <a:pt x="4" y="58"/>
                  <a:pt x="4" y="58"/>
                </a:cubicBezTo>
                <a:cubicBezTo>
                  <a:pt x="3" y="58"/>
                  <a:pt x="2" y="57"/>
                  <a:pt x="2" y="57"/>
                </a:cubicBezTo>
                <a:cubicBezTo>
                  <a:pt x="2" y="9"/>
                  <a:pt x="2" y="9"/>
                  <a:pt x="2" y="9"/>
                </a:cubicBezTo>
                <a:cubicBezTo>
                  <a:pt x="1" y="8"/>
                  <a:pt x="0" y="6"/>
                  <a:pt x="0" y="4"/>
                </a:cubicBezTo>
                <a:cubicBezTo>
                  <a:pt x="0" y="2"/>
                  <a:pt x="2" y="0"/>
                  <a:pt x="5" y="0"/>
                </a:cubicBezTo>
                <a:cubicBezTo>
                  <a:pt x="7" y="0"/>
                  <a:pt x="10" y="2"/>
                  <a:pt x="10" y="4"/>
                </a:cubicBezTo>
                <a:cubicBezTo>
                  <a:pt x="10" y="6"/>
                  <a:pt x="9" y="8"/>
                  <a:pt x="7" y="9"/>
                </a:cubicBezTo>
                <a:close/>
                <a:moveTo>
                  <a:pt x="65" y="36"/>
                </a:moveTo>
                <a:cubicBezTo>
                  <a:pt x="65" y="37"/>
                  <a:pt x="65" y="38"/>
                  <a:pt x="63" y="38"/>
                </a:cubicBezTo>
                <a:cubicBezTo>
                  <a:pt x="59" y="41"/>
                  <a:pt x="54" y="43"/>
                  <a:pt x="49" y="43"/>
                </a:cubicBezTo>
                <a:cubicBezTo>
                  <a:pt x="43" y="43"/>
                  <a:pt x="39" y="37"/>
                  <a:pt x="31" y="37"/>
                </a:cubicBezTo>
                <a:cubicBezTo>
                  <a:pt x="25" y="37"/>
                  <a:pt x="19" y="40"/>
                  <a:pt x="13" y="43"/>
                </a:cubicBezTo>
                <a:cubicBezTo>
                  <a:pt x="13" y="43"/>
                  <a:pt x="12" y="43"/>
                  <a:pt x="12" y="43"/>
                </a:cubicBezTo>
                <a:cubicBezTo>
                  <a:pt x="11" y="43"/>
                  <a:pt x="10" y="42"/>
                  <a:pt x="10" y="41"/>
                </a:cubicBezTo>
                <a:cubicBezTo>
                  <a:pt x="10" y="13"/>
                  <a:pt x="10" y="13"/>
                  <a:pt x="10" y="13"/>
                </a:cubicBezTo>
                <a:cubicBezTo>
                  <a:pt x="10" y="12"/>
                  <a:pt x="10" y="11"/>
                  <a:pt x="11" y="11"/>
                </a:cubicBezTo>
                <a:cubicBezTo>
                  <a:pt x="12" y="10"/>
                  <a:pt x="13" y="9"/>
                  <a:pt x="14" y="9"/>
                </a:cubicBezTo>
                <a:cubicBezTo>
                  <a:pt x="19" y="7"/>
                  <a:pt x="24" y="4"/>
                  <a:pt x="30" y="4"/>
                </a:cubicBezTo>
                <a:cubicBezTo>
                  <a:pt x="36" y="4"/>
                  <a:pt x="40" y="6"/>
                  <a:pt x="46" y="9"/>
                </a:cubicBezTo>
                <a:cubicBezTo>
                  <a:pt x="47" y="9"/>
                  <a:pt x="48" y="10"/>
                  <a:pt x="49" y="10"/>
                </a:cubicBezTo>
                <a:cubicBezTo>
                  <a:pt x="55" y="10"/>
                  <a:pt x="61" y="4"/>
                  <a:pt x="63" y="4"/>
                </a:cubicBezTo>
                <a:cubicBezTo>
                  <a:pt x="64" y="4"/>
                  <a:pt x="65" y="6"/>
                  <a:pt x="65" y="7"/>
                </a:cubicBezTo>
                <a:lnTo>
                  <a:pt x="65" y="36"/>
                </a:lnTo>
                <a:close/>
              </a:path>
            </a:pathLst>
          </a:custGeom>
          <a:solidFill>
            <a:srgbClr val="7F7F7F"/>
          </a:solidFill>
          <a:ln w="9525">
            <a:noFill/>
            <a:round/>
          </a:ln>
        </p:spPr>
        <p:txBody>
          <a:bodyPr vert="horz" wrap="square" lIns="91440" tIns="45720" rIns="91440" bIns="45720" numCol="1" anchor="t" anchorCtr="0" compatLnSpc="1"/>
          <a:lstStyle>
            <a:defPPr>
              <a:defRPr lang="en-US"/>
            </a:defPPr>
            <a:lvl1pPr marL="0" algn="l" defTabSz="1031875" rtl="0" eaLnBrk="1" latinLnBrk="0" hangingPunct="1">
              <a:defRPr sz="2000" kern="1200">
                <a:solidFill>
                  <a:schemeClr val="tx1"/>
                </a:solidFill>
                <a:latin typeface="+mn-lt"/>
                <a:ea typeface="+mn-ea"/>
                <a:cs typeface="+mn-cs"/>
              </a:defRPr>
            </a:lvl1pPr>
            <a:lvl2pPr marL="515620" algn="l" defTabSz="1031875" rtl="0" eaLnBrk="1" latinLnBrk="0" hangingPunct="1">
              <a:defRPr sz="2000" kern="1200">
                <a:solidFill>
                  <a:schemeClr val="tx1"/>
                </a:solidFill>
                <a:latin typeface="+mn-lt"/>
                <a:ea typeface="+mn-ea"/>
                <a:cs typeface="+mn-cs"/>
              </a:defRPr>
            </a:lvl2pPr>
            <a:lvl3pPr marL="1031875" algn="l" defTabSz="1031875" rtl="0" eaLnBrk="1" latinLnBrk="0" hangingPunct="1">
              <a:defRPr sz="2000" kern="1200">
                <a:solidFill>
                  <a:schemeClr val="tx1"/>
                </a:solidFill>
                <a:latin typeface="+mn-lt"/>
                <a:ea typeface="+mn-ea"/>
                <a:cs typeface="+mn-cs"/>
              </a:defRPr>
            </a:lvl3pPr>
            <a:lvl4pPr marL="1547495" algn="l" defTabSz="1031875" rtl="0" eaLnBrk="1" latinLnBrk="0" hangingPunct="1">
              <a:defRPr sz="2000" kern="1200">
                <a:solidFill>
                  <a:schemeClr val="tx1"/>
                </a:solidFill>
                <a:latin typeface="+mn-lt"/>
                <a:ea typeface="+mn-ea"/>
                <a:cs typeface="+mn-cs"/>
              </a:defRPr>
            </a:lvl4pPr>
            <a:lvl5pPr marL="2063115" algn="l" defTabSz="1031875" rtl="0" eaLnBrk="1" latinLnBrk="0" hangingPunct="1">
              <a:defRPr sz="2000" kern="1200">
                <a:solidFill>
                  <a:schemeClr val="tx1"/>
                </a:solidFill>
                <a:latin typeface="+mn-lt"/>
                <a:ea typeface="+mn-ea"/>
                <a:cs typeface="+mn-cs"/>
              </a:defRPr>
            </a:lvl5pPr>
            <a:lvl6pPr marL="2579370" algn="l" defTabSz="1031875" rtl="0" eaLnBrk="1" latinLnBrk="0" hangingPunct="1">
              <a:defRPr sz="2000" kern="1200">
                <a:solidFill>
                  <a:schemeClr val="tx1"/>
                </a:solidFill>
                <a:latin typeface="+mn-lt"/>
                <a:ea typeface="+mn-ea"/>
                <a:cs typeface="+mn-cs"/>
              </a:defRPr>
            </a:lvl6pPr>
            <a:lvl7pPr marL="3094990" algn="l" defTabSz="1031875" rtl="0" eaLnBrk="1" latinLnBrk="0" hangingPunct="1">
              <a:defRPr sz="2000" kern="1200">
                <a:solidFill>
                  <a:schemeClr val="tx1"/>
                </a:solidFill>
                <a:latin typeface="+mn-lt"/>
                <a:ea typeface="+mn-ea"/>
                <a:cs typeface="+mn-cs"/>
              </a:defRPr>
            </a:lvl7pPr>
            <a:lvl8pPr marL="3610610" algn="l" defTabSz="1031875" rtl="0" eaLnBrk="1" latinLnBrk="0" hangingPunct="1">
              <a:defRPr sz="2000" kern="1200">
                <a:solidFill>
                  <a:schemeClr val="tx1"/>
                </a:solidFill>
                <a:latin typeface="+mn-lt"/>
                <a:ea typeface="+mn-ea"/>
                <a:cs typeface="+mn-cs"/>
              </a:defRPr>
            </a:lvl8pPr>
            <a:lvl9pPr marL="4126230" algn="l" defTabSz="1031875" rtl="0" eaLnBrk="1" latinLnBrk="0" hangingPunct="1">
              <a:defRPr sz="2000" kern="1200">
                <a:solidFill>
                  <a:schemeClr val="tx1"/>
                </a:solidFill>
                <a:latin typeface="+mn-lt"/>
                <a:ea typeface="+mn-ea"/>
                <a:cs typeface="+mn-cs"/>
              </a:defRPr>
            </a:lvl9pPr>
          </a:lstStyle>
          <a:p>
            <a:endParaRPr lang="en-US"/>
          </a:p>
        </p:txBody>
      </p:sp>
      <p:sp>
        <p:nvSpPr>
          <p:cNvPr id="61" name="Freeform 152"/>
          <p:cNvSpPr>
            <a:spLocks noEditPoints="1"/>
          </p:cNvSpPr>
          <p:nvPr/>
        </p:nvSpPr>
        <p:spPr bwMode="auto">
          <a:xfrm>
            <a:off x="9198633" y="1215104"/>
            <a:ext cx="629099" cy="581373"/>
          </a:xfrm>
          <a:custGeom>
            <a:avLst/>
            <a:gdLst/>
            <a:ahLst/>
            <a:cxnLst>
              <a:cxn ang="0">
                <a:pos x="67" y="20"/>
              </a:cxn>
              <a:cxn ang="0">
                <a:pos x="46" y="36"/>
              </a:cxn>
              <a:cxn ang="0">
                <a:pos x="42" y="40"/>
              </a:cxn>
              <a:cxn ang="0">
                <a:pos x="39" y="47"/>
              </a:cxn>
              <a:cxn ang="0">
                <a:pos x="44" y="52"/>
              </a:cxn>
              <a:cxn ang="0">
                <a:pos x="52" y="58"/>
              </a:cxn>
              <a:cxn ang="0">
                <a:pos x="52" y="61"/>
              </a:cxn>
              <a:cxn ang="0">
                <a:pos x="51" y="62"/>
              </a:cxn>
              <a:cxn ang="0">
                <a:pos x="17" y="62"/>
              </a:cxn>
              <a:cxn ang="0">
                <a:pos x="16" y="61"/>
              </a:cxn>
              <a:cxn ang="0">
                <a:pos x="16" y="58"/>
              </a:cxn>
              <a:cxn ang="0">
                <a:pos x="24" y="52"/>
              </a:cxn>
              <a:cxn ang="0">
                <a:pos x="29" y="47"/>
              </a:cxn>
              <a:cxn ang="0">
                <a:pos x="26" y="40"/>
              </a:cxn>
              <a:cxn ang="0">
                <a:pos x="22" y="36"/>
              </a:cxn>
              <a:cxn ang="0">
                <a:pos x="0" y="20"/>
              </a:cxn>
              <a:cxn ang="0">
                <a:pos x="0" y="15"/>
              </a:cxn>
              <a:cxn ang="0">
                <a:pos x="4" y="11"/>
              </a:cxn>
              <a:cxn ang="0">
                <a:pos x="16" y="11"/>
              </a:cxn>
              <a:cxn ang="0">
                <a:pos x="16" y="7"/>
              </a:cxn>
              <a:cxn ang="0">
                <a:pos x="22" y="0"/>
              </a:cxn>
              <a:cxn ang="0">
                <a:pos x="45" y="0"/>
              </a:cxn>
              <a:cxn ang="0">
                <a:pos x="52" y="7"/>
              </a:cxn>
              <a:cxn ang="0">
                <a:pos x="52" y="11"/>
              </a:cxn>
              <a:cxn ang="0">
                <a:pos x="63" y="11"/>
              </a:cxn>
              <a:cxn ang="0">
                <a:pos x="67" y="15"/>
              </a:cxn>
              <a:cxn ang="0">
                <a:pos x="67" y="20"/>
              </a:cxn>
              <a:cxn ang="0">
                <a:pos x="16" y="16"/>
              </a:cxn>
              <a:cxn ang="0">
                <a:pos x="6" y="16"/>
              </a:cxn>
              <a:cxn ang="0">
                <a:pos x="6" y="20"/>
              </a:cxn>
              <a:cxn ang="0">
                <a:pos x="19" y="31"/>
              </a:cxn>
              <a:cxn ang="0">
                <a:pos x="16" y="16"/>
              </a:cxn>
              <a:cxn ang="0">
                <a:pos x="62" y="16"/>
              </a:cxn>
              <a:cxn ang="0">
                <a:pos x="52" y="16"/>
              </a:cxn>
              <a:cxn ang="0">
                <a:pos x="49" y="31"/>
              </a:cxn>
              <a:cxn ang="0">
                <a:pos x="62" y="20"/>
              </a:cxn>
              <a:cxn ang="0">
                <a:pos x="62" y="16"/>
              </a:cxn>
            </a:cxnLst>
            <a:rect l="0" t="0" r="r" b="b"/>
            <a:pathLst>
              <a:path w="67" h="62">
                <a:moveTo>
                  <a:pt x="67" y="20"/>
                </a:moveTo>
                <a:cubicBezTo>
                  <a:pt x="67" y="27"/>
                  <a:pt x="58" y="36"/>
                  <a:pt x="46" y="36"/>
                </a:cubicBezTo>
                <a:cubicBezTo>
                  <a:pt x="44" y="38"/>
                  <a:pt x="42" y="40"/>
                  <a:pt x="42" y="40"/>
                </a:cubicBezTo>
                <a:cubicBezTo>
                  <a:pt x="40" y="42"/>
                  <a:pt x="39" y="44"/>
                  <a:pt x="39" y="47"/>
                </a:cubicBezTo>
                <a:cubicBezTo>
                  <a:pt x="39" y="49"/>
                  <a:pt x="40" y="52"/>
                  <a:pt x="44" y="52"/>
                </a:cubicBezTo>
                <a:cubicBezTo>
                  <a:pt x="48" y="52"/>
                  <a:pt x="52" y="54"/>
                  <a:pt x="52" y="58"/>
                </a:cubicBezTo>
                <a:cubicBezTo>
                  <a:pt x="52" y="61"/>
                  <a:pt x="52" y="61"/>
                  <a:pt x="52" y="61"/>
                </a:cubicBezTo>
                <a:cubicBezTo>
                  <a:pt x="52" y="62"/>
                  <a:pt x="51" y="62"/>
                  <a:pt x="51" y="62"/>
                </a:cubicBezTo>
                <a:cubicBezTo>
                  <a:pt x="17" y="62"/>
                  <a:pt x="17" y="62"/>
                  <a:pt x="17" y="62"/>
                </a:cubicBezTo>
                <a:cubicBezTo>
                  <a:pt x="16" y="62"/>
                  <a:pt x="16" y="62"/>
                  <a:pt x="16" y="61"/>
                </a:cubicBezTo>
                <a:cubicBezTo>
                  <a:pt x="16" y="58"/>
                  <a:pt x="16" y="58"/>
                  <a:pt x="16" y="58"/>
                </a:cubicBezTo>
                <a:cubicBezTo>
                  <a:pt x="16" y="54"/>
                  <a:pt x="20" y="52"/>
                  <a:pt x="24" y="52"/>
                </a:cubicBezTo>
                <a:cubicBezTo>
                  <a:pt x="27" y="52"/>
                  <a:pt x="29" y="49"/>
                  <a:pt x="29" y="47"/>
                </a:cubicBezTo>
                <a:cubicBezTo>
                  <a:pt x="29" y="44"/>
                  <a:pt x="28" y="42"/>
                  <a:pt x="26" y="40"/>
                </a:cubicBezTo>
                <a:cubicBezTo>
                  <a:pt x="25" y="40"/>
                  <a:pt x="24" y="38"/>
                  <a:pt x="22" y="36"/>
                </a:cubicBezTo>
                <a:cubicBezTo>
                  <a:pt x="10" y="36"/>
                  <a:pt x="0" y="27"/>
                  <a:pt x="0" y="20"/>
                </a:cubicBezTo>
                <a:cubicBezTo>
                  <a:pt x="0" y="15"/>
                  <a:pt x="0" y="15"/>
                  <a:pt x="0" y="15"/>
                </a:cubicBezTo>
                <a:cubicBezTo>
                  <a:pt x="0" y="12"/>
                  <a:pt x="2" y="11"/>
                  <a:pt x="4" y="11"/>
                </a:cubicBezTo>
                <a:cubicBezTo>
                  <a:pt x="16" y="11"/>
                  <a:pt x="16" y="11"/>
                  <a:pt x="16" y="11"/>
                </a:cubicBezTo>
                <a:cubicBezTo>
                  <a:pt x="16" y="7"/>
                  <a:pt x="16" y="7"/>
                  <a:pt x="16" y="7"/>
                </a:cubicBezTo>
                <a:cubicBezTo>
                  <a:pt x="16" y="3"/>
                  <a:pt x="19" y="0"/>
                  <a:pt x="22" y="0"/>
                </a:cubicBezTo>
                <a:cubicBezTo>
                  <a:pt x="45" y="0"/>
                  <a:pt x="45" y="0"/>
                  <a:pt x="45" y="0"/>
                </a:cubicBezTo>
                <a:cubicBezTo>
                  <a:pt x="49" y="0"/>
                  <a:pt x="52" y="3"/>
                  <a:pt x="52" y="7"/>
                </a:cubicBezTo>
                <a:cubicBezTo>
                  <a:pt x="52" y="11"/>
                  <a:pt x="52" y="11"/>
                  <a:pt x="52" y="11"/>
                </a:cubicBezTo>
                <a:cubicBezTo>
                  <a:pt x="63" y="11"/>
                  <a:pt x="63" y="11"/>
                  <a:pt x="63" y="11"/>
                </a:cubicBezTo>
                <a:cubicBezTo>
                  <a:pt x="66" y="11"/>
                  <a:pt x="67" y="12"/>
                  <a:pt x="67" y="15"/>
                </a:cubicBezTo>
                <a:lnTo>
                  <a:pt x="67" y="20"/>
                </a:lnTo>
                <a:close/>
                <a:moveTo>
                  <a:pt x="16" y="16"/>
                </a:moveTo>
                <a:cubicBezTo>
                  <a:pt x="6" y="16"/>
                  <a:pt x="6" y="16"/>
                  <a:pt x="6" y="16"/>
                </a:cubicBezTo>
                <a:cubicBezTo>
                  <a:pt x="6" y="20"/>
                  <a:pt x="6" y="20"/>
                  <a:pt x="6" y="20"/>
                </a:cubicBezTo>
                <a:cubicBezTo>
                  <a:pt x="6" y="24"/>
                  <a:pt x="11" y="29"/>
                  <a:pt x="19" y="31"/>
                </a:cubicBezTo>
                <a:cubicBezTo>
                  <a:pt x="17" y="27"/>
                  <a:pt x="16" y="22"/>
                  <a:pt x="16" y="16"/>
                </a:cubicBezTo>
                <a:close/>
                <a:moveTo>
                  <a:pt x="62" y="16"/>
                </a:moveTo>
                <a:cubicBezTo>
                  <a:pt x="52" y="16"/>
                  <a:pt x="52" y="16"/>
                  <a:pt x="52" y="16"/>
                </a:cubicBezTo>
                <a:cubicBezTo>
                  <a:pt x="52" y="22"/>
                  <a:pt x="51" y="27"/>
                  <a:pt x="49" y="31"/>
                </a:cubicBezTo>
                <a:cubicBezTo>
                  <a:pt x="57" y="29"/>
                  <a:pt x="62" y="24"/>
                  <a:pt x="62" y="20"/>
                </a:cubicBezTo>
                <a:lnTo>
                  <a:pt x="62" y="16"/>
                </a:lnTo>
                <a:close/>
              </a:path>
            </a:pathLst>
          </a:custGeom>
          <a:solidFill>
            <a:srgbClr val="335C80"/>
          </a:solidFill>
          <a:ln w="9525">
            <a:noFill/>
            <a:round/>
          </a:ln>
        </p:spPr>
        <p:txBody>
          <a:bodyPr vert="horz" wrap="square" lIns="91440" tIns="45720" rIns="91440" bIns="45720" numCol="1" anchor="t" anchorCtr="0" compatLnSpc="1"/>
          <a:lstStyle>
            <a:defPPr>
              <a:defRPr lang="en-US"/>
            </a:defPPr>
            <a:lvl1pPr marL="0" algn="l" defTabSz="1031875" rtl="0" eaLnBrk="1" latinLnBrk="0" hangingPunct="1">
              <a:defRPr sz="2000" kern="1200">
                <a:solidFill>
                  <a:schemeClr val="tx1"/>
                </a:solidFill>
                <a:latin typeface="+mn-lt"/>
                <a:ea typeface="+mn-ea"/>
                <a:cs typeface="+mn-cs"/>
              </a:defRPr>
            </a:lvl1pPr>
            <a:lvl2pPr marL="515620" algn="l" defTabSz="1031875" rtl="0" eaLnBrk="1" latinLnBrk="0" hangingPunct="1">
              <a:defRPr sz="2000" kern="1200">
                <a:solidFill>
                  <a:schemeClr val="tx1"/>
                </a:solidFill>
                <a:latin typeface="+mn-lt"/>
                <a:ea typeface="+mn-ea"/>
                <a:cs typeface="+mn-cs"/>
              </a:defRPr>
            </a:lvl2pPr>
            <a:lvl3pPr marL="1031875" algn="l" defTabSz="1031875" rtl="0" eaLnBrk="1" latinLnBrk="0" hangingPunct="1">
              <a:defRPr sz="2000" kern="1200">
                <a:solidFill>
                  <a:schemeClr val="tx1"/>
                </a:solidFill>
                <a:latin typeface="+mn-lt"/>
                <a:ea typeface="+mn-ea"/>
                <a:cs typeface="+mn-cs"/>
              </a:defRPr>
            </a:lvl3pPr>
            <a:lvl4pPr marL="1547495" algn="l" defTabSz="1031875" rtl="0" eaLnBrk="1" latinLnBrk="0" hangingPunct="1">
              <a:defRPr sz="2000" kern="1200">
                <a:solidFill>
                  <a:schemeClr val="tx1"/>
                </a:solidFill>
                <a:latin typeface="+mn-lt"/>
                <a:ea typeface="+mn-ea"/>
                <a:cs typeface="+mn-cs"/>
              </a:defRPr>
            </a:lvl4pPr>
            <a:lvl5pPr marL="2063115" algn="l" defTabSz="1031875" rtl="0" eaLnBrk="1" latinLnBrk="0" hangingPunct="1">
              <a:defRPr sz="2000" kern="1200">
                <a:solidFill>
                  <a:schemeClr val="tx1"/>
                </a:solidFill>
                <a:latin typeface="+mn-lt"/>
                <a:ea typeface="+mn-ea"/>
                <a:cs typeface="+mn-cs"/>
              </a:defRPr>
            </a:lvl5pPr>
            <a:lvl6pPr marL="2579370" algn="l" defTabSz="1031875" rtl="0" eaLnBrk="1" latinLnBrk="0" hangingPunct="1">
              <a:defRPr sz="2000" kern="1200">
                <a:solidFill>
                  <a:schemeClr val="tx1"/>
                </a:solidFill>
                <a:latin typeface="+mn-lt"/>
                <a:ea typeface="+mn-ea"/>
                <a:cs typeface="+mn-cs"/>
              </a:defRPr>
            </a:lvl6pPr>
            <a:lvl7pPr marL="3094990" algn="l" defTabSz="1031875" rtl="0" eaLnBrk="1" latinLnBrk="0" hangingPunct="1">
              <a:defRPr sz="2000" kern="1200">
                <a:solidFill>
                  <a:schemeClr val="tx1"/>
                </a:solidFill>
                <a:latin typeface="+mn-lt"/>
                <a:ea typeface="+mn-ea"/>
                <a:cs typeface="+mn-cs"/>
              </a:defRPr>
            </a:lvl7pPr>
            <a:lvl8pPr marL="3610610" algn="l" defTabSz="1031875" rtl="0" eaLnBrk="1" latinLnBrk="0" hangingPunct="1">
              <a:defRPr sz="2000" kern="1200">
                <a:solidFill>
                  <a:schemeClr val="tx1"/>
                </a:solidFill>
                <a:latin typeface="+mn-lt"/>
                <a:ea typeface="+mn-ea"/>
                <a:cs typeface="+mn-cs"/>
              </a:defRPr>
            </a:lvl8pPr>
            <a:lvl9pPr marL="4126230" algn="l" defTabSz="1031875" rtl="0" eaLnBrk="1" latinLnBrk="0" hangingPunct="1">
              <a:defRPr sz="2000" kern="1200">
                <a:solidFill>
                  <a:schemeClr val="tx1"/>
                </a:solidFill>
                <a:latin typeface="+mn-lt"/>
                <a:ea typeface="+mn-ea"/>
                <a:cs typeface="+mn-cs"/>
              </a:defRPr>
            </a:lvl9pPr>
          </a:lstStyle>
          <a:p>
            <a:endParaRPr lang="en-US"/>
          </a:p>
        </p:txBody>
      </p:sp>
      <p:sp>
        <p:nvSpPr>
          <p:cNvPr id="102" name="矩形 101"/>
          <p:cNvSpPr/>
          <p:nvPr/>
        </p:nvSpPr>
        <p:spPr>
          <a:xfrm>
            <a:off x="2138743" y="4579045"/>
            <a:ext cx="1313162" cy="430879"/>
          </a:xfrm>
          <a:prstGeom prst="rect">
            <a:avLst/>
          </a:prstGeom>
        </p:spPr>
        <p:txBody>
          <a:bodyPr wrap="none" lIns="91431" tIns="45716" rIns="91431" bIns="45716">
            <a:spAutoFit/>
          </a:bodyPr>
          <a:lstStyle/>
          <a:p>
            <a:pPr algn="ctr"/>
            <a:r>
              <a:rPr lang="zh-CN" altLang="en-US" sz="2200">
                <a:solidFill>
                  <a:schemeClr val="tx1">
                    <a:lumMod val="75000"/>
                    <a:lumOff val="25000"/>
                  </a:schemeClr>
                </a:solidFill>
                <a:latin typeface="微软雅黑" panose="020B0503020204020204" pitchFamily="34" charset="-122"/>
                <a:ea typeface="微软雅黑" panose="020B0503020204020204" pitchFamily="34" charset="-122"/>
                <a:sym typeface="思源黑体 Medium" panose="020B0600000000000000" pitchFamily="34" charset="-122"/>
              </a:rPr>
              <a:t>添加标题</a:t>
            </a:r>
            <a:endParaRPr lang="en-US" altLang="zh-CN" sz="2200">
              <a:solidFill>
                <a:schemeClr val="tx1">
                  <a:lumMod val="75000"/>
                  <a:lumOff val="25000"/>
                </a:schemeClr>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103" name="矩形 47"/>
          <p:cNvSpPr>
            <a:spLocks noChangeArrowheads="1"/>
          </p:cNvSpPr>
          <p:nvPr/>
        </p:nvSpPr>
        <p:spPr bwMode="auto">
          <a:xfrm>
            <a:off x="1581151" y="4994638"/>
            <a:ext cx="2428344" cy="1212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30000"/>
              </a:lnSpc>
              <a:spcBef>
                <a:spcPct val="0"/>
              </a:spcBef>
              <a:buNone/>
            </a:pPr>
            <a:r>
              <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mn-ea"/>
                <a:sym typeface="思源黑体 Medium" panose="020B0600000000000000" pitchFamily="34" charset="-122"/>
              </a:rPr>
              <a:t>在此录入上述图表的综合描述说明，在此录入上述图表的综合描述说明，在此录入上述。</a:t>
            </a:r>
            <a:endPar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mn-ea"/>
              <a:sym typeface="思源黑体 Medium" panose="020B0600000000000000" pitchFamily="34" charset="-122"/>
            </a:endParaRPr>
          </a:p>
        </p:txBody>
      </p:sp>
      <p:sp>
        <p:nvSpPr>
          <p:cNvPr id="104" name="矩形 103"/>
          <p:cNvSpPr/>
          <p:nvPr/>
        </p:nvSpPr>
        <p:spPr>
          <a:xfrm>
            <a:off x="4443792" y="3951241"/>
            <a:ext cx="1313162" cy="430879"/>
          </a:xfrm>
          <a:prstGeom prst="rect">
            <a:avLst/>
          </a:prstGeom>
        </p:spPr>
        <p:txBody>
          <a:bodyPr wrap="none" lIns="91431" tIns="45716" rIns="91431" bIns="45716">
            <a:spAutoFit/>
          </a:bodyPr>
          <a:lstStyle/>
          <a:p>
            <a:pPr algn="ctr"/>
            <a:r>
              <a:rPr lang="zh-CN" altLang="en-US" sz="2200">
                <a:solidFill>
                  <a:schemeClr val="tx1">
                    <a:lumMod val="75000"/>
                    <a:lumOff val="25000"/>
                  </a:schemeClr>
                </a:solidFill>
                <a:latin typeface="微软雅黑" panose="020B0503020204020204" pitchFamily="34" charset="-122"/>
                <a:ea typeface="微软雅黑" panose="020B0503020204020204" pitchFamily="34" charset="-122"/>
                <a:sym typeface="思源黑体 Medium" panose="020B0600000000000000" pitchFamily="34" charset="-122"/>
              </a:rPr>
              <a:t>添加标题</a:t>
            </a:r>
            <a:endParaRPr lang="en-US" altLang="zh-CN" sz="2200">
              <a:solidFill>
                <a:schemeClr val="tx1">
                  <a:lumMod val="75000"/>
                  <a:lumOff val="25000"/>
                </a:schemeClr>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105" name="矩形 47"/>
          <p:cNvSpPr>
            <a:spLocks noChangeArrowheads="1"/>
          </p:cNvSpPr>
          <p:nvPr/>
        </p:nvSpPr>
        <p:spPr bwMode="auto">
          <a:xfrm>
            <a:off x="3886200" y="4366834"/>
            <a:ext cx="2428344" cy="1212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30000"/>
              </a:lnSpc>
              <a:spcBef>
                <a:spcPct val="0"/>
              </a:spcBef>
              <a:buNone/>
            </a:pPr>
            <a:r>
              <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mn-ea"/>
                <a:sym typeface="思源黑体 Medium" panose="020B0600000000000000" pitchFamily="34" charset="-122"/>
              </a:rPr>
              <a:t>在此录入上述图表的综合描述说明，在此录入上述图表的综合描述说明，在此录入上述。</a:t>
            </a:r>
            <a:endPar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mn-ea"/>
              <a:sym typeface="思源黑体 Medium" panose="020B0600000000000000" pitchFamily="34" charset="-122"/>
            </a:endParaRPr>
          </a:p>
        </p:txBody>
      </p:sp>
      <p:sp>
        <p:nvSpPr>
          <p:cNvPr id="127" name="矩形 126"/>
          <p:cNvSpPr/>
          <p:nvPr/>
        </p:nvSpPr>
        <p:spPr>
          <a:xfrm>
            <a:off x="6770123" y="3383377"/>
            <a:ext cx="1313162" cy="430879"/>
          </a:xfrm>
          <a:prstGeom prst="rect">
            <a:avLst/>
          </a:prstGeom>
        </p:spPr>
        <p:txBody>
          <a:bodyPr wrap="none" lIns="91431" tIns="45716" rIns="91431" bIns="45716">
            <a:spAutoFit/>
          </a:bodyPr>
          <a:lstStyle/>
          <a:p>
            <a:pPr algn="ctr"/>
            <a:r>
              <a:rPr lang="zh-CN" altLang="en-US" sz="2200">
                <a:solidFill>
                  <a:schemeClr val="tx1">
                    <a:lumMod val="75000"/>
                    <a:lumOff val="25000"/>
                  </a:schemeClr>
                </a:solidFill>
                <a:latin typeface="微软雅黑" panose="020B0503020204020204" pitchFamily="34" charset="-122"/>
                <a:ea typeface="微软雅黑" panose="020B0503020204020204" pitchFamily="34" charset="-122"/>
                <a:sym typeface="思源黑体 Medium" panose="020B0600000000000000" pitchFamily="34" charset="-122"/>
              </a:rPr>
              <a:t>添加标题</a:t>
            </a:r>
            <a:endParaRPr lang="en-US" altLang="zh-CN" sz="2200">
              <a:solidFill>
                <a:schemeClr val="tx1">
                  <a:lumMod val="75000"/>
                  <a:lumOff val="25000"/>
                </a:schemeClr>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128" name="矩形 47"/>
          <p:cNvSpPr>
            <a:spLocks noChangeArrowheads="1"/>
          </p:cNvSpPr>
          <p:nvPr/>
        </p:nvSpPr>
        <p:spPr bwMode="auto">
          <a:xfrm>
            <a:off x="6212531" y="3798970"/>
            <a:ext cx="2428344" cy="1212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30000"/>
              </a:lnSpc>
              <a:spcBef>
                <a:spcPct val="0"/>
              </a:spcBef>
              <a:buNone/>
            </a:pPr>
            <a:r>
              <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mn-ea"/>
                <a:sym typeface="思源黑体 Medium" panose="020B0600000000000000" pitchFamily="34" charset="-122"/>
              </a:rPr>
              <a:t>在此录入上述图表的综合描述说明，在此录入上述图表的综合描述说明，在此录入上述。</a:t>
            </a:r>
            <a:endPar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mn-ea"/>
              <a:sym typeface="思源黑体 Medium" panose="020B0600000000000000" pitchFamily="34" charset="-122"/>
            </a:endParaRPr>
          </a:p>
        </p:txBody>
      </p:sp>
      <p:sp>
        <p:nvSpPr>
          <p:cNvPr id="129" name="矩形 128"/>
          <p:cNvSpPr/>
          <p:nvPr/>
        </p:nvSpPr>
        <p:spPr>
          <a:xfrm>
            <a:off x="9079892" y="2677537"/>
            <a:ext cx="1313162" cy="430879"/>
          </a:xfrm>
          <a:prstGeom prst="rect">
            <a:avLst/>
          </a:prstGeom>
        </p:spPr>
        <p:txBody>
          <a:bodyPr wrap="none" lIns="91431" tIns="45716" rIns="91431" bIns="45716">
            <a:spAutoFit/>
          </a:bodyPr>
          <a:lstStyle/>
          <a:p>
            <a:pPr algn="ctr"/>
            <a:r>
              <a:rPr lang="zh-CN" altLang="en-US" sz="2200">
                <a:solidFill>
                  <a:schemeClr val="tx1">
                    <a:lumMod val="75000"/>
                    <a:lumOff val="25000"/>
                  </a:schemeClr>
                </a:solidFill>
                <a:latin typeface="微软雅黑" panose="020B0503020204020204" pitchFamily="34" charset="-122"/>
                <a:ea typeface="微软雅黑" panose="020B0503020204020204" pitchFamily="34" charset="-122"/>
                <a:sym typeface="思源黑体 Medium" panose="020B0600000000000000" pitchFamily="34" charset="-122"/>
              </a:rPr>
              <a:t>添加标题</a:t>
            </a:r>
            <a:endParaRPr lang="en-US" altLang="zh-CN" sz="2200">
              <a:solidFill>
                <a:schemeClr val="tx1">
                  <a:lumMod val="75000"/>
                  <a:lumOff val="25000"/>
                </a:schemeClr>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130" name="矩形 47"/>
          <p:cNvSpPr>
            <a:spLocks noChangeArrowheads="1"/>
          </p:cNvSpPr>
          <p:nvPr/>
        </p:nvSpPr>
        <p:spPr bwMode="auto">
          <a:xfrm>
            <a:off x="8522300" y="3093129"/>
            <a:ext cx="2428344" cy="1212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30000"/>
              </a:lnSpc>
              <a:spcBef>
                <a:spcPct val="0"/>
              </a:spcBef>
              <a:buNone/>
            </a:pPr>
            <a:r>
              <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mn-ea"/>
                <a:sym typeface="思源黑体 Medium" panose="020B0600000000000000" pitchFamily="34" charset="-122"/>
              </a:rPr>
              <a:t>在此录入上述图表的综合描述说明，在此录入上述图表的综合描述说明，在此录入上述。</a:t>
            </a:r>
            <a:endParaRPr lang="zh-CN" altLang="en-US" sz="1400">
              <a:solidFill>
                <a:schemeClr val="tx1">
                  <a:lumMod val="75000"/>
                  <a:lumOff val="25000"/>
                </a:schemeClr>
              </a:solidFill>
              <a:latin typeface="思源黑体 Light" panose="020B0300000000000000" pitchFamily="34" charset="-122"/>
              <a:ea typeface="思源黑体 Light" panose="020B0300000000000000" pitchFamily="34" charset="-122"/>
              <a:cs typeface="+mn-ea"/>
              <a:sym typeface="思源黑体 Medium" panose="020B06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wipe(left)">
                                      <p:cBhvr>
                                        <p:cTn id="7" dur="500"/>
                                        <p:tgtEl>
                                          <p:spTgt spid="106"/>
                                        </p:tgtEl>
                                      </p:cBhvr>
                                    </p:animEffect>
                                  </p:childTnLst>
                                </p:cTn>
                              </p:par>
                            </p:childTnLst>
                          </p:cTn>
                        </p:par>
                        <p:par>
                          <p:cTn id="8" fill="hold">
                            <p:stCondLst>
                              <p:cond delay="500"/>
                            </p:stCondLst>
                            <p:childTnLst>
                              <p:par>
                                <p:cTn id="9" presetID="12" presetClass="entr" presetSubtype="1" fill="hold" grpId="0" nodeType="afterEffect">
                                  <p:stCondLst>
                                    <p:cond delay="0"/>
                                  </p:stCondLst>
                                  <p:childTnLst>
                                    <p:set>
                                      <p:cBhvr>
                                        <p:cTn id="10" dur="1" fill="hold">
                                          <p:stCondLst>
                                            <p:cond delay="0"/>
                                          </p:stCondLst>
                                        </p:cTn>
                                        <p:tgtEl>
                                          <p:spTgt spid="102"/>
                                        </p:tgtEl>
                                        <p:attrNameLst>
                                          <p:attrName>style.visibility</p:attrName>
                                        </p:attrNameLst>
                                      </p:cBhvr>
                                      <p:to>
                                        <p:strVal val="visible"/>
                                      </p:to>
                                    </p:set>
                                    <p:anim calcmode="lin" valueType="num">
                                      <p:cBhvr additive="base">
                                        <p:cTn id="11" dur="500"/>
                                        <p:tgtEl>
                                          <p:spTgt spid="102"/>
                                        </p:tgtEl>
                                        <p:attrNameLst>
                                          <p:attrName>ppt_y</p:attrName>
                                        </p:attrNameLst>
                                      </p:cBhvr>
                                      <p:tavLst>
                                        <p:tav tm="0">
                                          <p:val>
                                            <p:strVal val="#ppt_y-#ppt_h*1.125000"/>
                                          </p:val>
                                        </p:tav>
                                        <p:tav tm="100000">
                                          <p:val>
                                            <p:strVal val="#ppt_y"/>
                                          </p:val>
                                        </p:tav>
                                      </p:tavLst>
                                    </p:anim>
                                    <p:animEffect transition="in" filter="wipe(down)">
                                      <p:cBhvr>
                                        <p:cTn id="12" dur="500"/>
                                        <p:tgtEl>
                                          <p:spTgt spid="102"/>
                                        </p:tgtEl>
                                      </p:cBhvr>
                                    </p:animEffect>
                                  </p:childTnLst>
                                </p:cTn>
                              </p:par>
                            </p:childTnLst>
                          </p:cTn>
                        </p:par>
                        <p:par>
                          <p:cTn id="13" fill="hold">
                            <p:stCondLst>
                              <p:cond delay="1000"/>
                            </p:stCondLst>
                            <p:childTnLst>
                              <p:par>
                                <p:cTn id="14" presetID="22" presetClass="entr" presetSubtype="1" fill="hold" grpId="0" nodeType="afterEffect">
                                  <p:stCondLst>
                                    <p:cond delay="0"/>
                                  </p:stCondLst>
                                  <p:childTnLst>
                                    <p:set>
                                      <p:cBhvr>
                                        <p:cTn id="15" dur="1" fill="hold">
                                          <p:stCondLst>
                                            <p:cond delay="0"/>
                                          </p:stCondLst>
                                        </p:cTn>
                                        <p:tgtEl>
                                          <p:spTgt spid="103"/>
                                        </p:tgtEl>
                                        <p:attrNameLst>
                                          <p:attrName>style.visibility</p:attrName>
                                        </p:attrNameLst>
                                      </p:cBhvr>
                                      <p:to>
                                        <p:strVal val="visible"/>
                                      </p:to>
                                    </p:set>
                                    <p:animEffect transition="in" filter="wipe(up)">
                                      <p:cBhvr>
                                        <p:cTn id="16" dur="500"/>
                                        <p:tgtEl>
                                          <p:spTgt spid="103"/>
                                        </p:tgtEl>
                                      </p:cBhvr>
                                    </p:animEffect>
                                  </p:childTnLst>
                                </p:cTn>
                              </p:par>
                            </p:childTnLst>
                          </p:cTn>
                        </p:par>
                        <p:par>
                          <p:cTn id="17" fill="hold">
                            <p:stCondLst>
                              <p:cond delay="1500"/>
                            </p:stCondLst>
                            <p:childTnLst>
                              <p:par>
                                <p:cTn id="18" presetID="12" presetClass="entr" presetSubtype="1" fill="hold" grpId="0" nodeType="afterEffect">
                                  <p:stCondLst>
                                    <p:cond delay="0"/>
                                  </p:stCondLst>
                                  <p:childTnLst>
                                    <p:set>
                                      <p:cBhvr>
                                        <p:cTn id="19" dur="1" fill="hold">
                                          <p:stCondLst>
                                            <p:cond delay="0"/>
                                          </p:stCondLst>
                                        </p:cTn>
                                        <p:tgtEl>
                                          <p:spTgt spid="104"/>
                                        </p:tgtEl>
                                        <p:attrNameLst>
                                          <p:attrName>style.visibility</p:attrName>
                                        </p:attrNameLst>
                                      </p:cBhvr>
                                      <p:to>
                                        <p:strVal val="visible"/>
                                      </p:to>
                                    </p:set>
                                    <p:anim calcmode="lin" valueType="num">
                                      <p:cBhvr additive="base">
                                        <p:cTn id="20" dur="500"/>
                                        <p:tgtEl>
                                          <p:spTgt spid="104"/>
                                        </p:tgtEl>
                                        <p:attrNameLst>
                                          <p:attrName>ppt_y</p:attrName>
                                        </p:attrNameLst>
                                      </p:cBhvr>
                                      <p:tavLst>
                                        <p:tav tm="0">
                                          <p:val>
                                            <p:strVal val="#ppt_y-#ppt_h*1.125000"/>
                                          </p:val>
                                        </p:tav>
                                        <p:tav tm="100000">
                                          <p:val>
                                            <p:strVal val="#ppt_y"/>
                                          </p:val>
                                        </p:tav>
                                      </p:tavLst>
                                    </p:anim>
                                    <p:animEffect transition="in" filter="wipe(down)">
                                      <p:cBhvr>
                                        <p:cTn id="21" dur="500"/>
                                        <p:tgtEl>
                                          <p:spTgt spid="104"/>
                                        </p:tgtEl>
                                      </p:cBhvr>
                                    </p:animEffect>
                                  </p:childTnLst>
                                </p:cTn>
                              </p:par>
                            </p:childTnLst>
                          </p:cTn>
                        </p:par>
                        <p:par>
                          <p:cTn id="22" fill="hold">
                            <p:stCondLst>
                              <p:cond delay="2000"/>
                            </p:stCondLst>
                            <p:childTnLst>
                              <p:par>
                                <p:cTn id="23" presetID="22" presetClass="entr" presetSubtype="1" fill="hold" grpId="0" nodeType="afterEffect">
                                  <p:stCondLst>
                                    <p:cond delay="0"/>
                                  </p:stCondLst>
                                  <p:childTnLst>
                                    <p:set>
                                      <p:cBhvr>
                                        <p:cTn id="24" dur="1" fill="hold">
                                          <p:stCondLst>
                                            <p:cond delay="0"/>
                                          </p:stCondLst>
                                        </p:cTn>
                                        <p:tgtEl>
                                          <p:spTgt spid="105"/>
                                        </p:tgtEl>
                                        <p:attrNameLst>
                                          <p:attrName>style.visibility</p:attrName>
                                        </p:attrNameLst>
                                      </p:cBhvr>
                                      <p:to>
                                        <p:strVal val="visible"/>
                                      </p:to>
                                    </p:set>
                                    <p:animEffect transition="in" filter="wipe(up)">
                                      <p:cBhvr>
                                        <p:cTn id="25" dur="500"/>
                                        <p:tgtEl>
                                          <p:spTgt spid="105"/>
                                        </p:tgtEl>
                                      </p:cBhvr>
                                    </p:animEffect>
                                  </p:childTnLst>
                                </p:cTn>
                              </p:par>
                            </p:childTnLst>
                          </p:cTn>
                        </p:par>
                        <p:par>
                          <p:cTn id="26" fill="hold">
                            <p:stCondLst>
                              <p:cond delay="2500"/>
                            </p:stCondLst>
                            <p:childTnLst>
                              <p:par>
                                <p:cTn id="27" presetID="12" presetClass="entr" presetSubtype="1" fill="hold" grpId="0" nodeType="afterEffect">
                                  <p:stCondLst>
                                    <p:cond delay="0"/>
                                  </p:stCondLst>
                                  <p:childTnLst>
                                    <p:set>
                                      <p:cBhvr>
                                        <p:cTn id="28" dur="1" fill="hold">
                                          <p:stCondLst>
                                            <p:cond delay="0"/>
                                          </p:stCondLst>
                                        </p:cTn>
                                        <p:tgtEl>
                                          <p:spTgt spid="127"/>
                                        </p:tgtEl>
                                        <p:attrNameLst>
                                          <p:attrName>style.visibility</p:attrName>
                                        </p:attrNameLst>
                                      </p:cBhvr>
                                      <p:to>
                                        <p:strVal val="visible"/>
                                      </p:to>
                                    </p:set>
                                    <p:anim calcmode="lin" valueType="num">
                                      <p:cBhvr additive="base">
                                        <p:cTn id="29" dur="500"/>
                                        <p:tgtEl>
                                          <p:spTgt spid="127"/>
                                        </p:tgtEl>
                                        <p:attrNameLst>
                                          <p:attrName>ppt_y</p:attrName>
                                        </p:attrNameLst>
                                      </p:cBhvr>
                                      <p:tavLst>
                                        <p:tav tm="0">
                                          <p:val>
                                            <p:strVal val="#ppt_y-#ppt_h*1.125000"/>
                                          </p:val>
                                        </p:tav>
                                        <p:tav tm="100000">
                                          <p:val>
                                            <p:strVal val="#ppt_y"/>
                                          </p:val>
                                        </p:tav>
                                      </p:tavLst>
                                    </p:anim>
                                    <p:animEffect transition="in" filter="wipe(down)">
                                      <p:cBhvr>
                                        <p:cTn id="30" dur="500"/>
                                        <p:tgtEl>
                                          <p:spTgt spid="127"/>
                                        </p:tgtEl>
                                      </p:cBhvr>
                                    </p:animEffect>
                                  </p:childTnLst>
                                </p:cTn>
                              </p:par>
                            </p:childTnLst>
                          </p:cTn>
                        </p:par>
                        <p:par>
                          <p:cTn id="31" fill="hold">
                            <p:stCondLst>
                              <p:cond delay="3000"/>
                            </p:stCondLst>
                            <p:childTnLst>
                              <p:par>
                                <p:cTn id="32" presetID="22" presetClass="entr" presetSubtype="1" fill="hold" grpId="0" nodeType="afterEffect">
                                  <p:stCondLst>
                                    <p:cond delay="0"/>
                                  </p:stCondLst>
                                  <p:childTnLst>
                                    <p:set>
                                      <p:cBhvr>
                                        <p:cTn id="33" dur="1" fill="hold">
                                          <p:stCondLst>
                                            <p:cond delay="0"/>
                                          </p:stCondLst>
                                        </p:cTn>
                                        <p:tgtEl>
                                          <p:spTgt spid="128"/>
                                        </p:tgtEl>
                                        <p:attrNameLst>
                                          <p:attrName>style.visibility</p:attrName>
                                        </p:attrNameLst>
                                      </p:cBhvr>
                                      <p:to>
                                        <p:strVal val="visible"/>
                                      </p:to>
                                    </p:set>
                                    <p:animEffect transition="in" filter="wipe(up)">
                                      <p:cBhvr>
                                        <p:cTn id="34" dur="500"/>
                                        <p:tgtEl>
                                          <p:spTgt spid="128"/>
                                        </p:tgtEl>
                                      </p:cBhvr>
                                    </p:animEffect>
                                  </p:childTnLst>
                                </p:cTn>
                              </p:par>
                            </p:childTnLst>
                          </p:cTn>
                        </p:par>
                        <p:par>
                          <p:cTn id="35" fill="hold">
                            <p:stCondLst>
                              <p:cond delay="3500"/>
                            </p:stCondLst>
                            <p:childTnLst>
                              <p:par>
                                <p:cTn id="36" presetID="12" presetClass="entr" presetSubtype="1" fill="hold" grpId="0" nodeType="afterEffect">
                                  <p:stCondLst>
                                    <p:cond delay="0"/>
                                  </p:stCondLst>
                                  <p:childTnLst>
                                    <p:set>
                                      <p:cBhvr>
                                        <p:cTn id="37" dur="1" fill="hold">
                                          <p:stCondLst>
                                            <p:cond delay="0"/>
                                          </p:stCondLst>
                                        </p:cTn>
                                        <p:tgtEl>
                                          <p:spTgt spid="129"/>
                                        </p:tgtEl>
                                        <p:attrNameLst>
                                          <p:attrName>style.visibility</p:attrName>
                                        </p:attrNameLst>
                                      </p:cBhvr>
                                      <p:to>
                                        <p:strVal val="visible"/>
                                      </p:to>
                                    </p:set>
                                    <p:anim calcmode="lin" valueType="num">
                                      <p:cBhvr additive="base">
                                        <p:cTn id="38" dur="500"/>
                                        <p:tgtEl>
                                          <p:spTgt spid="129"/>
                                        </p:tgtEl>
                                        <p:attrNameLst>
                                          <p:attrName>ppt_y</p:attrName>
                                        </p:attrNameLst>
                                      </p:cBhvr>
                                      <p:tavLst>
                                        <p:tav tm="0">
                                          <p:val>
                                            <p:strVal val="#ppt_y-#ppt_h*1.125000"/>
                                          </p:val>
                                        </p:tav>
                                        <p:tav tm="100000">
                                          <p:val>
                                            <p:strVal val="#ppt_y"/>
                                          </p:val>
                                        </p:tav>
                                      </p:tavLst>
                                    </p:anim>
                                    <p:animEffect transition="in" filter="wipe(down)">
                                      <p:cBhvr>
                                        <p:cTn id="39" dur="500"/>
                                        <p:tgtEl>
                                          <p:spTgt spid="129"/>
                                        </p:tgtEl>
                                      </p:cBhvr>
                                    </p:animEffect>
                                  </p:childTnLst>
                                </p:cTn>
                              </p:par>
                            </p:childTnLst>
                          </p:cTn>
                        </p:par>
                        <p:par>
                          <p:cTn id="40" fill="hold">
                            <p:stCondLst>
                              <p:cond delay="4000"/>
                            </p:stCondLst>
                            <p:childTnLst>
                              <p:par>
                                <p:cTn id="41" presetID="22" presetClass="entr" presetSubtype="1" fill="hold" grpId="0" nodeType="afterEffect">
                                  <p:stCondLst>
                                    <p:cond delay="0"/>
                                  </p:stCondLst>
                                  <p:childTnLst>
                                    <p:set>
                                      <p:cBhvr>
                                        <p:cTn id="42" dur="1" fill="hold">
                                          <p:stCondLst>
                                            <p:cond delay="0"/>
                                          </p:stCondLst>
                                        </p:cTn>
                                        <p:tgtEl>
                                          <p:spTgt spid="130"/>
                                        </p:tgtEl>
                                        <p:attrNameLst>
                                          <p:attrName>style.visibility</p:attrName>
                                        </p:attrNameLst>
                                      </p:cBhvr>
                                      <p:to>
                                        <p:strVal val="visible"/>
                                      </p:to>
                                    </p:set>
                                    <p:animEffect transition="in" filter="wipe(up)">
                                      <p:cBhvr>
                                        <p:cTn id="43" dur="500"/>
                                        <p:tgtEl>
                                          <p:spTgt spid="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p:bldP spid="102" grpId="0"/>
      <p:bldP spid="103" grpId="0"/>
      <p:bldP spid="104" grpId="0"/>
      <p:bldP spid="105" grpId="0"/>
      <p:bldP spid="127" grpId="0"/>
      <p:bldP spid="128" grpId="0"/>
      <p:bldP spid="129" grpId="0"/>
      <p:bldP spid="13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71451" y="184719"/>
            <a:ext cx="11849100" cy="1432832"/>
          </a:xfrm>
          <a:prstGeom prst="rect">
            <a:avLst/>
          </a:prstGeom>
          <a:solidFill>
            <a:srgbClr val="395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9" name="文本框 8"/>
          <p:cNvSpPr txBox="1"/>
          <p:nvPr/>
        </p:nvSpPr>
        <p:spPr>
          <a:xfrm>
            <a:off x="1395798" y="3482716"/>
            <a:ext cx="9400407" cy="1172629"/>
          </a:xfrm>
          <a:prstGeom prst="rect">
            <a:avLst/>
          </a:prstGeom>
          <a:noFill/>
        </p:spPr>
        <p:txBody>
          <a:bodyPr wrap="square" rtlCol="0">
            <a:spAutoFit/>
          </a:bodyPr>
          <a:lstStyle/>
          <a:p>
            <a:pPr algn="ctr">
              <a:lnSpc>
                <a:spcPct val="130000"/>
              </a:lnSpc>
            </a:pPr>
            <a:r>
              <a:rPr lang="zh-CN" altLang="en-US" sz="5400" b="1">
                <a:solidFill>
                  <a:srgbClr val="255580"/>
                </a:solidFill>
                <a:latin typeface="微软雅黑" panose="020B0503020204020204" pitchFamily="34" charset="-122"/>
                <a:ea typeface="微软雅黑" panose="020B0503020204020204" pitchFamily="34" charset="-122"/>
                <a:cs typeface="+mn-ea"/>
                <a:sym typeface="思源黑体" panose="020B0500000000000000" pitchFamily="34" charset="-122"/>
              </a:rPr>
              <a:t>第五部分</a:t>
            </a:r>
            <a:r>
              <a:rPr lang="en-US" altLang="zh-CN" sz="5400" b="1">
                <a:solidFill>
                  <a:srgbClr val="255580"/>
                </a:solidFill>
                <a:latin typeface="微软雅黑" panose="020B0503020204020204" pitchFamily="34" charset="-122"/>
                <a:ea typeface="微软雅黑" panose="020B0503020204020204" pitchFamily="34" charset="-122"/>
                <a:cs typeface="+mn-ea"/>
                <a:sym typeface="思源黑体" panose="020B0500000000000000" pitchFamily="34" charset="-122"/>
              </a:rPr>
              <a:t> </a:t>
            </a:r>
            <a:r>
              <a:rPr lang="zh-CN" altLang="en-US" sz="5400" b="1">
                <a:solidFill>
                  <a:srgbClr val="255580"/>
                </a:solidFill>
                <a:latin typeface="微软雅黑" panose="020B0503020204020204" pitchFamily="34" charset="-122"/>
                <a:ea typeface="微软雅黑" panose="020B0503020204020204" pitchFamily="34" charset="-122"/>
                <a:cs typeface="+mn-ea"/>
                <a:sym typeface="思源黑体" panose="020B0500000000000000" pitchFamily="34" charset="-122"/>
              </a:rPr>
              <a:t>相关建议与论文总结</a:t>
            </a:r>
            <a:endParaRPr lang="zh-CN" altLang="en-US" sz="5400" b="1">
              <a:solidFill>
                <a:srgbClr val="255580"/>
              </a:solidFill>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10" name="矩形 9"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2215149" y="4607661"/>
            <a:ext cx="7767052" cy="535531"/>
          </a:xfrm>
          <a:prstGeom prst="rect">
            <a:avLst/>
          </a:prstGeom>
        </p:spPr>
        <p:txBody>
          <a:bodyPr wrap="square">
            <a:spAutoFit/>
          </a:bodyPr>
          <a:lstStyle/>
          <a:p>
            <a:pPr algn="ctr">
              <a:lnSpc>
                <a:spcPct val="120000"/>
              </a:lnSpc>
            </a:pPr>
            <a:r>
              <a:rPr lang="zh-CN" altLang="en-US" sz="1200" spc="300">
                <a:solidFill>
                  <a:schemeClr val="bg1">
                    <a:lumMod val="50000"/>
                  </a:schemeClr>
                </a:solidFill>
                <a:latin typeface="微软雅黑" panose="020B0503020204020204" pitchFamily="34" charset="-122"/>
                <a:ea typeface="微软雅黑" panose="020B0503020204020204" pitchFamily="34" charset="-122"/>
                <a:sym typeface="思源黑体" panose="020B0500000000000000" pitchFamily="34" charset="-122"/>
              </a:rPr>
              <a:t>在此录入上述图表的描述说明，在此录入上述图表的描述说明。在此录入上述图表的描述说明，在此录入上述图表的描述说明。</a:t>
            </a:r>
            <a:endParaRPr lang="zh-CN" altLang="en-US" sz="1200" spc="300">
              <a:solidFill>
                <a:schemeClr val="bg1">
                  <a:lumMod val="50000"/>
                </a:schemeClr>
              </a:solidFill>
              <a:latin typeface="微软雅黑" panose="020B0503020204020204" pitchFamily="34" charset="-122"/>
              <a:ea typeface="微软雅黑" panose="020B0503020204020204" pitchFamily="34" charset="-122"/>
              <a:sym typeface="思源黑体" panose="020B0500000000000000" pitchFamily="34" charset="-122"/>
            </a:endParaRPr>
          </a:p>
        </p:txBody>
      </p:sp>
      <p:sp>
        <p:nvSpPr>
          <p:cNvPr id="14" name="椭圆 18"/>
          <p:cNvSpPr>
            <a:spLocks noChangeArrowheads="1"/>
          </p:cNvSpPr>
          <p:nvPr/>
        </p:nvSpPr>
        <p:spPr bwMode="auto">
          <a:xfrm>
            <a:off x="4848995" y="763468"/>
            <a:ext cx="2447156" cy="2452540"/>
          </a:xfrm>
          <a:prstGeom prst="ellipse">
            <a:avLst/>
          </a:prstGeom>
          <a:solidFill>
            <a:srgbClr val="395E7F"/>
          </a:solidFill>
          <a:ln w="38100">
            <a:solidFill>
              <a:schemeClr val="bg1">
                <a:lumMod val="75000"/>
              </a:schemeClr>
            </a:solid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defTabSz="457200">
              <a:spcBef>
                <a:spcPct val="0"/>
              </a:spcBef>
              <a:buNone/>
            </a:pPr>
            <a:endParaRPr lang="zh-CN" altLang="zh-CN" sz="2400">
              <a:solidFill>
                <a:srgbClr val="FFFFFF"/>
              </a:solidFill>
              <a:cs typeface="+mn-ea"/>
              <a:sym typeface="思源黑体" panose="020B0500000000000000" pitchFamily="34" charset="-122"/>
            </a:endParaRPr>
          </a:p>
        </p:txBody>
      </p:sp>
      <p:sp>
        <p:nvSpPr>
          <p:cNvPr id="15" name="medal-of-award_49824"/>
          <p:cNvSpPr>
            <a:spLocks noChangeAspect="1"/>
          </p:cNvSpPr>
          <p:nvPr/>
        </p:nvSpPr>
        <p:spPr bwMode="auto">
          <a:xfrm>
            <a:off x="5214931" y="1415111"/>
            <a:ext cx="1762140" cy="1134076"/>
          </a:xfrm>
          <a:custGeom>
            <a:avLst/>
            <a:gdLst>
              <a:gd name="connsiteX0" fmla="*/ 104550 w 604718"/>
              <a:gd name="connsiteY0" fmla="*/ 208330 h 382112"/>
              <a:gd name="connsiteX1" fmla="*/ 156180 w 604718"/>
              <a:gd name="connsiteY1" fmla="*/ 208330 h 382112"/>
              <a:gd name="connsiteX2" fmla="*/ 261642 w 604718"/>
              <a:gd name="connsiteY2" fmla="*/ 248878 h 382112"/>
              <a:gd name="connsiteX3" fmla="*/ 298947 w 604718"/>
              <a:gd name="connsiteY3" fmla="*/ 255007 h 382112"/>
              <a:gd name="connsiteX4" fmla="*/ 340187 w 604718"/>
              <a:gd name="connsiteY4" fmla="*/ 247621 h 382112"/>
              <a:gd name="connsiteX5" fmla="*/ 433687 w 604718"/>
              <a:gd name="connsiteY5" fmla="*/ 208330 h 382112"/>
              <a:gd name="connsiteX6" fmla="*/ 490825 w 604718"/>
              <a:gd name="connsiteY6" fmla="*/ 208330 h 382112"/>
              <a:gd name="connsiteX7" fmla="*/ 490825 w 604718"/>
              <a:gd name="connsiteY7" fmla="*/ 271509 h 382112"/>
              <a:gd name="connsiteX8" fmla="*/ 458400 w 604718"/>
              <a:gd name="connsiteY8" fmla="*/ 320701 h 382112"/>
              <a:gd name="connsiteX9" fmla="*/ 329326 w 604718"/>
              <a:gd name="connsiteY9" fmla="*/ 376337 h 382112"/>
              <a:gd name="connsiteX10" fmla="*/ 264632 w 604718"/>
              <a:gd name="connsiteY10" fmla="*/ 376337 h 382112"/>
              <a:gd name="connsiteX11" fmla="*/ 136819 w 604718"/>
              <a:gd name="connsiteY11" fmla="*/ 320701 h 382112"/>
              <a:gd name="connsiteX12" fmla="*/ 104550 w 604718"/>
              <a:gd name="connsiteY12" fmla="*/ 271509 h 382112"/>
              <a:gd name="connsiteX13" fmla="*/ 300973 w 604718"/>
              <a:gd name="connsiteY13" fmla="*/ 5 h 382112"/>
              <a:gd name="connsiteX14" fmla="*/ 334162 w 604718"/>
              <a:gd name="connsiteY14" fmla="*/ 4701 h 382112"/>
              <a:gd name="connsiteX15" fmla="*/ 581267 w 604718"/>
              <a:gd name="connsiteY15" fmla="*/ 92552 h 382112"/>
              <a:gd name="connsiteX16" fmla="*/ 588822 w 604718"/>
              <a:gd name="connsiteY16" fmla="*/ 114398 h 382112"/>
              <a:gd name="connsiteX17" fmla="*/ 589136 w 604718"/>
              <a:gd name="connsiteY17" fmla="*/ 114398 h 382112"/>
              <a:gd name="connsiteX18" fmla="*/ 589136 w 604718"/>
              <a:gd name="connsiteY18" fmla="*/ 270771 h 382112"/>
              <a:gd name="connsiteX19" fmla="*/ 604718 w 604718"/>
              <a:gd name="connsiteY19" fmla="*/ 321376 h 382112"/>
              <a:gd name="connsiteX20" fmla="*/ 561278 w 604718"/>
              <a:gd name="connsiteY20" fmla="*/ 321376 h 382112"/>
              <a:gd name="connsiteX21" fmla="*/ 576388 w 604718"/>
              <a:gd name="connsiteY21" fmla="*/ 271242 h 382112"/>
              <a:gd name="connsiteX22" fmla="*/ 576388 w 604718"/>
              <a:gd name="connsiteY22" fmla="*/ 120370 h 382112"/>
              <a:gd name="connsiteX23" fmla="*/ 333376 w 604718"/>
              <a:gd name="connsiteY23" fmla="*/ 222680 h 382112"/>
              <a:gd name="connsiteX24" fmla="*/ 268058 w 604718"/>
              <a:gd name="connsiteY24" fmla="*/ 223780 h 382112"/>
              <a:gd name="connsiteX25" fmla="*/ 13556 w 604718"/>
              <a:gd name="connsiteY25" fmla="*/ 125870 h 382112"/>
              <a:gd name="connsiteX26" fmla="*/ 13714 w 604718"/>
              <a:gd name="connsiteY26" fmla="*/ 100882 h 382112"/>
              <a:gd name="connsiteX27" fmla="*/ 267901 w 604718"/>
              <a:gd name="connsiteY27" fmla="*/ 5329 h 382112"/>
              <a:gd name="connsiteX28" fmla="*/ 300973 w 604718"/>
              <a:gd name="connsiteY28" fmla="*/ 5 h 38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4718" h="382112">
                <a:moveTo>
                  <a:pt x="104550" y="208330"/>
                </a:moveTo>
                <a:lnTo>
                  <a:pt x="156180" y="208330"/>
                </a:lnTo>
                <a:lnTo>
                  <a:pt x="261642" y="248878"/>
                </a:lnTo>
                <a:cubicBezTo>
                  <a:pt x="274864" y="253907"/>
                  <a:pt x="289188" y="255007"/>
                  <a:pt x="298947" y="255007"/>
                </a:cubicBezTo>
                <a:cubicBezTo>
                  <a:pt x="314373" y="255007"/>
                  <a:pt x="329012" y="252493"/>
                  <a:pt x="340187" y="247621"/>
                </a:cubicBezTo>
                <a:lnTo>
                  <a:pt x="433687" y="208330"/>
                </a:lnTo>
                <a:lnTo>
                  <a:pt x="490825" y="208330"/>
                </a:lnTo>
                <a:lnTo>
                  <a:pt x="490825" y="271509"/>
                </a:lnTo>
                <a:cubicBezTo>
                  <a:pt x="490825" y="290998"/>
                  <a:pt x="476344" y="313000"/>
                  <a:pt x="458400" y="320701"/>
                </a:cubicBezTo>
                <a:lnTo>
                  <a:pt x="329326" y="376337"/>
                </a:lnTo>
                <a:cubicBezTo>
                  <a:pt x="311382" y="384038"/>
                  <a:pt x="282419" y="384038"/>
                  <a:pt x="264632" y="376337"/>
                </a:cubicBezTo>
                <a:lnTo>
                  <a:pt x="136819" y="320701"/>
                </a:lnTo>
                <a:cubicBezTo>
                  <a:pt x="119032" y="313000"/>
                  <a:pt x="104550" y="290998"/>
                  <a:pt x="104550" y="271509"/>
                </a:cubicBezTo>
                <a:close/>
                <a:moveTo>
                  <a:pt x="300973" y="5"/>
                </a:moveTo>
                <a:cubicBezTo>
                  <a:pt x="312954" y="-93"/>
                  <a:pt x="324955" y="1479"/>
                  <a:pt x="334162" y="4701"/>
                </a:cubicBezTo>
                <a:lnTo>
                  <a:pt x="581267" y="92552"/>
                </a:lnTo>
                <a:cubicBezTo>
                  <a:pt x="596849" y="98053"/>
                  <a:pt x="599210" y="107168"/>
                  <a:pt x="588822" y="114398"/>
                </a:cubicBezTo>
                <a:lnTo>
                  <a:pt x="589136" y="114398"/>
                </a:lnTo>
                <a:lnTo>
                  <a:pt x="589136" y="270771"/>
                </a:lnTo>
                <a:lnTo>
                  <a:pt x="604718" y="321376"/>
                </a:lnTo>
                <a:lnTo>
                  <a:pt x="561278" y="321376"/>
                </a:lnTo>
                <a:lnTo>
                  <a:pt x="576388" y="271242"/>
                </a:lnTo>
                <a:lnTo>
                  <a:pt x="576388" y="120370"/>
                </a:lnTo>
                <a:lnTo>
                  <a:pt x="333376" y="222680"/>
                </a:lnTo>
                <a:cubicBezTo>
                  <a:pt x="315433" y="230224"/>
                  <a:pt x="286158" y="230695"/>
                  <a:pt x="268058" y="223780"/>
                </a:cubicBezTo>
                <a:lnTo>
                  <a:pt x="13556" y="125870"/>
                </a:lnTo>
                <a:cubicBezTo>
                  <a:pt x="-4544" y="118798"/>
                  <a:pt x="-4544" y="107640"/>
                  <a:pt x="13714" y="100882"/>
                </a:cubicBezTo>
                <a:lnTo>
                  <a:pt x="267901" y="5329"/>
                </a:lnTo>
                <a:cubicBezTo>
                  <a:pt x="277030" y="1872"/>
                  <a:pt x="288991" y="104"/>
                  <a:pt x="300973" y="5"/>
                </a:cubicBezTo>
                <a:close/>
              </a:path>
            </a:pathLst>
          </a:custGeom>
          <a:solidFill>
            <a:schemeClr val="bg1"/>
          </a:solidFill>
          <a:ln w="31750">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30A081"/>
              </a:solidFill>
              <a:effectLst/>
              <a:uLnTx/>
              <a:uFillTx/>
              <a:latin typeface="微软雅黑" panose="020B0503020204020204" pitchFamily="34" charset="-122"/>
              <a:ea typeface="微软雅黑" panose="020B0503020204020204" pitchFamily="34" charset="-122"/>
              <a:sym typeface="思源黑体" panose="020B05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10"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0"/>
          <p:cNvSpPr>
            <a:spLocks noChangeArrowheads="1"/>
          </p:cNvSpPr>
          <p:nvPr/>
        </p:nvSpPr>
        <p:spPr bwMode="auto">
          <a:xfrm>
            <a:off x="934588" y="322124"/>
            <a:ext cx="4065203"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457200">
              <a:spcBef>
                <a:spcPct val="0"/>
              </a:spcBef>
              <a:buNone/>
            </a:pPr>
            <a:r>
              <a:rPr lang="zh-CN" altLang="en-US" sz="2400">
                <a:solidFill>
                  <a:srgbClr val="325B7F"/>
                </a:solidFill>
                <a:cs typeface="+mn-ea"/>
                <a:sym typeface="思源黑体" panose="020B0500000000000000" pitchFamily="34" charset="-122"/>
              </a:rPr>
              <a:t>添加论文第五部分内容标题</a:t>
            </a:r>
            <a:endParaRPr lang="zh-CN" altLang="en-US" sz="2400">
              <a:solidFill>
                <a:srgbClr val="325B7F"/>
              </a:solidFill>
              <a:cs typeface="+mn-ea"/>
              <a:sym typeface="思源黑体" panose="020B0500000000000000" pitchFamily="34" charset="-122"/>
            </a:endParaRPr>
          </a:p>
        </p:txBody>
      </p:sp>
      <p:grpSp>
        <p:nvGrpSpPr>
          <p:cNvPr id="17" name="组合 16"/>
          <p:cNvGrpSpPr/>
          <p:nvPr/>
        </p:nvGrpSpPr>
        <p:grpSpPr>
          <a:xfrm>
            <a:off x="3999563" y="2154787"/>
            <a:ext cx="4192875" cy="3043726"/>
            <a:chOff x="3876366" y="2102043"/>
            <a:chExt cx="4192874" cy="3043726"/>
          </a:xfrm>
          <a:solidFill>
            <a:srgbClr val="7F7F7F"/>
          </a:solidFill>
        </p:grpSpPr>
        <p:grpSp>
          <p:nvGrpSpPr>
            <p:cNvPr id="18" name="Group 11"/>
            <p:cNvGrpSpPr/>
            <p:nvPr/>
          </p:nvGrpSpPr>
          <p:grpSpPr>
            <a:xfrm>
              <a:off x="6197306" y="3719446"/>
              <a:ext cx="1871934" cy="1408423"/>
              <a:chOff x="3275012" y="2168525"/>
              <a:chExt cx="3154363" cy="2373313"/>
            </a:xfrm>
            <a:grpFill/>
          </p:grpSpPr>
          <p:sp>
            <p:nvSpPr>
              <p:cNvPr id="49" name="Freeform 5"/>
              <p:cNvSpPr/>
              <p:nvPr/>
            </p:nvSpPr>
            <p:spPr bwMode="auto">
              <a:xfrm>
                <a:off x="3275012" y="2443163"/>
                <a:ext cx="3122613" cy="2098675"/>
              </a:xfrm>
              <a:custGeom>
                <a:avLst/>
                <a:gdLst/>
                <a:ahLst/>
                <a:cxnLst>
                  <a:cxn ang="0">
                    <a:pos x="1380" y="721"/>
                  </a:cxn>
                  <a:cxn ang="0">
                    <a:pos x="1375" y="732"/>
                  </a:cxn>
                  <a:cxn ang="0">
                    <a:pos x="1339" y="790"/>
                  </a:cxn>
                  <a:cxn ang="0">
                    <a:pos x="1319" y="816"/>
                  </a:cxn>
                  <a:cxn ang="0">
                    <a:pos x="1303" y="834"/>
                  </a:cxn>
                  <a:cxn ang="0">
                    <a:pos x="1238" y="889"/>
                  </a:cxn>
                  <a:cxn ang="0">
                    <a:pos x="1223" y="899"/>
                  </a:cxn>
                  <a:cxn ang="0">
                    <a:pos x="1080" y="921"/>
                  </a:cxn>
                  <a:cxn ang="0">
                    <a:pos x="1044" y="916"/>
                  </a:cxn>
                  <a:cxn ang="0">
                    <a:pos x="786" y="819"/>
                  </a:cxn>
                  <a:cxn ang="0">
                    <a:pos x="416" y="587"/>
                  </a:cxn>
                  <a:cxn ang="0">
                    <a:pos x="269" y="477"/>
                  </a:cxn>
                  <a:cxn ang="0">
                    <a:pos x="219" y="437"/>
                  </a:cxn>
                  <a:cxn ang="0">
                    <a:pos x="203" y="425"/>
                  </a:cxn>
                  <a:cxn ang="0">
                    <a:pos x="203" y="426"/>
                  </a:cxn>
                  <a:cxn ang="0">
                    <a:pos x="106" y="540"/>
                  </a:cxn>
                  <a:cxn ang="0">
                    <a:pos x="0" y="0"/>
                  </a:cxn>
                  <a:cxn ang="0">
                    <a:pos x="563" y="0"/>
                  </a:cxn>
                  <a:cxn ang="0">
                    <a:pos x="489" y="89"/>
                  </a:cxn>
                  <a:cxn ang="0">
                    <a:pos x="465" y="117"/>
                  </a:cxn>
                  <a:cxn ang="0">
                    <a:pos x="480" y="130"/>
                  </a:cxn>
                  <a:cxn ang="0">
                    <a:pos x="638" y="280"/>
                  </a:cxn>
                  <a:cxn ang="0">
                    <a:pos x="1028" y="602"/>
                  </a:cxn>
                  <a:cxn ang="0">
                    <a:pos x="1045" y="615"/>
                  </a:cxn>
                  <a:cxn ang="0">
                    <a:pos x="1080" y="639"/>
                  </a:cxn>
                  <a:cxn ang="0">
                    <a:pos x="1195" y="708"/>
                  </a:cxn>
                  <a:cxn ang="0">
                    <a:pos x="1250" y="733"/>
                  </a:cxn>
                  <a:cxn ang="0">
                    <a:pos x="1303" y="746"/>
                  </a:cxn>
                  <a:cxn ang="0">
                    <a:pos x="1315" y="748"/>
                  </a:cxn>
                  <a:cxn ang="0">
                    <a:pos x="1342" y="746"/>
                  </a:cxn>
                  <a:cxn ang="0">
                    <a:pos x="1370" y="732"/>
                  </a:cxn>
                  <a:cxn ang="0">
                    <a:pos x="1380" y="721"/>
                  </a:cxn>
                </a:cxnLst>
                <a:rect l="0" t="0" r="r" b="b"/>
                <a:pathLst>
                  <a:path w="1380" h="924">
                    <a:moveTo>
                      <a:pt x="1380" y="721"/>
                    </a:moveTo>
                    <a:cubicBezTo>
                      <a:pt x="1379" y="724"/>
                      <a:pt x="1377" y="728"/>
                      <a:pt x="1375" y="732"/>
                    </a:cubicBezTo>
                    <a:cubicBezTo>
                      <a:pt x="1364" y="752"/>
                      <a:pt x="1352" y="772"/>
                      <a:pt x="1339" y="790"/>
                    </a:cubicBezTo>
                    <a:cubicBezTo>
                      <a:pt x="1333" y="799"/>
                      <a:pt x="1326" y="807"/>
                      <a:pt x="1319" y="816"/>
                    </a:cubicBezTo>
                    <a:cubicBezTo>
                      <a:pt x="1314" y="822"/>
                      <a:pt x="1308" y="828"/>
                      <a:pt x="1303" y="834"/>
                    </a:cubicBezTo>
                    <a:cubicBezTo>
                      <a:pt x="1283" y="854"/>
                      <a:pt x="1261" y="873"/>
                      <a:pt x="1238" y="889"/>
                    </a:cubicBezTo>
                    <a:cubicBezTo>
                      <a:pt x="1233" y="893"/>
                      <a:pt x="1228" y="896"/>
                      <a:pt x="1223" y="899"/>
                    </a:cubicBezTo>
                    <a:cubicBezTo>
                      <a:pt x="1185" y="919"/>
                      <a:pt x="1137" y="926"/>
                      <a:pt x="1080" y="921"/>
                    </a:cubicBezTo>
                    <a:cubicBezTo>
                      <a:pt x="1068" y="920"/>
                      <a:pt x="1056" y="918"/>
                      <a:pt x="1044" y="916"/>
                    </a:cubicBezTo>
                    <a:cubicBezTo>
                      <a:pt x="971" y="903"/>
                      <a:pt x="884" y="871"/>
                      <a:pt x="786" y="819"/>
                    </a:cubicBezTo>
                    <a:cubicBezTo>
                      <a:pt x="416" y="587"/>
                      <a:pt x="416" y="587"/>
                      <a:pt x="416" y="587"/>
                    </a:cubicBezTo>
                    <a:cubicBezTo>
                      <a:pt x="269" y="477"/>
                      <a:pt x="269" y="477"/>
                      <a:pt x="269" y="477"/>
                    </a:cubicBezTo>
                    <a:cubicBezTo>
                      <a:pt x="253" y="464"/>
                      <a:pt x="236" y="451"/>
                      <a:pt x="219" y="437"/>
                    </a:cubicBezTo>
                    <a:cubicBezTo>
                      <a:pt x="213" y="433"/>
                      <a:pt x="208" y="429"/>
                      <a:pt x="203" y="425"/>
                    </a:cubicBezTo>
                    <a:cubicBezTo>
                      <a:pt x="203" y="426"/>
                      <a:pt x="203" y="426"/>
                      <a:pt x="203" y="426"/>
                    </a:cubicBezTo>
                    <a:cubicBezTo>
                      <a:pt x="106" y="540"/>
                      <a:pt x="106" y="540"/>
                      <a:pt x="106" y="540"/>
                    </a:cubicBezTo>
                    <a:cubicBezTo>
                      <a:pt x="0" y="0"/>
                      <a:pt x="0" y="0"/>
                      <a:pt x="0" y="0"/>
                    </a:cubicBezTo>
                    <a:cubicBezTo>
                      <a:pt x="563" y="0"/>
                      <a:pt x="563" y="0"/>
                      <a:pt x="563" y="0"/>
                    </a:cubicBezTo>
                    <a:cubicBezTo>
                      <a:pt x="489" y="89"/>
                      <a:pt x="489" y="89"/>
                      <a:pt x="489" y="89"/>
                    </a:cubicBezTo>
                    <a:cubicBezTo>
                      <a:pt x="465" y="117"/>
                      <a:pt x="465" y="117"/>
                      <a:pt x="465" y="117"/>
                    </a:cubicBezTo>
                    <a:cubicBezTo>
                      <a:pt x="470" y="121"/>
                      <a:pt x="474" y="125"/>
                      <a:pt x="480" y="130"/>
                    </a:cubicBezTo>
                    <a:cubicBezTo>
                      <a:pt x="535" y="183"/>
                      <a:pt x="588" y="233"/>
                      <a:pt x="638" y="280"/>
                    </a:cubicBezTo>
                    <a:cubicBezTo>
                      <a:pt x="1028" y="602"/>
                      <a:pt x="1028" y="602"/>
                      <a:pt x="1028" y="602"/>
                    </a:cubicBezTo>
                    <a:cubicBezTo>
                      <a:pt x="1045" y="615"/>
                      <a:pt x="1045" y="615"/>
                      <a:pt x="1045" y="615"/>
                    </a:cubicBezTo>
                    <a:cubicBezTo>
                      <a:pt x="1057" y="623"/>
                      <a:pt x="1069" y="631"/>
                      <a:pt x="1080" y="639"/>
                    </a:cubicBezTo>
                    <a:cubicBezTo>
                      <a:pt x="1123" y="668"/>
                      <a:pt x="1161" y="691"/>
                      <a:pt x="1195" y="708"/>
                    </a:cubicBezTo>
                    <a:cubicBezTo>
                      <a:pt x="1215" y="718"/>
                      <a:pt x="1233" y="726"/>
                      <a:pt x="1250" y="733"/>
                    </a:cubicBezTo>
                    <a:cubicBezTo>
                      <a:pt x="1269" y="740"/>
                      <a:pt x="1287" y="744"/>
                      <a:pt x="1303" y="746"/>
                    </a:cubicBezTo>
                    <a:cubicBezTo>
                      <a:pt x="1307" y="747"/>
                      <a:pt x="1311" y="747"/>
                      <a:pt x="1315" y="748"/>
                    </a:cubicBezTo>
                    <a:cubicBezTo>
                      <a:pt x="1325" y="748"/>
                      <a:pt x="1334" y="747"/>
                      <a:pt x="1342" y="746"/>
                    </a:cubicBezTo>
                    <a:cubicBezTo>
                      <a:pt x="1353" y="743"/>
                      <a:pt x="1362" y="739"/>
                      <a:pt x="1370" y="732"/>
                    </a:cubicBezTo>
                    <a:cubicBezTo>
                      <a:pt x="1374" y="729"/>
                      <a:pt x="1377" y="725"/>
                      <a:pt x="1380" y="721"/>
                    </a:cubicBezTo>
                    <a:close/>
                  </a:path>
                </a:pathLst>
              </a:custGeom>
              <a:grpFill/>
              <a:ln w="9525">
                <a:solidFill>
                  <a:srgbClr val="7F7F7F"/>
                </a:solid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4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0" name="Freeform 6"/>
              <p:cNvSpPr/>
              <p:nvPr/>
            </p:nvSpPr>
            <p:spPr bwMode="auto">
              <a:xfrm>
                <a:off x="4848225" y="2198688"/>
                <a:ext cx="1541463" cy="1885950"/>
              </a:xfrm>
              <a:custGeom>
                <a:avLst/>
                <a:gdLst/>
                <a:ahLst/>
                <a:cxnLst>
                  <a:cxn ang="0">
                    <a:pos x="558" y="810"/>
                  </a:cxn>
                  <a:cxn ang="0">
                    <a:pos x="514" y="661"/>
                  </a:cxn>
                  <a:cxn ang="0">
                    <a:pos x="500" y="634"/>
                  </a:cxn>
                  <a:cxn ang="0">
                    <a:pos x="24" y="26"/>
                  </a:cxn>
                  <a:cxn ang="0">
                    <a:pos x="0" y="0"/>
                  </a:cxn>
                  <a:cxn ang="0">
                    <a:pos x="30" y="26"/>
                  </a:cxn>
                  <a:cxn ang="0">
                    <a:pos x="545" y="530"/>
                  </a:cxn>
                  <a:cxn ang="0">
                    <a:pos x="608" y="613"/>
                  </a:cxn>
                  <a:cxn ang="0">
                    <a:pos x="638" y="661"/>
                  </a:cxn>
                  <a:cxn ang="0">
                    <a:pos x="650" y="682"/>
                  </a:cxn>
                  <a:cxn ang="0">
                    <a:pos x="675" y="745"/>
                  </a:cxn>
                  <a:cxn ang="0">
                    <a:pos x="679" y="788"/>
                  </a:cxn>
                  <a:cxn ang="0">
                    <a:pos x="666" y="818"/>
                  </a:cxn>
                  <a:cxn ang="0">
                    <a:pos x="638" y="832"/>
                  </a:cxn>
                  <a:cxn ang="0">
                    <a:pos x="620" y="831"/>
                  </a:cxn>
                  <a:cxn ang="0">
                    <a:pos x="608" y="829"/>
                  </a:cxn>
                  <a:cxn ang="0">
                    <a:pos x="598" y="826"/>
                  </a:cxn>
                  <a:cxn ang="0">
                    <a:pos x="558" y="810"/>
                  </a:cxn>
                </a:cxnLst>
                <a:rect l="0" t="0" r="r" b="b"/>
                <a:pathLst>
                  <a:path w="681" h="832">
                    <a:moveTo>
                      <a:pt x="558" y="810"/>
                    </a:moveTo>
                    <a:cubicBezTo>
                      <a:pt x="558" y="770"/>
                      <a:pt x="543" y="721"/>
                      <a:pt x="514" y="661"/>
                    </a:cubicBezTo>
                    <a:cubicBezTo>
                      <a:pt x="510" y="652"/>
                      <a:pt x="505" y="643"/>
                      <a:pt x="500" y="634"/>
                    </a:cubicBezTo>
                    <a:cubicBezTo>
                      <a:pt x="422" y="486"/>
                      <a:pt x="263" y="284"/>
                      <a:pt x="24" y="26"/>
                    </a:cubicBezTo>
                    <a:cubicBezTo>
                      <a:pt x="16" y="17"/>
                      <a:pt x="8" y="9"/>
                      <a:pt x="0" y="0"/>
                    </a:cubicBezTo>
                    <a:cubicBezTo>
                      <a:pt x="10" y="9"/>
                      <a:pt x="20" y="17"/>
                      <a:pt x="30" y="26"/>
                    </a:cubicBezTo>
                    <a:cubicBezTo>
                      <a:pt x="266" y="231"/>
                      <a:pt x="437" y="399"/>
                      <a:pt x="545" y="530"/>
                    </a:cubicBezTo>
                    <a:cubicBezTo>
                      <a:pt x="569" y="559"/>
                      <a:pt x="590" y="587"/>
                      <a:pt x="608" y="613"/>
                    </a:cubicBezTo>
                    <a:cubicBezTo>
                      <a:pt x="619" y="630"/>
                      <a:pt x="630" y="646"/>
                      <a:pt x="638" y="661"/>
                    </a:cubicBezTo>
                    <a:cubicBezTo>
                      <a:pt x="643" y="668"/>
                      <a:pt x="646" y="675"/>
                      <a:pt x="650" y="682"/>
                    </a:cubicBezTo>
                    <a:cubicBezTo>
                      <a:pt x="662" y="705"/>
                      <a:pt x="670" y="726"/>
                      <a:pt x="675" y="745"/>
                    </a:cubicBezTo>
                    <a:cubicBezTo>
                      <a:pt x="680" y="763"/>
                      <a:pt x="681" y="777"/>
                      <a:pt x="679" y="788"/>
                    </a:cubicBezTo>
                    <a:cubicBezTo>
                      <a:pt x="676" y="799"/>
                      <a:pt x="672" y="809"/>
                      <a:pt x="666" y="818"/>
                    </a:cubicBezTo>
                    <a:cubicBezTo>
                      <a:pt x="660" y="827"/>
                      <a:pt x="651" y="832"/>
                      <a:pt x="638" y="832"/>
                    </a:cubicBezTo>
                    <a:cubicBezTo>
                      <a:pt x="632" y="832"/>
                      <a:pt x="626" y="832"/>
                      <a:pt x="620" y="831"/>
                    </a:cubicBezTo>
                    <a:cubicBezTo>
                      <a:pt x="616" y="831"/>
                      <a:pt x="612" y="830"/>
                      <a:pt x="608" y="829"/>
                    </a:cubicBezTo>
                    <a:cubicBezTo>
                      <a:pt x="604" y="828"/>
                      <a:pt x="601" y="827"/>
                      <a:pt x="598" y="826"/>
                    </a:cubicBezTo>
                    <a:cubicBezTo>
                      <a:pt x="584" y="821"/>
                      <a:pt x="571" y="816"/>
                      <a:pt x="558" y="810"/>
                    </a:cubicBezTo>
                    <a:close/>
                  </a:path>
                </a:pathLst>
              </a:custGeom>
              <a:grpFill/>
              <a:ln w="9525">
                <a:solidFill>
                  <a:srgbClr val="7F7F7F"/>
                </a:solid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4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1" name="Freeform 7"/>
              <p:cNvSpPr>
                <a:spLocks noEditPoints="1"/>
              </p:cNvSpPr>
              <p:nvPr/>
            </p:nvSpPr>
            <p:spPr bwMode="auto">
              <a:xfrm>
                <a:off x="3275012" y="2168525"/>
                <a:ext cx="3154363" cy="1970088"/>
              </a:xfrm>
              <a:custGeom>
                <a:avLst/>
                <a:gdLst/>
                <a:ahLst/>
                <a:cxnLst>
                  <a:cxn ang="0">
                    <a:pos x="0" y="121"/>
                  </a:cxn>
                  <a:cxn ang="0">
                    <a:pos x="19" y="106"/>
                  </a:cxn>
                  <a:cxn ang="0">
                    <a:pos x="547" y="106"/>
                  </a:cxn>
                  <a:cxn ang="0">
                    <a:pos x="563" y="121"/>
                  </a:cxn>
                  <a:cxn ang="0">
                    <a:pos x="0" y="121"/>
                  </a:cxn>
                  <a:cxn ang="0">
                    <a:pos x="1380" y="842"/>
                  </a:cxn>
                  <a:cxn ang="0">
                    <a:pos x="1370" y="853"/>
                  </a:cxn>
                  <a:cxn ang="0">
                    <a:pos x="1342" y="867"/>
                  </a:cxn>
                  <a:cxn ang="0">
                    <a:pos x="1315" y="869"/>
                  </a:cxn>
                  <a:cxn ang="0">
                    <a:pos x="1303" y="867"/>
                  </a:cxn>
                  <a:cxn ang="0">
                    <a:pos x="1250" y="854"/>
                  </a:cxn>
                  <a:cxn ang="0">
                    <a:pos x="1195" y="829"/>
                  </a:cxn>
                  <a:cxn ang="0">
                    <a:pos x="1080" y="760"/>
                  </a:cxn>
                  <a:cxn ang="0">
                    <a:pos x="1045" y="736"/>
                  </a:cxn>
                  <a:cxn ang="0">
                    <a:pos x="1028" y="723"/>
                  </a:cxn>
                  <a:cxn ang="0">
                    <a:pos x="638" y="401"/>
                  </a:cxn>
                  <a:cxn ang="0">
                    <a:pos x="480" y="251"/>
                  </a:cxn>
                  <a:cxn ang="0">
                    <a:pos x="465" y="238"/>
                  </a:cxn>
                  <a:cxn ang="0">
                    <a:pos x="489" y="210"/>
                  </a:cxn>
                  <a:cxn ang="0">
                    <a:pos x="1044" y="691"/>
                  </a:cxn>
                  <a:cxn ang="0">
                    <a:pos x="1119" y="745"/>
                  </a:cxn>
                  <a:cxn ang="0">
                    <a:pos x="1195" y="793"/>
                  </a:cxn>
                  <a:cxn ang="0">
                    <a:pos x="1235" y="814"/>
                  </a:cxn>
                  <a:cxn ang="0">
                    <a:pos x="1253" y="823"/>
                  </a:cxn>
                  <a:cxn ang="0">
                    <a:pos x="1293" y="839"/>
                  </a:cxn>
                  <a:cxn ang="0">
                    <a:pos x="1303" y="842"/>
                  </a:cxn>
                  <a:cxn ang="0">
                    <a:pos x="1315" y="844"/>
                  </a:cxn>
                  <a:cxn ang="0">
                    <a:pos x="1333" y="845"/>
                  </a:cxn>
                  <a:cxn ang="0">
                    <a:pos x="1361" y="831"/>
                  </a:cxn>
                  <a:cxn ang="0">
                    <a:pos x="1374" y="801"/>
                  </a:cxn>
                  <a:cxn ang="0">
                    <a:pos x="1370" y="758"/>
                  </a:cxn>
                  <a:cxn ang="0">
                    <a:pos x="1345" y="695"/>
                  </a:cxn>
                  <a:cxn ang="0">
                    <a:pos x="1333" y="674"/>
                  </a:cxn>
                  <a:cxn ang="0">
                    <a:pos x="1303" y="626"/>
                  </a:cxn>
                  <a:cxn ang="0">
                    <a:pos x="1240" y="543"/>
                  </a:cxn>
                  <a:cxn ang="0">
                    <a:pos x="725" y="39"/>
                  </a:cxn>
                  <a:cxn ang="0">
                    <a:pos x="695" y="13"/>
                  </a:cxn>
                  <a:cxn ang="0">
                    <a:pos x="682" y="0"/>
                  </a:cxn>
                  <a:cxn ang="0">
                    <a:pos x="728" y="39"/>
                  </a:cxn>
                  <a:cxn ang="0">
                    <a:pos x="945" y="234"/>
                  </a:cxn>
                  <a:cxn ang="0">
                    <a:pos x="1247" y="543"/>
                  </a:cxn>
                  <a:cxn ang="0">
                    <a:pos x="1303" y="613"/>
                  </a:cxn>
                  <a:cxn ang="0">
                    <a:pos x="1344" y="674"/>
                  </a:cxn>
                  <a:cxn ang="0">
                    <a:pos x="1356" y="695"/>
                  </a:cxn>
                  <a:cxn ang="0">
                    <a:pos x="1384" y="758"/>
                  </a:cxn>
                  <a:cxn ang="0">
                    <a:pos x="1392" y="793"/>
                  </a:cxn>
                  <a:cxn ang="0">
                    <a:pos x="1392" y="792"/>
                  </a:cxn>
                  <a:cxn ang="0">
                    <a:pos x="1380" y="842"/>
                  </a:cxn>
                </a:cxnLst>
                <a:rect l="0" t="0" r="r" b="b"/>
                <a:pathLst>
                  <a:path w="1394" h="869">
                    <a:moveTo>
                      <a:pt x="0" y="121"/>
                    </a:moveTo>
                    <a:cubicBezTo>
                      <a:pt x="19" y="106"/>
                      <a:pt x="19" y="106"/>
                      <a:pt x="19" y="106"/>
                    </a:cubicBezTo>
                    <a:cubicBezTo>
                      <a:pt x="547" y="106"/>
                      <a:pt x="547" y="106"/>
                      <a:pt x="547" y="106"/>
                    </a:cubicBezTo>
                    <a:cubicBezTo>
                      <a:pt x="563" y="121"/>
                      <a:pt x="563" y="121"/>
                      <a:pt x="563" y="121"/>
                    </a:cubicBezTo>
                    <a:lnTo>
                      <a:pt x="0" y="121"/>
                    </a:lnTo>
                    <a:close/>
                    <a:moveTo>
                      <a:pt x="1380" y="842"/>
                    </a:moveTo>
                    <a:cubicBezTo>
                      <a:pt x="1377" y="846"/>
                      <a:pt x="1374" y="850"/>
                      <a:pt x="1370" y="853"/>
                    </a:cubicBezTo>
                    <a:cubicBezTo>
                      <a:pt x="1362" y="860"/>
                      <a:pt x="1353" y="864"/>
                      <a:pt x="1342" y="867"/>
                    </a:cubicBezTo>
                    <a:cubicBezTo>
                      <a:pt x="1334" y="868"/>
                      <a:pt x="1325" y="869"/>
                      <a:pt x="1315" y="869"/>
                    </a:cubicBezTo>
                    <a:cubicBezTo>
                      <a:pt x="1311" y="868"/>
                      <a:pt x="1307" y="868"/>
                      <a:pt x="1303" y="867"/>
                    </a:cubicBezTo>
                    <a:cubicBezTo>
                      <a:pt x="1287" y="865"/>
                      <a:pt x="1269" y="861"/>
                      <a:pt x="1250" y="854"/>
                    </a:cubicBezTo>
                    <a:cubicBezTo>
                      <a:pt x="1233" y="847"/>
                      <a:pt x="1215" y="839"/>
                      <a:pt x="1195" y="829"/>
                    </a:cubicBezTo>
                    <a:cubicBezTo>
                      <a:pt x="1161" y="812"/>
                      <a:pt x="1123" y="789"/>
                      <a:pt x="1080" y="760"/>
                    </a:cubicBezTo>
                    <a:cubicBezTo>
                      <a:pt x="1069" y="752"/>
                      <a:pt x="1057" y="744"/>
                      <a:pt x="1045" y="736"/>
                    </a:cubicBezTo>
                    <a:cubicBezTo>
                      <a:pt x="1028" y="723"/>
                      <a:pt x="1028" y="723"/>
                      <a:pt x="1028" y="723"/>
                    </a:cubicBezTo>
                    <a:cubicBezTo>
                      <a:pt x="638" y="401"/>
                      <a:pt x="638" y="401"/>
                      <a:pt x="638" y="401"/>
                    </a:cubicBezTo>
                    <a:cubicBezTo>
                      <a:pt x="588" y="354"/>
                      <a:pt x="535" y="304"/>
                      <a:pt x="480" y="251"/>
                    </a:cubicBezTo>
                    <a:cubicBezTo>
                      <a:pt x="474" y="246"/>
                      <a:pt x="470" y="242"/>
                      <a:pt x="465" y="238"/>
                    </a:cubicBezTo>
                    <a:cubicBezTo>
                      <a:pt x="489" y="210"/>
                      <a:pt x="489" y="210"/>
                      <a:pt x="489" y="210"/>
                    </a:cubicBezTo>
                    <a:cubicBezTo>
                      <a:pt x="716" y="425"/>
                      <a:pt x="901" y="585"/>
                      <a:pt x="1044" y="691"/>
                    </a:cubicBezTo>
                    <a:cubicBezTo>
                      <a:pt x="1071" y="711"/>
                      <a:pt x="1095" y="729"/>
                      <a:pt x="1119" y="745"/>
                    </a:cubicBezTo>
                    <a:cubicBezTo>
                      <a:pt x="1146" y="763"/>
                      <a:pt x="1172" y="779"/>
                      <a:pt x="1195" y="793"/>
                    </a:cubicBezTo>
                    <a:cubicBezTo>
                      <a:pt x="1209" y="801"/>
                      <a:pt x="1223" y="808"/>
                      <a:pt x="1235" y="814"/>
                    </a:cubicBezTo>
                    <a:cubicBezTo>
                      <a:pt x="1241" y="817"/>
                      <a:pt x="1247" y="820"/>
                      <a:pt x="1253" y="823"/>
                    </a:cubicBezTo>
                    <a:cubicBezTo>
                      <a:pt x="1266" y="829"/>
                      <a:pt x="1279" y="834"/>
                      <a:pt x="1293" y="839"/>
                    </a:cubicBezTo>
                    <a:cubicBezTo>
                      <a:pt x="1296" y="840"/>
                      <a:pt x="1299" y="841"/>
                      <a:pt x="1303" y="842"/>
                    </a:cubicBezTo>
                    <a:cubicBezTo>
                      <a:pt x="1307" y="843"/>
                      <a:pt x="1311" y="844"/>
                      <a:pt x="1315" y="844"/>
                    </a:cubicBezTo>
                    <a:cubicBezTo>
                      <a:pt x="1321" y="845"/>
                      <a:pt x="1327" y="845"/>
                      <a:pt x="1333" y="845"/>
                    </a:cubicBezTo>
                    <a:cubicBezTo>
                      <a:pt x="1346" y="845"/>
                      <a:pt x="1355" y="840"/>
                      <a:pt x="1361" y="831"/>
                    </a:cubicBezTo>
                    <a:cubicBezTo>
                      <a:pt x="1367" y="822"/>
                      <a:pt x="1371" y="812"/>
                      <a:pt x="1374" y="801"/>
                    </a:cubicBezTo>
                    <a:cubicBezTo>
                      <a:pt x="1376" y="790"/>
                      <a:pt x="1375" y="776"/>
                      <a:pt x="1370" y="758"/>
                    </a:cubicBezTo>
                    <a:cubicBezTo>
                      <a:pt x="1365" y="739"/>
                      <a:pt x="1357" y="718"/>
                      <a:pt x="1345" y="695"/>
                    </a:cubicBezTo>
                    <a:cubicBezTo>
                      <a:pt x="1341" y="688"/>
                      <a:pt x="1338" y="681"/>
                      <a:pt x="1333" y="674"/>
                    </a:cubicBezTo>
                    <a:cubicBezTo>
                      <a:pt x="1325" y="659"/>
                      <a:pt x="1314" y="643"/>
                      <a:pt x="1303" y="626"/>
                    </a:cubicBezTo>
                    <a:cubicBezTo>
                      <a:pt x="1285" y="600"/>
                      <a:pt x="1264" y="572"/>
                      <a:pt x="1240" y="543"/>
                    </a:cubicBezTo>
                    <a:cubicBezTo>
                      <a:pt x="1132" y="412"/>
                      <a:pt x="961" y="244"/>
                      <a:pt x="725" y="39"/>
                    </a:cubicBezTo>
                    <a:cubicBezTo>
                      <a:pt x="715" y="30"/>
                      <a:pt x="705" y="22"/>
                      <a:pt x="695" y="13"/>
                    </a:cubicBezTo>
                    <a:cubicBezTo>
                      <a:pt x="691" y="9"/>
                      <a:pt x="686" y="4"/>
                      <a:pt x="682" y="0"/>
                    </a:cubicBezTo>
                    <a:cubicBezTo>
                      <a:pt x="698" y="13"/>
                      <a:pt x="713" y="26"/>
                      <a:pt x="728" y="39"/>
                    </a:cubicBezTo>
                    <a:cubicBezTo>
                      <a:pt x="808" y="108"/>
                      <a:pt x="880" y="173"/>
                      <a:pt x="945" y="234"/>
                    </a:cubicBezTo>
                    <a:cubicBezTo>
                      <a:pt x="1073" y="353"/>
                      <a:pt x="1174" y="456"/>
                      <a:pt x="1247" y="543"/>
                    </a:cubicBezTo>
                    <a:cubicBezTo>
                      <a:pt x="1268" y="568"/>
                      <a:pt x="1286" y="591"/>
                      <a:pt x="1303" y="613"/>
                    </a:cubicBezTo>
                    <a:cubicBezTo>
                      <a:pt x="1318" y="635"/>
                      <a:pt x="1332" y="655"/>
                      <a:pt x="1344" y="674"/>
                    </a:cubicBezTo>
                    <a:cubicBezTo>
                      <a:pt x="1348" y="681"/>
                      <a:pt x="1352" y="688"/>
                      <a:pt x="1356" y="695"/>
                    </a:cubicBezTo>
                    <a:cubicBezTo>
                      <a:pt x="1368" y="718"/>
                      <a:pt x="1378" y="739"/>
                      <a:pt x="1384" y="758"/>
                    </a:cubicBezTo>
                    <a:cubicBezTo>
                      <a:pt x="1388" y="772"/>
                      <a:pt x="1391" y="783"/>
                      <a:pt x="1392" y="793"/>
                    </a:cubicBezTo>
                    <a:cubicBezTo>
                      <a:pt x="1392" y="792"/>
                      <a:pt x="1392" y="792"/>
                      <a:pt x="1392" y="792"/>
                    </a:cubicBezTo>
                    <a:cubicBezTo>
                      <a:pt x="1394" y="808"/>
                      <a:pt x="1390" y="825"/>
                      <a:pt x="1380" y="842"/>
                    </a:cubicBezTo>
                    <a:close/>
                  </a:path>
                </a:pathLst>
              </a:custGeom>
              <a:grpFill/>
              <a:ln w="9525">
                <a:solidFill>
                  <a:srgbClr val="7F7F7F"/>
                </a:solid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4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19" name="Group 12"/>
            <p:cNvGrpSpPr/>
            <p:nvPr/>
          </p:nvGrpSpPr>
          <p:grpSpPr>
            <a:xfrm flipH="1">
              <a:off x="3876366" y="3737346"/>
              <a:ext cx="1871934" cy="1408423"/>
              <a:chOff x="3275012" y="2168525"/>
              <a:chExt cx="3154363" cy="2373313"/>
            </a:xfrm>
            <a:grpFill/>
          </p:grpSpPr>
          <p:sp>
            <p:nvSpPr>
              <p:cNvPr id="46" name="Freeform 5"/>
              <p:cNvSpPr/>
              <p:nvPr/>
            </p:nvSpPr>
            <p:spPr bwMode="auto">
              <a:xfrm>
                <a:off x="3275012" y="2443163"/>
                <a:ext cx="3122613" cy="2098675"/>
              </a:xfrm>
              <a:custGeom>
                <a:avLst/>
                <a:gdLst/>
                <a:ahLst/>
                <a:cxnLst>
                  <a:cxn ang="0">
                    <a:pos x="1380" y="721"/>
                  </a:cxn>
                  <a:cxn ang="0">
                    <a:pos x="1375" y="732"/>
                  </a:cxn>
                  <a:cxn ang="0">
                    <a:pos x="1339" y="790"/>
                  </a:cxn>
                  <a:cxn ang="0">
                    <a:pos x="1319" y="816"/>
                  </a:cxn>
                  <a:cxn ang="0">
                    <a:pos x="1303" y="834"/>
                  </a:cxn>
                  <a:cxn ang="0">
                    <a:pos x="1238" y="889"/>
                  </a:cxn>
                  <a:cxn ang="0">
                    <a:pos x="1223" y="899"/>
                  </a:cxn>
                  <a:cxn ang="0">
                    <a:pos x="1080" y="921"/>
                  </a:cxn>
                  <a:cxn ang="0">
                    <a:pos x="1044" y="916"/>
                  </a:cxn>
                  <a:cxn ang="0">
                    <a:pos x="786" y="819"/>
                  </a:cxn>
                  <a:cxn ang="0">
                    <a:pos x="416" y="587"/>
                  </a:cxn>
                  <a:cxn ang="0">
                    <a:pos x="269" y="477"/>
                  </a:cxn>
                  <a:cxn ang="0">
                    <a:pos x="219" y="437"/>
                  </a:cxn>
                  <a:cxn ang="0">
                    <a:pos x="203" y="425"/>
                  </a:cxn>
                  <a:cxn ang="0">
                    <a:pos x="203" y="426"/>
                  </a:cxn>
                  <a:cxn ang="0">
                    <a:pos x="106" y="540"/>
                  </a:cxn>
                  <a:cxn ang="0">
                    <a:pos x="0" y="0"/>
                  </a:cxn>
                  <a:cxn ang="0">
                    <a:pos x="563" y="0"/>
                  </a:cxn>
                  <a:cxn ang="0">
                    <a:pos x="489" y="89"/>
                  </a:cxn>
                  <a:cxn ang="0">
                    <a:pos x="465" y="117"/>
                  </a:cxn>
                  <a:cxn ang="0">
                    <a:pos x="480" y="130"/>
                  </a:cxn>
                  <a:cxn ang="0">
                    <a:pos x="638" y="280"/>
                  </a:cxn>
                  <a:cxn ang="0">
                    <a:pos x="1028" y="602"/>
                  </a:cxn>
                  <a:cxn ang="0">
                    <a:pos x="1045" y="615"/>
                  </a:cxn>
                  <a:cxn ang="0">
                    <a:pos x="1080" y="639"/>
                  </a:cxn>
                  <a:cxn ang="0">
                    <a:pos x="1195" y="708"/>
                  </a:cxn>
                  <a:cxn ang="0">
                    <a:pos x="1250" y="733"/>
                  </a:cxn>
                  <a:cxn ang="0">
                    <a:pos x="1303" y="746"/>
                  </a:cxn>
                  <a:cxn ang="0">
                    <a:pos x="1315" y="748"/>
                  </a:cxn>
                  <a:cxn ang="0">
                    <a:pos x="1342" y="746"/>
                  </a:cxn>
                  <a:cxn ang="0">
                    <a:pos x="1370" y="732"/>
                  </a:cxn>
                  <a:cxn ang="0">
                    <a:pos x="1380" y="721"/>
                  </a:cxn>
                </a:cxnLst>
                <a:rect l="0" t="0" r="r" b="b"/>
                <a:pathLst>
                  <a:path w="1380" h="924">
                    <a:moveTo>
                      <a:pt x="1380" y="721"/>
                    </a:moveTo>
                    <a:cubicBezTo>
                      <a:pt x="1379" y="724"/>
                      <a:pt x="1377" y="728"/>
                      <a:pt x="1375" y="732"/>
                    </a:cubicBezTo>
                    <a:cubicBezTo>
                      <a:pt x="1364" y="752"/>
                      <a:pt x="1352" y="772"/>
                      <a:pt x="1339" y="790"/>
                    </a:cubicBezTo>
                    <a:cubicBezTo>
                      <a:pt x="1333" y="799"/>
                      <a:pt x="1326" y="807"/>
                      <a:pt x="1319" y="816"/>
                    </a:cubicBezTo>
                    <a:cubicBezTo>
                      <a:pt x="1314" y="822"/>
                      <a:pt x="1308" y="828"/>
                      <a:pt x="1303" y="834"/>
                    </a:cubicBezTo>
                    <a:cubicBezTo>
                      <a:pt x="1283" y="854"/>
                      <a:pt x="1261" y="873"/>
                      <a:pt x="1238" y="889"/>
                    </a:cubicBezTo>
                    <a:cubicBezTo>
                      <a:pt x="1233" y="893"/>
                      <a:pt x="1228" y="896"/>
                      <a:pt x="1223" y="899"/>
                    </a:cubicBezTo>
                    <a:cubicBezTo>
                      <a:pt x="1185" y="919"/>
                      <a:pt x="1137" y="926"/>
                      <a:pt x="1080" y="921"/>
                    </a:cubicBezTo>
                    <a:cubicBezTo>
                      <a:pt x="1068" y="920"/>
                      <a:pt x="1056" y="918"/>
                      <a:pt x="1044" y="916"/>
                    </a:cubicBezTo>
                    <a:cubicBezTo>
                      <a:pt x="971" y="903"/>
                      <a:pt x="884" y="871"/>
                      <a:pt x="786" y="819"/>
                    </a:cubicBezTo>
                    <a:cubicBezTo>
                      <a:pt x="416" y="587"/>
                      <a:pt x="416" y="587"/>
                      <a:pt x="416" y="587"/>
                    </a:cubicBezTo>
                    <a:cubicBezTo>
                      <a:pt x="269" y="477"/>
                      <a:pt x="269" y="477"/>
                      <a:pt x="269" y="477"/>
                    </a:cubicBezTo>
                    <a:cubicBezTo>
                      <a:pt x="253" y="464"/>
                      <a:pt x="236" y="451"/>
                      <a:pt x="219" y="437"/>
                    </a:cubicBezTo>
                    <a:cubicBezTo>
                      <a:pt x="213" y="433"/>
                      <a:pt x="208" y="429"/>
                      <a:pt x="203" y="425"/>
                    </a:cubicBezTo>
                    <a:cubicBezTo>
                      <a:pt x="203" y="426"/>
                      <a:pt x="203" y="426"/>
                      <a:pt x="203" y="426"/>
                    </a:cubicBezTo>
                    <a:cubicBezTo>
                      <a:pt x="106" y="540"/>
                      <a:pt x="106" y="540"/>
                      <a:pt x="106" y="540"/>
                    </a:cubicBezTo>
                    <a:cubicBezTo>
                      <a:pt x="0" y="0"/>
                      <a:pt x="0" y="0"/>
                      <a:pt x="0" y="0"/>
                    </a:cubicBezTo>
                    <a:cubicBezTo>
                      <a:pt x="563" y="0"/>
                      <a:pt x="563" y="0"/>
                      <a:pt x="563" y="0"/>
                    </a:cubicBezTo>
                    <a:cubicBezTo>
                      <a:pt x="489" y="89"/>
                      <a:pt x="489" y="89"/>
                      <a:pt x="489" y="89"/>
                    </a:cubicBezTo>
                    <a:cubicBezTo>
                      <a:pt x="465" y="117"/>
                      <a:pt x="465" y="117"/>
                      <a:pt x="465" y="117"/>
                    </a:cubicBezTo>
                    <a:cubicBezTo>
                      <a:pt x="470" y="121"/>
                      <a:pt x="474" y="125"/>
                      <a:pt x="480" y="130"/>
                    </a:cubicBezTo>
                    <a:cubicBezTo>
                      <a:pt x="535" y="183"/>
                      <a:pt x="588" y="233"/>
                      <a:pt x="638" y="280"/>
                    </a:cubicBezTo>
                    <a:cubicBezTo>
                      <a:pt x="1028" y="602"/>
                      <a:pt x="1028" y="602"/>
                      <a:pt x="1028" y="602"/>
                    </a:cubicBezTo>
                    <a:cubicBezTo>
                      <a:pt x="1045" y="615"/>
                      <a:pt x="1045" y="615"/>
                      <a:pt x="1045" y="615"/>
                    </a:cubicBezTo>
                    <a:cubicBezTo>
                      <a:pt x="1057" y="623"/>
                      <a:pt x="1069" y="631"/>
                      <a:pt x="1080" y="639"/>
                    </a:cubicBezTo>
                    <a:cubicBezTo>
                      <a:pt x="1123" y="668"/>
                      <a:pt x="1161" y="691"/>
                      <a:pt x="1195" y="708"/>
                    </a:cubicBezTo>
                    <a:cubicBezTo>
                      <a:pt x="1215" y="718"/>
                      <a:pt x="1233" y="726"/>
                      <a:pt x="1250" y="733"/>
                    </a:cubicBezTo>
                    <a:cubicBezTo>
                      <a:pt x="1269" y="740"/>
                      <a:pt x="1287" y="744"/>
                      <a:pt x="1303" y="746"/>
                    </a:cubicBezTo>
                    <a:cubicBezTo>
                      <a:pt x="1307" y="747"/>
                      <a:pt x="1311" y="747"/>
                      <a:pt x="1315" y="748"/>
                    </a:cubicBezTo>
                    <a:cubicBezTo>
                      <a:pt x="1325" y="748"/>
                      <a:pt x="1334" y="747"/>
                      <a:pt x="1342" y="746"/>
                    </a:cubicBezTo>
                    <a:cubicBezTo>
                      <a:pt x="1353" y="743"/>
                      <a:pt x="1362" y="739"/>
                      <a:pt x="1370" y="732"/>
                    </a:cubicBezTo>
                    <a:cubicBezTo>
                      <a:pt x="1374" y="729"/>
                      <a:pt x="1377" y="725"/>
                      <a:pt x="1380" y="721"/>
                    </a:cubicBezTo>
                    <a:close/>
                  </a:path>
                </a:pathLst>
              </a:custGeom>
              <a:solidFill>
                <a:srgbClr val="335C80"/>
              </a:solidFill>
              <a:ln w="9525">
                <a:solidFill>
                  <a:srgbClr val="335C80"/>
                </a:solid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4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47" name="Freeform 6"/>
              <p:cNvSpPr/>
              <p:nvPr/>
            </p:nvSpPr>
            <p:spPr bwMode="auto">
              <a:xfrm>
                <a:off x="4848225" y="2198688"/>
                <a:ext cx="1541463" cy="1885950"/>
              </a:xfrm>
              <a:custGeom>
                <a:avLst/>
                <a:gdLst/>
                <a:ahLst/>
                <a:cxnLst>
                  <a:cxn ang="0">
                    <a:pos x="558" y="810"/>
                  </a:cxn>
                  <a:cxn ang="0">
                    <a:pos x="514" y="661"/>
                  </a:cxn>
                  <a:cxn ang="0">
                    <a:pos x="500" y="634"/>
                  </a:cxn>
                  <a:cxn ang="0">
                    <a:pos x="24" y="26"/>
                  </a:cxn>
                  <a:cxn ang="0">
                    <a:pos x="0" y="0"/>
                  </a:cxn>
                  <a:cxn ang="0">
                    <a:pos x="30" y="26"/>
                  </a:cxn>
                  <a:cxn ang="0">
                    <a:pos x="545" y="530"/>
                  </a:cxn>
                  <a:cxn ang="0">
                    <a:pos x="608" y="613"/>
                  </a:cxn>
                  <a:cxn ang="0">
                    <a:pos x="638" y="661"/>
                  </a:cxn>
                  <a:cxn ang="0">
                    <a:pos x="650" y="682"/>
                  </a:cxn>
                  <a:cxn ang="0">
                    <a:pos x="675" y="745"/>
                  </a:cxn>
                  <a:cxn ang="0">
                    <a:pos x="679" y="788"/>
                  </a:cxn>
                  <a:cxn ang="0">
                    <a:pos x="666" y="818"/>
                  </a:cxn>
                  <a:cxn ang="0">
                    <a:pos x="638" y="832"/>
                  </a:cxn>
                  <a:cxn ang="0">
                    <a:pos x="620" y="831"/>
                  </a:cxn>
                  <a:cxn ang="0">
                    <a:pos x="608" y="829"/>
                  </a:cxn>
                  <a:cxn ang="0">
                    <a:pos x="598" y="826"/>
                  </a:cxn>
                  <a:cxn ang="0">
                    <a:pos x="558" y="810"/>
                  </a:cxn>
                </a:cxnLst>
                <a:rect l="0" t="0" r="r" b="b"/>
                <a:pathLst>
                  <a:path w="681" h="832">
                    <a:moveTo>
                      <a:pt x="558" y="810"/>
                    </a:moveTo>
                    <a:cubicBezTo>
                      <a:pt x="558" y="770"/>
                      <a:pt x="543" y="721"/>
                      <a:pt x="514" y="661"/>
                    </a:cubicBezTo>
                    <a:cubicBezTo>
                      <a:pt x="510" y="652"/>
                      <a:pt x="505" y="643"/>
                      <a:pt x="500" y="634"/>
                    </a:cubicBezTo>
                    <a:cubicBezTo>
                      <a:pt x="422" y="486"/>
                      <a:pt x="263" y="284"/>
                      <a:pt x="24" y="26"/>
                    </a:cubicBezTo>
                    <a:cubicBezTo>
                      <a:pt x="16" y="17"/>
                      <a:pt x="8" y="9"/>
                      <a:pt x="0" y="0"/>
                    </a:cubicBezTo>
                    <a:cubicBezTo>
                      <a:pt x="10" y="9"/>
                      <a:pt x="20" y="17"/>
                      <a:pt x="30" y="26"/>
                    </a:cubicBezTo>
                    <a:cubicBezTo>
                      <a:pt x="266" y="231"/>
                      <a:pt x="437" y="399"/>
                      <a:pt x="545" y="530"/>
                    </a:cubicBezTo>
                    <a:cubicBezTo>
                      <a:pt x="569" y="559"/>
                      <a:pt x="590" y="587"/>
                      <a:pt x="608" y="613"/>
                    </a:cubicBezTo>
                    <a:cubicBezTo>
                      <a:pt x="619" y="630"/>
                      <a:pt x="630" y="646"/>
                      <a:pt x="638" y="661"/>
                    </a:cubicBezTo>
                    <a:cubicBezTo>
                      <a:pt x="643" y="668"/>
                      <a:pt x="646" y="675"/>
                      <a:pt x="650" y="682"/>
                    </a:cubicBezTo>
                    <a:cubicBezTo>
                      <a:pt x="662" y="705"/>
                      <a:pt x="670" y="726"/>
                      <a:pt x="675" y="745"/>
                    </a:cubicBezTo>
                    <a:cubicBezTo>
                      <a:pt x="680" y="763"/>
                      <a:pt x="681" y="777"/>
                      <a:pt x="679" y="788"/>
                    </a:cubicBezTo>
                    <a:cubicBezTo>
                      <a:pt x="676" y="799"/>
                      <a:pt x="672" y="809"/>
                      <a:pt x="666" y="818"/>
                    </a:cubicBezTo>
                    <a:cubicBezTo>
                      <a:pt x="660" y="827"/>
                      <a:pt x="651" y="832"/>
                      <a:pt x="638" y="832"/>
                    </a:cubicBezTo>
                    <a:cubicBezTo>
                      <a:pt x="632" y="832"/>
                      <a:pt x="626" y="832"/>
                      <a:pt x="620" y="831"/>
                    </a:cubicBezTo>
                    <a:cubicBezTo>
                      <a:pt x="616" y="831"/>
                      <a:pt x="612" y="830"/>
                      <a:pt x="608" y="829"/>
                    </a:cubicBezTo>
                    <a:cubicBezTo>
                      <a:pt x="604" y="828"/>
                      <a:pt x="601" y="827"/>
                      <a:pt x="598" y="826"/>
                    </a:cubicBezTo>
                    <a:cubicBezTo>
                      <a:pt x="584" y="821"/>
                      <a:pt x="571" y="816"/>
                      <a:pt x="558" y="810"/>
                    </a:cubicBezTo>
                    <a:close/>
                  </a:path>
                </a:pathLst>
              </a:custGeom>
              <a:solidFill>
                <a:srgbClr val="335C80"/>
              </a:solidFill>
              <a:ln w="9525">
                <a:solidFill>
                  <a:srgbClr val="335C80"/>
                </a:solid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4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48" name="Freeform 7"/>
              <p:cNvSpPr>
                <a:spLocks noEditPoints="1"/>
              </p:cNvSpPr>
              <p:nvPr/>
            </p:nvSpPr>
            <p:spPr bwMode="auto">
              <a:xfrm>
                <a:off x="3275012" y="2168525"/>
                <a:ext cx="3154363" cy="1970088"/>
              </a:xfrm>
              <a:custGeom>
                <a:avLst/>
                <a:gdLst/>
                <a:ahLst/>
                <a:cxnLst>
                  <a:cxn ang="0">
                    <a:pos x="0" y="121"/>
                  </a:cxn>
                  <a:cxn ang="0">
                    <a:pos x="19" y="106"/>
                  </a:cxn>
                  <a:cxn ang="0">
                    <a:pos x="547" y="106"/>
                  </a:cxn>
                  <a:cxn ang="0">
                    <a:pos x="563" y="121"/>
                  </a:cxn>
                  <a:cxn ang="0">
                    <a:pos x="0" y="121"/>
                  </a:cxn>
                  <a:cxn ang="0">
                    <a:pos x="1380" y="842"/>
                  </a:cxn>
                  <a:cxn ang="0">
                    <a:pos x="1370" y="853"/>
                  </a:cxn>
                  <a:cxn ang="0">
                    <a:pos x="1342" y="867"/>
                  </a:cxn>
                  <a:cxn ang="0">
                    <a:pos x="1315" y="869"/>
                  </a:cxn>
                  <a:cxn ang="0">
                    <a:pos x="1303" y="867"/>
                  </a:cxn>
                  <a:cxn ang="0">
                    <a:pos x="1250" y="854"/>
                  </a:cxn>
                  <a:cxn ang="0">
                    <a:pos x="1195" y="829"/>
                  </a:cxn>
                  <a:cxn ang="0">
                    <a:pos x="1080" y="760"/>
                  </a:cxn>
                  <a:cxn ang="0">
                    <a:pos x="1045" y="736"/>
                  </a:cxn>
                  <a:cxn ang="0">
                    <a:pos x="1028" y="723"/>
                  </a:cxn>
                  <a:cxn ang="0">
                    <a:pos x="638" y="401"/>
                  </a:cxn>
                  <a:cxn ang="0">
                    <a:pos x="480" y="251"/>
                  </a:cxn>
                  <a:cxn ang="0">
                    <a:pos x="465" y="238"/>
                  </a:cxn>
                  <a:cxn ang="0">
                    <a:pos x="489" y="210"/>
                  </a:cxn>
                  <a:cxn ang="0">
                    <a:pos x="1044" y="691"/>
                  </a:cxn>
                  <a:cxn ang="0">
                    <a:pos x="1119" y="745"/>
                  </a:cxn>
                  <a:cxn ang="0">
                    <a:pos x="1195" y="793"/>
                  </a:cxn>
                  <a:cxn ang="0">
                    <a:pos x="1235" y="814"/>
                  </a:cxn>
                  <a:cxn ang="0">
                    <a:pos x="1253" y="823"/>
                  </a:cxn>
                  <a:cxn ang="0">
                    <a:pos x="1293" y="839"/>
                  </a:cxn>
                  <a:cxn ang="0">
                    <a:pos x="1303" y="842"/>
                  </a:cxn>
                  <a:cxn ang="0">
                    <a:pos x="1315" y="844"/>
                  </a:cxn>
                  <a:cxn ang="0">
                    <a:pos x="1333" y="845"/>
                  </a:cxn>
                  <a:cxn ang="0">
                    <a:pos x="1361" y="831"/>
                  </a:cxn>
                  <a:cxn ang="0">
                    <a:pos x="1374" y="801"/>
                  </a:cxn>
                  <a:cxn ang="0">
                    <a:pos x="1370" y="758"/>
                  </a:cxn>
                  <a:cxn ang="0">
                    <a:pos x="1345" y="695"/>
                  </a:cxn>
                  <a:cxn ang="0">
                    <a:pos x="1333" y="674"/>
                  </a:cxn>
                  <a:cxn ang="0">
                    <a:pos x="1303" y="626"/>
                  </a:cxn>
                  <a:cxn ang="0">
                    <a:pos x="1240" y="543"/>
                  </a:cxn>
                  <a:cxn ang="0">
                    <a:pos x="725" y="39"/>
                  </a:cxn>
                  <a:cxn ang="0">
                    <a:pos x="695" y="13"/>
                  </a:cxn>
                  <a:cxn ang="0">
                    <a:pos x="682" y="0"/>
                  </a:cxn>
                  <a:cxn ang="0">
                    <a:pos x="728" y="39"/>
                  </a:cxn>
                  <a:cxn ang="0">
                    <a:pos x="945" y="234"/>
                  </a:cxn>
                  <a:cxn ang="0">
                    <a:pos x="1247" y="543"/>
                  </a:cxn>
                  <a:cxn ang="0">
                    <a:pos x="1303" y="613"/>
                  </a:cxn>
                  <a:cxn ang="0">
                    <a:pos x="1344" y="674"/>
                  </a:cxn>
                  <a:cxn ang="0">
                    <a:pos x="1356" y="695"/>
                  </a:cxn>
                  <a:cxn ang="0">
                    <a:pos x="1384" y="758"/>
                  </a:cxn>
                  <a:cxn ang="0">
                    <a:pos x="1392" y="793"/>
                  </a:cxn>
                  <a:cxn ang="0">
                    <a:pos x="1392" y="792"/>
                  </a:cxn>
                  <a:cxn ang="0">
                    <a:pos x="1380" y="842"/>
                  </a:cxn>
                </a:cxnLst>
                <a:rect l="0" t="0" r="r" b="b"/>
                <a:pathLst>
                  <a:path w="1394" h="869">
                    <a:moveTo>
                      <a:pt x="0" y="121"/>
                    </a:moveTo>
                    <a:cubicBezTo>
                      <a:pt x="19" y="106"/>
                      <a:pt x="19" y="106"/>
                      <a:pt x="19" y="106"/>
                    </a:cubicBezTo>
                    <a:cubicBezTo>
                      <a:pt x="547" y="106"/>
                      <a:pt x="547" y="106"/>
                      <a:pt x="547" y="106"/>
                    </a:cubicBezTo>
                    <a:cubicBezTo>
                      <a:pt x="563" y="121"/>
                      <a:pt x="563" y="121"/>
                      <a:pt x="563" y="121"/>
                    </a:cubicBezTo>
                    <a:lnTo>
                      <a:pt x="0" y="121"/>
                    </a:lnTo>
                    <a:close/>
                    <a:moveTo>
                      <a:pt x="1380" y="842"/>
                    </a:moveTo>
                    <a:cubicBezTo>
                      <a:pt x="1377" y="846"/>
                      <a:pt x="1374" y="850"/>
                      <a:pt x="1370" y="853"/>
                    </a:cubicBezTo>
                    <a:cubicBezTo>
                      <a:pt x="1362" y="860"/>
                      <a:pt x="1353" y="864"/>
                      <a:pt x="1342" y="867"/>
                    </a:cubicBezTo>
                    <a:cubicBezTo>
                      <a:pt x="1334" y="868"/>
                      <a:pt x="1325" y="869"/>
                      <a:pt x="1315" y="869"/>
                    </a:cubicBezTo>
                    <a:cubicBezTo>
                      <a:pt x="1311" y="868"/>
                      <a:pt x="1307" y="868"/>
                      <a:pt x="1303" y="867"/>
                    </a:cubicBezTo>
                    <a:cubicBezTo>
                      <a:pt x="1287" y="865"/>
                      <a:pt x="1269" y="861"/>
                      <a:pt x="1250" y="854"/>
                    </a:cubicBezTo>
                    <a:cubicBezTo>
                      <a:pt x="1233" y="847"/>
                      <a:pt x="1215" y="839"/>
                      <a:pt x="1195" y="829"/>
                    </a:cubicBezTo>
                    <a:cubicBezTo>
                      <a:pt x="1161" y="812"/>
                      <a:pt x="1123" y="789"/>
                      <a:pt x="1080" y="760"/>
                    </a:cubicBezTo>
                    <a:cubicBezTo>
                      <a:pt x="1069" y="752"/>
                      <a:pt x="1057" y="744"/>
                      <a:pt x="1045" y="736"/>
                    </a:cubicBezTo>
                    <a:cubicBezTo>
                      <a:pt x="1028" y="723"/>
                      <a:pt x="1028" y="723"/>
                      <a:pt x="1028" y="723"/>
                    </a:cubicBezTo>
                    <a:cubicBezTo>
                      <a:pt x="638" y="401"/>
                      <a:pt x="638" y="401"/>
                      <a:pt x="638" y="401"/>
                    </a:cubicBezTo>
                    <a:cubicBezTo>
                      <a:pt x="588" y="354"/>
                      <a:pt x="535" y="304"/>
                      <a:pt x="480" y="251"/>
                    </a:cubicBezTo>
                    <a:cubicBezTo>
                      <a:pt x="474" y="246"/>
                      <a:pt x="470" y="242"/>
                      <a:pt x="465" y="238"/>
                    </a:cubicBezTo>
                    <a:cubicBezTo>
                      <a:pt x="489" y="210"/>
                      <a:pt x="489" y="210"/>
                      <a:pt x="489" y="210"/>
                    </a:cubicBezTo>
                    <a:cubicBezTo>
                      <a:pt x="716" y="425"/>
                      <a:pt x="901" y="585"/>
                      <a:pt x="1044" y="691"/>
                    </a:cubicBezTo>
                    <a:cubicBezTo>
                      <a:pt x="1071" y="711"/>
                      <a:pt x="1095" y="729"/>
                      <a:pt x="1119" y="745"/>
                    </a:cubicBezTo>
                    <a:cubicBezTo>
                      <a:pt x="1146" y="763"/>
                      <a:pt x="1172" y="779"/>
                      <a:pt x="1195" y="793"/>
                    </a:cubicBezTo>
                    <a:cubicBezTo>
                      <a:pt x="1209" y="801"/>
                      <a:pt x="1223" y="808"/>
                      <a:pt x="1235" y="814"/>
                    </a:cubicBezTo>
                    <a:cubicBezTo>
                      <a:pt x="1241" y="817"/>
                      <a:pt x="1247" y="820"/>
                      <a:pt x="1253" y="823"/>
                    </a:cubicBezTo>
                    <a:cubicBezTo>
                      <a:pt x="1266" y="829"/>
                      <a:pt x="1279" y="834"/>
                      <a:pt x="1293" y="839"/>
                    </a:cubicBezTo>
                    <a:cubicBezTo>
                      <a:pt x="1296" y="840"/>
                      <a:pt x="1299" y="841"/>
                      <a:pt x="1303" y="842"/>
                    </a:cubicBezTo>
                    <a:cubicBezTo>
                      <a:pt x="1307" y="843"/>
                      <a:pt x="1311" y="844"/>
                      <a:pt x="1315" y="844"/>
                    </a:cubicBezTo>
                    <a:cubicBezTo>
                      <a:pt x="1321" y="845"/>
                      <a:pt x="1327" y="845"/>
                      <a:pt x="1333" y="845"/>
                    </a:cubicBezTo>
                    <a:cubicBezTo>
                      <a:pt x="1346" y="845"/>
                      <a:pt x="1355" y="840"/>
                      <a:pt x="1361" y="831"/>
                    </a:cubicBezTo>
                    <a:cubicBezTo>
                      <a:pt x="1367" y="822"/>
                      <a:pt x="1371" y="812"/>
                      <a:pt x="1374" y="801"/>
                    </a:cubicBezTo>
                    <a:cubicBezTo>
                      <a:pt x="1376" y="790"/>
                      <a:pt x="1375" y="776"/>
                      <a:pt x="1370" y="758"/>
                    </a:cubicBezTo>
                    <a:cubicBezTo>
                      <a:pt x="1365" y="739"/>
                      <a:pt x="1357" y="718"/>
                      <a:pt x="1345" y="695"/>
                    </a:cubicBezTo>
                    <a:cubicBezTo>
                      <a:pt x="1341" y="688"/>
                      <a:pt x="1338" y="681"/>
                      <a:pt x="1333" y="674"/>
                    </a:cubicBezTo>
                    <a:cubicBezTo>
                      <a:pt x="1325" y="659"/>
                      <a:pt x="1314" y="643"/>
                      <a:pt x="1303" y="626"/>
                    </a:cubicBezTo>
                    <a:cubicBezTo>
                      <a:pt x="1285" y="600"/>
                      <a:pt x="1264" y="572"/>
                      <a:pt x="1240" y="543"/>
                    </a:cubicBezTo>
                    <a:cubicBezTo>
                      <a:pt x="1132" y="412"/>
                      <a:pt x="961" y="244"/>
                      <a:pt x="725" y="39"/>
                    </a:cubicBezTo>
                    <a:cubicBezTo>
                      <a:pt x="715" y="30"/>
                      <a:pt x="705" y="22"/>
                      <a:pt x="695" y="13"/>
                    </a:cubicBezTo>
                    <a:cubicBezTo>
                      <a:pt x="691" y="9"/>
                      <a:pt x="686" y="4"/>
                      <a:pt x="682" y="0"/>
                    </a:cubicBezTo>
                    <a:cubicBezTo>
                      <a:pt x="698" y="13"/>
                      <a:pt x="713" y="26"/>
                      <a:pt x="728" y="39"/>
                    </a:cubicBezTo>
                    <a:cubicBezTo>
                      <a:pt x="808" y="108"/>
                      <a:pt x="880" y="173"/>
                      <a:pt x="945" y="234"/>
                    </a:cubicBezTo>
                    <a:cubicBezTo>
                      <a:pt x="1073" y="353"/>
                      <a:pt x="1174" y="456"/>
                      <a:pt x="1247" y="543"/>
                    </a:cubicBezTo>
                    <a:cubicBezTo>
                      <a:pt x="1268" y="568"/>
                      <a:pt x="1286" y="591"/>
                      <a:pt x="1303" y="613"/>
                    </a:cubicBezTo>
                    <a:cubicBezTo>
                      <a:pt x="1318" y="635"/>
                      <a:pt x="1332" y="655"/>
                      <a:pt x="1344" y="674"/>
                    </a:cubicBezTo>
                    <a:cubicBezTo>
                      <a:pt x="1348" y="681"/>
                      <a:pt x="1352" y="688"/>
                      <a:pt x="1356" y="695"/>
                    </a:cubicBezTo>
                    <a:cubicBezTo>
                      <a:pt x="1368" y="718"/>
                      <a:pt x="1378" y="739"/>
                      <a:pt x="1384" y="758"/>
                    </a:cubicBezTo>
                    <a:cubicBezTo>
                      <a:pt x="1388" y="772"/>
                      <a:pt x="1391" y="783"/>
                      <a:pt x="1392" y="793"/>
                    </a:cubicBezTo>
                    <a:cubicBezTo>
                      <a:pt x="1392" y="792"/>
                      <a:pt x="1392" y="792"/>
                      <a:pt x="1392" y="792"/>
                    </a:cubicBezTo>
                    <a:cubicBezTo>
                      <a:pt x="1394" y="808"/>
                      <a:pt x="1390" y="825"/>
                      <a:pt x="1380" y="842"/>
                    </a:cubicBezTo>
                    <a:close/>
                  </a:path>
                </a:pathLst>
              </a:custGeom>
              <a:solidFill>
                <a:srgbClr val="335C80"/>
              </a:solidFill>
              <a:ln w="9525">
                <a:solidFill>
                  <a:srgbClr val="335C80"/>
                </a:solid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4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20" name="Group 16"/>
            <p:cNvGrpSpPr/>
            <p:nvPr/>
          </p:nvGrpSpPr>
          <p:grpSpPr>
            <a:xfrm flipV="1">
              <a:off x="6197306" y="2102043"/>
              <a:ext cx="1871934" cy="1408423"/>
              <a:chOff x="3275012" y="2168525"/>
              <a:chExt cx="3154363" cy="2373313"/>
            </a:xfrm>
            <a:grpFill/>
          </p:grpSpPr>
          <p:sp>
            <p:nvSpPr>
              <p:cNvPr id="36" name="Freeform 5"/>
              <p:cNvSpPr/>
              <p:nvPr/>
            </p:nvSpPr>
            <p:spPr bwMode="auto">
              <a:xfrm>
                <a:off x="3275012" y="2443163"/>
                <a:ext cx="3122613" cy="2098675"/>
              </a:xfrm>
              <a:custGeom>
                <a:avLst/>
                <a:gdLst/>
                <a:ahLst/>
                <a:cxnLst>
                  <a:cxn ang="0">
                    <a:pos x="1380" y="721"/>
                  </a:cxn>
                  <a:cxn ang="0">
                    <a:pos x="1375" y="732"/>
                  </a:cxn>
                  <a:cxn ang="0">
                    <a:pos x="1339" y="790"/>
                  </a:cxn>
                  <a:cxn ang="0">
                    <a:pos x="1319" y="816"/>
                  </a:cxn>
                  <a:cxn ang="0">
                    <a:pos x="1303" y="834"/>
                  </a:cxn>
                  <a:cxn ang="0">
                    <a:pos x="1238" y="889"/>
                  </a:cxn>
                  <a:cxn ang="0">
                    <a:pos x="1223" y="899"/>
                  </a:cxn>
                  <a:cxn ang="0">
                    <a:pos x="1080" y="921"/>
                  </a:cxn>
                  <a:cxn ang="0">
                    <a:pos x="1044" y="916"/>
                  </a:cxn>
                  <a:cxn ang="0">
                    <a:pos x="786" y="819"/>
                  </a:cxn>
                  <a:cxn ang="0">
                    <a:pos x="416" y="587"/>
                  </a:cxn>
                  <a:cxn ang="0">
                    <a:pos x="269" y="477"/>
                  </a:cxn>
                  <a:cxn ang="0">
                    <a:pos x="219" y="437"/>
                  </a:cxn>
                  <a:cxn ang="0">
                    <a:pos x="203" y="425"/>
                  </a:cxn>
                  <a:cxn ang="0">
                    <a:pos x="203" y="426"/>
                  </a:cxn>
                  <a:cxn ang="0">
                    <a:pos x="106" y="540"/>
                  </a:cxn>
                  <a:cxn ang="0">
                    <a:pos x="0" y="0"/>
                  </a:cxn>
                  <a:cxn ang="0">
                    <a:pos x="563" y="0"/>
                  </a:cxn>
                  <a:cxn ang="0">
                    <a:pos x="489" y="89"/>
                  </a:cxn>
                  <a:cxn ang="0">
                    <a:pos x="465" y="117"/>
                  </a:cxn>
                  <a:cxn ang="0">
                    <a:pos x="480" y="130"/>
                  </a:cxn>
                  <a:cxn ang="0">
                    <a:pos x="638" y="280"/>
                  </a:cxn>
                  <a:cxn ang="0">
                    <a:pos x="1028" y="602"/>
                  </a:cxn>
                  <a:cxn ang="0">
                    <a:pos x="1045" y="615"/>
                  </a:cxn>
                  <a:cxn ang="0">
                    <a:pos x="1080" y="639"/>
                  </a:cxn>
                  <a:cxn ang="0">
                    <a:pos x="1195" y="708"/>
                  </a:cxn>
                  <a:cxn ang="0">
                    <a:pos x="1250" y="733"/>
                  </a:cxn>
                  <a:cxn ang="0">
                    <a:pos x="1303" y="746"/>
                  </a:cxn>
                  <a:cxn ang="0">
                    <a:pos x="1315" y="748"/>
                  </a:cxn>
                  <a:cxn ang="0">
                    <a:pos x="1342" y="746"/>
                  </a:cxn>
                  <a:cxn ang="0">
                    <a:pos x="1370" y="732"/>
                  </a:cxn>
                  <a:cxn ang="0">
                    <a:pos x="1380" y="721"/>
                  </a:cxn>
                </a:cxnLst>
                <a:rect l="0" t="0" r="r" b="b"/>
                <a:pathLst>
                  <a:path w="1380" h="924">
                    <a:moveTo>
                      <a:pt x="1380" y="721"/>
                    </a:moveTo>
                    <a:cubicBezTo>
                      <a:pt x="1379" y="724"/>
                      <a:pt x="1377" y="728"/>
                      <a:pt x="1375" y="732"/>
                    </a:cubicBezTo>
                    <a:cubicBezTo>
                      <a:pt x="1364" y="752"/>
                      <a:pt x="1352" y="772"/>
                      <a:pt x="1339" y="790"/>
                    </a:cubicBezTo>
                    <a:cubicBezTo>
                      <a:pt x="1333" y="799"/>
                      <a:pt x="1326" y="807"/>
                      <a:pt x="1319" y="816"/>
                    </a:cubicBezTo>
                    <a:cubicBezTo>
                      <a:pt x="1314" y="822"/>
                      <a:pt x="1308" y="828"/>
                      <a:pt x="1303" y="834"/>
                    </a:cubicBezTo>
                    <a:cubicBezTo>
                      <a:pt x="1283" y="854"/>
                      <a:pt x="1261" y="873"/>
                      <a:pt x="1238" y="889"/>
                    </a:cubicBezTo>
                    <a:cubicBezTo>
                      <a:pt x="1233" y="893"/>
                      <a:pt x="1228" y="896"/>
                      <a:pt x="1223" y="899"/>
                    </a:cubicBezTo>
                    <a:cubicBezTo>
                      <a:pt x="1185" y="919"/>
                      <a:pt x="1137" y="926"/>
                      <a:pt x="1080" y="921"/>
                    </a:cubicBezTo>
                    <a:cubicBezTo>
                      <a:pt x="1068" y="920"/>
                      <a:pt x="1056" y="918"/>
                      <a:pt x="1044" y="916"/>
                    </a:cubicBezTo>
                    <a:cubicBezTo>
                      <a:pt x="971" y="903"/>
                      <a:pt x="884" y="871"/>
                      <a:pt x="786" y="819"/>
                    </a:cubicBezTo>
                    <a:cubicBezTo>
                      <a:pt x="416" y="587"/>
                      <a:pt x="416" y="587"/>
                      <a:pt x="416" y="587"/>
                    </a:cubicBezTo>
                    <a:cubicBezTo>
                      <a:pt x="269" y="477"/>
                      <a:pt x="269" y="477"/>
                      <a:pt x="269" y="477"/>
                    </a:cubicBezTo>
                    <a:cubicBezTo>
                      <a:pt x="253" y="464"/>
                      <a:pt x="236" y="451"/>
                      <a:pt x="219" y="437"/>
                    </a:cubicBezTo>
                    <a:cubicBezTo>
                      <a:pt x="213" y="433"/>
                      <a:pt x="208" y="429"/>
                      <a:pt x="203" y="425"/>
                    </a:cubicBezTo>
                    <a:cubicBezTo>
                      <a:pt x="203" y="426"/>
                      <a:pt x="203" y="426"/>
                      <a:pt x="203" y="426"/>
                    </a:cubicBezTo>
                    <a:cubicBezTo>
                      <a:pt x="106" y="540"/>
                      <a:pt x="106" y="540"/>
                      <a:pt x="106" y="540"/>
                    </a:cubicBezTo>
                    <a:cubicBezTo>
                      <a:pt x="0" y="0"/>
                      <a:pt x="0" y="0"/>
                      <a:pt x="0" y="0"/>
                    </a:cubicBezTo>
                    <a:cubicBezTo>
                      <a:pt x="563" y="0"/>
                      <a:pt x="563" y="0"/>
                      <a:pt x="563" y="0"/>
                    </a:cubicBezTo>
                    <a:cubicBezTo>
                      <a:pt x="489" y="89"/>
                      <a:pt x="489" y="89"/>
                      <a:pt x="489" y="89"/>
                    </a:cubicBezTo>
                    <a:cubicBezTo>
                      <a:pt x="465" y="117"/>
                      <a:pt x="465" y="117"/>
                      <a:pt x="465" y="117"/>
                    </a:cubicBezTo>
                    <a:cubicBezTo>
                      <a:pt x="470" y="121"/>
                      <a:pt x="474" y="125"/>
                      <a:pt x="480" y="130"/>
                    </a:cubicBezTo>
                    <a:cubicBezTo>
                      <a:pt x="535" y="183"/>
                      <a:pt x="588" y="233"/>
                      <a:pt x="638" y="280"/>
                    </a:cubicBezTo>
                    <a:cubicBezTo>
                      <a:pt x="1028" y="602"/>
                      <a:pt x="1028" y="602"/>
                      <a:pt x="1028" y="602"/>
                    </a:cubicBezTo>
                    <a:cubicBezTo>
                      <a:pt x="1045" y="615"/>
                      <a:pt x="1045" y="615"/>
                      <a:pt x="1045" y="615"/>
                    </a:cubicBezTo>
                    <a:cubicBezTo>
                      <a:pt x="1057" y="623"/>
                      <a:pt x="1069" y="631"/>
                      <a:pt x="1080" y="639"/>
                    </a:cubicBezTo>
                    <a:cubicBezTo>
                      <a:pt x="1123" y="668"/>
                      <a:pt x="1161" y="691"/>
                      <a:pt x="1195" y="708"/>
                    </a:cubicBezTo>
                    <a:cubicBezTo>
                      <a:pt x="1215" y="718"/>
                      <a:pt x="1233" y="726"/>
                      <a:pt x="1250" y="733"/>
                    </a:cubicBezTo>
                    <a:cubicBezTo>
                      <a:pt x="1269" y="740"/>
                      <a:pt x="1287" y="744"/>
                      <a:pt x="1303" y="746"/>
                    </a:cubicBezTo>
                    <a:cubicBezTo>
                      <a:pt x="1307" y="747"/>
                      <a:pt x="1311" y="747"/>
                      <a:pt x="1315" y="748"/>
                    </a:cubicBezTo>
                    <a:cubicBezTo>
                      <a:pt x="1325" y="748"/>
                      <a:pt x="1334" y="747"/>
                      <a:pt x="1342" y="746"/>
                    </a:cubicBezTo>
                    <a:cubicBezTo>
                      <a:pt x="1353" y="743"/>
                      <a:pt x="1362" y="739"/>
                      <a:pt x="1370" y="732"/>
                    </a:cubicBezTo>
                    <a:cubicBezTo>
                      <a:pt x="1374" y="729"/>
                      <a:pt x="1377" y="725"/>
                      <a:pt x="1380" y="721"/>
                    </a:cubicBezTo>
                    <a:close/>
                  </a:path>
                </a:pathLst>
              </a:custGeom>
              <a:solidFill>
                <a:srgbClr val="335C80"/>
              </a:solidFill>
              <a:ln w="9525">
                <a:solidFill>
                  <a:srgbClr val="335C80"/>
                </a:solid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4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37" name="Freeform 6"/>
              <p:cNvSpPr/>
              <p:nvPr/>
            </p:nvSpPr>
            <p:spPr bwMode="auto">
              <a:xfrm>
                <a:off x="4848225" y="2198688"/>
                <a:ext cx="1541463" cy="1885950"/>
              </a:xfrm>
              <a:custGeom>
                <a:avLst/>
                <a:gdLst/>
                <a:ahLst/>
                <a:cxnLst>
                  <a:cxn ang="0">
                    <a:pos x="558" y="810"/>
                  </a:cxn>
                  <a:cxn ang="0">
                    <a:pos x="514" y="661"/>
                  </a:cxn>
                  <a:cxn ang="0">
                    <a:pos x="500" y="634"/>
                  </a:cxn>
                  <a:cxn ang="0">
                    <a:pos x="24" y="26"/>
                  </a:cxn>
                  <a:cxn ang="0">
                    <a:pos x="0" y="0"/>
                  </a:cxn>
                  <a:cxn ang="0">
                    <a:pos x="30" y="26"/>
                  </a:cxn>
                  <a:cxn ang="0">
                    <a:pos x="545" y="530"/>
                  </a:cxn>
                  <a:cxn ang="0">
                    <a:pos x="608" y="613"/>
                  </a:cxn>
                  <a:cxn ang="0">
                    <a:pos x="638" y="661"/>
                  </a:cxn>
                  <a:cxn ang="0">
                    <a:pos x="650" y="682"/>
                  </a:cxn>
                  <a:cxn ang="0">
                    <a:pos x="675" y="745"/>
                  </a:cxn>
                  <a:cxn ang="0">
                    <a:pos x="679" y="788"/>
                  </a:cxn>
                  <a:cxn ang="0">
                    <a:pos x="666" y="818"/>
                  </a:cxn>
                  <a:cxn ang="0">
                    <a:pos x="638" y="832"/>
                  </a:cxn>
                  <a:cxn ang="0">
                    <a:pos x="620" y="831"/>
                  </a:cxn>
                  <a:cxn ang="0">
                    <a:pos x="608" y="829"/>
                  </a:cxn>
                  <a:cxn ang="0">
                    <a:pos x="598" y="826"/>
                  </a:cxn>
                  <a:cxn ang="0">
                    <a:pos x="558" y="810"/>
                  </a:cxn>
                </a:cxnLst>
                <a:rect l="0" t="0" r="r" b="b"/>
                <a:pathLst>
                  <a:path w="681" h="832">
                    <a:moveTo>
                      <a:pt x="558" y="810"/>
                    </a:moveTo>
                    <a:cubicBezTo>
                      <a:pt x="558" y="770"/>
                      <a:pt x="543" y="721"/>
                      <a:pt x="514" y="661"/>
                    </a:cubicBezTo>
                    <a:cubicBezTo>
                      <a:pt x="510" y="652"/>
                      <a:pt x="505" y="643"/>
                      <a:pt x="500" y="634"/>
                    </a:cubicBezTo>
                    <a:cubicBezTo>
                      <a:pt x="422" y="486"/>
                      <a:pt x="263" y="284"/>
                      <a:pt x="24" y="26"/>
                    </a:cubicBezTo>
                    <a:cubicBezTo>
                      <a:pt x="16" y="17"/>
                      <a:pt x="8" y="9"/>
                      <a:pt x="0" y="0"/>
                    </a:cubicBezTo>
                    <a:cubicBezTo>
                      <a:pt x="10" y="9"/>
                      <a:pt x="20" y="17"/>
                      <a:pt x="30" y="26"/>
                    </a:cubicBezTo>
                    <a:cubicBezTo>
                      <a:pt x="266" y="231"/>
                      <a:pt x="437" y="399"/>
                      <a:pt x="545" y="530"/>
                    </a:cubicBezTo>
                    <a:cubicBezTo>
                      <a:pt x="569" y="559"/>
                      <a:pt x="590" y="587"/>
                      <a:pt x="608" y="613"/>
                    </a:cubicBezTo>
                    <a:cubicBezTo>
                      <a:pt x="619" y="630"/>
                      <a:pt x="630" y="646"/>
                      <a:pt x="638" y="661"/>
                    </a:cubicBezTo>
                    <a:cubicBezTo>
                      <a:pt x="643" y="668"/>
                      <a:pt x="646" y="675"/>
                      <a:pt x="650" y="682"/>
                    </a:cubicBezTo>
                    <a:cubicBezTo>
                      <a:pt x="662" y="705"/>
                      <a:pt x="670" y="726"/>
                      <a:pt x="675" y="745"/>
                    </a:cubicBezTo>
                    <a:cubicBezTo>
                      <a:pt x="680" y="763"/>
                      <a:pt x="681" y="777"/>
                      <a:pt x="679" y="788"/>
                    </a:cubicBezTo>
                    <a:cubicBezTo>
                      <a:pt x="676" y="799"/>
                      <a:pt x="672" y="809"/>
                      <a:pt x="666" y="818"/>
                    </a:cubicBezTo>
                    <a:cubicBezTo>
                      <a:pt x="660" y="827"/>
                      <a:pt x="651" y="832"/>
                      <a:pt x="638" y="832"/>
                    </a:cubicBezTo>
                    <a:cubicBezTo>
                      <a:pt x="632" y="832"/>
                      <a:pt x="626" y="832"/>
                      <a:pt x="620" y="831"/>
                    </a:cubicBezTo>
                    <a:cubicBezTo>
                      <a:pt x="616" y="831"/>
                      <a:pt x="612" y="830"/>
                      <a:pt x="608" y="829"/>
                    </a:cubicBezTo>
                    <a:cubicBezTo>
                      <a:pt x="604" y="828"/>
                      <a:pt x="601" y="827"/>
                      <a:pt x="598" y="826"/>
                    </a:cubicBezTo>
                    <a:cubicBezTo>
                      <a:pt x="584" y="821"/>
                      <a:pt x="571" y="816"/>
                      <a:pt x="558" y="810"/>
                    </a:cubicBezTo>
                    <a:close/>
                  </a:path>
                </a:pathLst>
              </a:custGeom>
              <a:solidFill>
                <a:srgbClr val="335C80"/>
              </a:solidFill>
              <a:ln w="9525">
                <a:solidFill>
                  <a:srgbClr val="335C80"/>
                </a:solid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4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38" name="Freeform 7"/>
              <p:cNvSpPr>
                <a:spLocks noEditPoints="1"/>
              </p:cNvSpPr>
              <p:nvPr/>
            </p:nvSpPr>
            <p:spPr bwMode="auto">
              <a:xfrm>
                <a:off x="3275012" y="2168525"/>
                <a:ext cx="3154363" cy="1970088"/>
              </a:xfrm>
              <a:custGeom>
                <a:avLst/>
                <a:gdLst/>
                <a:ahLst/>
                <a:cxnLst>
                  <a:cxn ang="0">
                    <a:pos x="0" y="121"/>
                  </a:cxn>
                  <a:cxn ang="0">
                    <a:pos x="19" y="106"/>
                  </a:cxn>
                  <a:cxn ang="0">
                    <a:pos x="547" y="106"/>
                  </a:cxn>
                  <a:cxn ang="0">
                    <a:pos x="563" y="121"/>
                  </a:cxn>
                  <a:cxn ang="0">
                    <a:pos x="0" y="121"/>
                  </a:cxn>
                  <a:cxn ang="0">
                    <a:pos x="1380" y="842"/>
                  </a:cxn>
                  <a:cxn ang="0">
                    <a:pos x="1370" y="853"/>
                  </a:cxn>
                  <a:cxn ang="0">
                    <a:pos x="1342" y="867"/>
                  </a:cxn>
                  <a:cxn ang="0">
                    <a:pos x="1315" y="869"/>
                  </a:cxn>
                  <a:cxn ang="0">
                    <a:pos x="1303" y="867"/>
                  </a:cxn>
                  <a:cxn ang="0">
                    <a:pos x="1250" y="854"/>
                  </a:cxn>
                  <a:cxn ang="0">
                    <a:pos x="1195" y="829"/>
                  </a:cxn>
                  <a:cxn ang="0">
                    <a:pos x="1080" y="760"/>
                  </a:cxn>
                  <a:cxn ang="0">
                    <a:pos x="1045" y="736"/>
                  </a:cxn>
                  <a:cxn ang="0">
                    <a:pos x="1028" y="723"/>
                  </a:cxn>
                  <a:cxn ang="0">
                    <a:pos x="638" y="401"/>
                  </a:cxn>
                  <a:cxn ang="0">
                    <a:pos x="480" y="251"/>
                  </a:cxn>
                  <a:cxn ang="0">
                    <a:pos x="465" y="238"/>
                  </a:cxn>
                  <a:cxn ang="0">
                    <a:pos x="489" y="210"/>
                  </a:cxn>
                  <a:cxn ang="0">
                    <a:pos x="1044" y="691"/>
                  </a:cxn>
                  <a:cxn ang="0">
                    <a:pos x="1119" y="745"/>
                  </a:cxn>
                  <a:cxn ang="0">
                    <a:pos x="1195" y="793"/>
                  </a:cxn>
                  <a:cxn ang="0">
                    <a:pos x="1235" y="814"/>
                  </a:cxn>
                  <a:cxn ang="0">
                    <a:pos x="1253" y="823"/>
                  </a:cxn>
                  <a:cxn ang="0">
                    <a:pos x="1293" y="839"/>
                  </a:cxn>
                  <a:cxn ang="0">
                    <a:pos x="1303" y="842"/>
                  </a:cxn>
                  <a:cxn ang="0">
                    <a:pos x="1315" y="844"/>
                  </a:cxn>
                  <a:cxn ang="0">
                    <a:pos x="1333" y="845"/>
                  </a:cxn>
                  <a:cxn ang="0">
                    <a:pos x="1361" y="831"/>
                  </a:cxn>
                  <a:cxn ang="0">
                    <a:pos x="1374" y="801"/>
                  </a:cxn>
                  <a:cxn ang="0">
                    <a:pos x="1370" y="758"/>
                  </a:cxn>
                  <a:cxn ang="0">
                    <a:pos x="1345" y="695"/>
                  </a:cxn>
                  <a:cxn ang="0">
                    <a:pos x="1333" y="674"/>
                  </a:cxn>
                  <a:cxn ang="0">
                    <a:pos x="1303" y="626"/>
                  </a:cxn>
                  <a:cxn ang="0">
                    <a:pos x="1240" y="543"/>
                  </a:cxn>
                  <a:cxn ang="0">
                    <a:pos x="725" y="39"/>
                  </a:cxn>
                  <a:cxn ang="0">
                    <a:pos x="695" y="13"/>
                  </a:cxn>
                  <a:cxn ang="0">
                    <a:pos x="682" y="0"/>
                  </a:cxn>
                  <a:cxn ang="0">
                    <a:pos x="728" y="39"/>
                  </a:cxn>
                  <a:cxn ang="0">
                    <a:pos x="945" y="234"/>
                  </a:cxn>
                  <a:cxn ang="0">
                    <a:pos x="1247" y="543"/>
                  </a:cxn>
                  <a:cxn ang="0">
                    <a:pos x="1303" y="613"/>
                  </a:cxn>
                  <a:cxn ang="0">
                    <a:pos x="1344" y="674"/>
                  </a:cxn>
                  <a:cxn ang="0">
                    <a:pos x="1356" y="695"/>
                  </a:cxn>
                  <a:cxn ang="0">
                    <a:pos x="1384" y="758"/>
                  </a:cxn>
                  <a:cxn ang="0">
                    <a:pos x="1392" y="793"/>
                  </a:cxn>
                  <a:cxn ang="0">
                    <a:pos x="1392" y="792"/>
                  </a:cxn>
                  <a:cxn ang="0">
                    <a:pos x="1380" y="842"/>
                  </a:cxn>
                </a:cxnLst>
                <a:rect l="0" t="0" r="r" b="b"/>
                <a:pathLst>
                  <a:path w="1394" h="869">
                    <a:moveTo>
                      <a:pt x="0" y="121"/>
                    </a:moveTo>
                    <a:cubicBezTo>
                      <a:pt x="19" y="106"/>
                      <a:pt x="19" y="106"/>
                      <a:pt x="19" y="106"/>
                    </a:cubicBezTo>
                    <a:cubicBezTo>
                      <a:pt x="547" y="106"/>
                      <a:pt x="547" y="106"/>
                      <a:pt x="547" y="106"/>
                    </a:cubicBezTo>
                    <a:cubicBezTo>
                      <a:pt x="563" y="121"/>
                      <a:pt x="563" y="121"/>
                      <a:pt x="563" y="121"/>
                    </a:cubicBezTo>
                    <a:lnTo>
                      <a:pt x="0" y="121"/>
                    </a:lnTo>
                    <a:close/>
                    <a:moveTo>
                      <a:pt x="1380" y="842"/>
                    </a:moveTo>
                    <a:cubicBezTo>
                      <a:pt x="1377" y="846"/>
                      <a:pt x="1374" y="850"/>
                      <a:pt x="1370" y="853"/>
                    </a:cubicBezTo>
                    <a:cubicBezTo>
                      <a:pt x="1362" y="860"/>
                      <a:pt x="1353" y="864"/>
                      <a:pt x="1342" y="867"/>
                    </a:cubicBezTo>
                    <a:cubicBezTo>
                      <a:pt x="1334" y="868"/>
                      <a:pt x="1325" y="869"/>
                      <a:pt x="1315" y="869"/>
                    </a:cubicBezTo>
                    <a:cubicBezTo>
                      <a:pt x="1311" y="868"/>
                      <a:pt x="1307" y="868"/>
                      <a:pt x="1303" y="867"/>
                    </a:cubicBezTo>
                    <a:cubicBezTo>
                      <a:pt x="1287" y="865"/>
                      <a:pt x="1269" y="861"/>
                      <a:pt x="1250" y="854"/>
                    </a:cubicBezTo>
                    <a:cubicBezTo>
                      <a:pt x="1233" y="847"/>
                      <a:pt x="1215" y="839"/>
                      <a:pt x="1195" y="829"/>
                    </a:cubicBezTo>
                    <a:cubicBezTo>
                      <a:pt x="1161" y="812"/>
                      <a:pt x="1123" y="789"/>
                      <a:pt x="1080" y="760"/>
                    </a:cubicBezTo>
                    <a:cubicBezTo>
                      <a:pt x="1069" y="752"/>
                      <a:pt x="1057" y="744"/>
                      <a:pt x="1045" y="736"/>
                    </a:cubicBezTo>
                    <a:cubicBezTo>
                      <a:pt x="1028" y="723"/>
                      <a:pt x="1028" y="723"/>
                      <a:pt x="1028" y="723"/>
                    </a:cubicBezTo>
                    <a:cubicBezTo>
                      <a:pt x="638" y="401"/>
                      <a:pt x="638" y="401"/>
                      <a:pt x="638" y="401"/>
                    </a:cubicBezTo>
                    <a:cubicBezTo>
                      <a:pt x="588" y="354"/>
                      <a:pt x="535" y="304"/>
                      <a:pt x="480" y="251"/>
                    </a:cubicBezTo>
                    <a:cubicBezTo>
                      <a:pt x="474" y="246"/>
                      <a:pt x="470" y="242"/>
                      <a:pt x="465" y="238"/>
                    </a:cubicBezTo>
                    <a:cubicBezTo>
                      <a:pt x="489" y="210"/>
                      <a:pt x="489" y="210"/>
                      <a:pt x="489" y="210"/>
                    </a:cubicBezTo>
                    <a:cubicBezTo>
                      <a:pt x="716" y="425"/>
                      <a:pt x="901" y="585"/>
                      <a:pt x="1044" y="691"/>
                    </a:cubicBezTo>
                    <a:cubicBezTo>
                      <a:pt x="1071" y="711"/>
                      <a:pt x="1095" y="729"/>
                      <a:pt x="1119" y="745"/>
                    </a:cubicBezTo>
                    <a:cubicBezTo>
                      <a:pt x="1146" y="763"/>
                      <a:pt x="1172" y="779"/>
                      <a:pt x="1195" y="793"/>
                    </a:cubicBezTo>
                    <a:cubicBezTo>
                      <a:pt x="1209" y="801"/>
                      <a:pt x="1223" y="808"/>
                      <a:pt x="1235" y="814"/>
                    </a:cubicBezTo>
                    <a:cubicBezTo>
                      <a:pt x="1241" y="817"/>
                      <a:pt x="1247" y="820"/>
                      <a:pt x="1253" y="823"/>
                    </a:cubicBezTo>
                    <a:cubicBezTo>
                      <a:pt x="1266" y="829"/>
                      <a:pt x="1279" y="834"/>
                      <a:pt x="1293" y="839"/>
                    </a:cubicBezTo>
                    <a:cubicBezTo>
                      <a:pt x="1296" y="840"/>
                      <a:pt x="1299" y="841"/>
                      <a:pt x="1303" y="842"/>
                    </a:cubicBezTo>
                    <a:cubicBezTo>
                      <a:pt x="1307" y="843"/>
                      <a:pt x="1311" y="844"/>
                      <a:pt x="1315" y="844"/>
                    </a:cubicBezTo>
                    <a:cubicBezTo>
                      <a:pt x="1321" y="845"/>
                      <a:pt x="1327" y="845"/>
                      <a:pt x="1333" y="845"/>
                    </a:cubicBezTo>
                    <a:cubicBezTo>
                      <a:pt x="1346" y="845"/>
                      <a:pt x="1355" y="840"/>
                      <a:pt x="1361" y="831"/>
                    </a:cubicBezTo>
                    <a:cubicBezTo>
                      <a:pt x="1367" y="822"/>
                      <a:pt x="1371" y="812"/>
                      <a:pt x="1374" y="801"/>
                    </a:cubicBezTo>
                    <a:cubicBezTo>
                      <a:pt x="1376" y="790"/>
                      <a:pt x="1375" y="776"/>
                      <a:pt x="1370" y="758"/>
                    </a:cubicBezTo>
                    <a:cubicBezTo>
                      <a:pt x="1365" y="739"/>
                      <a:pt x="1357" y="718"/>
                      <a:pt x="1345" y="695"/>
                    </a:cubicBezTo>
                    <a:cubicBezTo>
                      <a:pt x="1341" y="688"/>
                      <a:pt x="1338" y="681"/>
                      <a:pt x="1333" y="674"/>
                    </a:cubicBezTo>
                    <a:cubicBezTo>
                      <a:pt x="1325" y="659"/>
                      <a:pt x="1314" y="643"/>
                      <a:pt x="1303" y="626"/>
                    </a:cubicBezTo>
                    <a:cubicBezTo>
                      <a:pt x="1285" y="600"/>
                      <a:pt x="1264" y="572"/>
                      <a:pt x="1240" y="543"/>
                    </a:cubicBezTo>
                    <a:cubicBezTo>
                      <a:pt x="1132" y="412"/>
                      <a:pt x="961" y="244"/>
                      <a:pt x="725" y="39"/>
                    </a:cubicBezTo>
                    <a:cubicBezTo>
                      <a:pt x="715" y="30"/>
                      <a:pt x="705" y="22"/>
                      <a:pt x="695" y="13"/>
                    </a:cubicBezTo>
                    <a:cubicBezTo>
                      <a:pt x="691" y="9"/>
                      <a:pt x="686" y="4"/>
                      <a:pt x="682" y="0"/>
                    </a:cubicBezTo>
                    <a:cubicBezTo>
                      <a:pt x="698" y="13"/>
                      <a:pt x="713" y="26"/>
                      <a:pt x="728" y="39"/>
                    </a:cubicBezTo>
                    <a:cubicBezTo>
                      <a:pt x="808" y="108"/>
                      <a:pt x="880" y="173"/>
                      <a:pt x="945" y="234"/>
                    </a:cubicBezTo>
                    <a:cubicBezTo>
                      <a:pt x="1073" y="353"/>
                      <a:pt x="1174" y="456"/>
                      <a:pt x="1247" y="543"/>
                    </a:cubicBezTo>
                    <a:cubicBezTo>
                      <a:pt x="1268" y="568"/>
                      <a:pt x="1286" y="591"/>
                      <a:pt x="1303" y="613"/>
                    </a:cubicBezTo>
                    <a:cubicBezTo>
                      <a:pt x="1318" y="635"/>
                      <a:pt x="1332" y="655"/>
                      <a:pt x="1344" y="674"/>
                    </a:cubicBezTo>
                    <a:cubicBezTo>
                      <a:pt x="1348" y="681"/>
                      <a:pt x="1352" y="688"/>
                      <a:pt x="1356" y="695"/>
                    </a:cubicBezTo>
                    <a:cubicBezTo>
                      <a:pt x="1368" y="718"/>
                      <a:pt x="1378" y="739"/>
                      <a:pt x="1384" y="758"/>
                    </a:cubicBezTo>
                    <a:cubicBezTo>
                      <a:pt x="1388" y="772"/>
                      <a:pt x="1391" y="783"/>
                      <a:pt x="1392" y="793"/>
                    </a:cubicBezTo>
                    <a:cubicBezTo>
                      <a:pt x="1392" y="792"/>
                      <a:pt x="1392" y="792"/>
                      <a:pt x="1392" y="792"/>
                    </a:cubicBezTo>
                    <a:cubicBezTo>
                      <a:pt x="1394" y="808"/>
                      <a:pt x="1390" y="825"/>
                      <a:pt x="1380" y="842"/>
                    </a:cubicBezTo>
                    <a:close/>
                  </a:path>
                </a:pathLst>
              </a:custGeom>
              <a:solidFill>
                <a:srgbClr val="335C80"/>
              </a:solidFill>
              <a:ln w="9525">
                <a:solidFill>
                  <a:srgbClr val="335C80"/>
                </a:solid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4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21" name="Group 20"/>
            <p:cNvGrpSpPr/>
            <p:nvPr/>
          </p:nvGrpSpPr>
          <p:grpSpPr>
            <a:xfrm flipH="1" flipV="1">
              <a:off x="3876366" y="2119943"/>
              <a:ext cx="1871934" cy="1408423"/>
              <a:chOff x="3275012" y="2168525"/>
              <a:chExt cx="3154363" cy="2373313"/>
            </a:xfrm>
            <a:grpFill/>
          </p:grpSpPr>
          <p:sp>
            <p:nvSpPr>
              <p:cNvPr id="33" name="Freeform 5"/>
              <p:cNvSpPr/>
              <p:nvPr/>
            </p:nvSpPr>
            <p:spPr bwMode="auto">
              <a:xfrm>
                <a:off x="3275012" y="2443163"/>
                <a:ext cx="3122613" cy="2098675"/>
              </a:xfrm>
              <a:custGeom>
                <a:avLst/>
                <a:gdLst/>
                <a:ahLst/>
                <a:cxnLst>
                  <a:cxn ang="0">
                    <a:pos x="1380" y="721"/>
                  </a:cxn>
                  <a:cxn ang="0">
                    <a:pos x="1375" y="732"/>
                  </a:cxn>
                  <a:cxn ang="0">
                    <a:pos x="1339" y="790"/>
                  </a:cxn>
                  <a:cxn ang="0">
                    <a:pos x="1319" y="816"/>
                  </a:cxn>
                  <a:cxn ang="0">
                    <a:pos x="1303" y="834"/>
                  </a:cxn>
                  <a:cxn ang="0">
                    <a:pos x="1238" y="889"/>
                  </a:cxn>
                  <a:cxn ang="0">
                    <a:pos x="1223" y="899"/>
                  </a:cxn>
                  <a:cxn ang="0">
                    <a:pos x="1080" y="921"/>
                  </a:cxn>
                  <a:cxn ang="0">
                    <a:pos x="1044" y="916"/>
                  </a:cxn>
                  <a:cxn ang="0">
                    <a:pos x="786" y="819"/>
                  </a:cxn>
                  <a:cxn ang="0">
                    <a:pos x="416" y="587"/>
                  </a:cxn>
                  <a:cxn ang="0">
                    <a:pos x="269" y="477"/>
                  </a:cxn>
                  <a:cxn ang="0">
                    <a:pos x="219" y="437"/>
                  </a:cxn>
                  <a:cxn ang="0">
                    <a:pos x="203" y="425"/>
                  </a:cxn>
                  <a:cxn ang="0">
                    <a:pos x="203" y="426"/>
                  </a:cxn>
                  <a:cxn ang="0">
                    <a:pos x="106" y="540"/>
                  </a:cxn>
                  <a:cxn ang="0">
                    <a:pos x="0" y="0"/>
                  </a:cxn>
                  <a:cxn ang="0">
                    <a:pos x="563" y="0"/>
                  </a:cxn>
                  <a:cxn ang="0">
                    <a:pos x="489" y="89"/>
                  </a:cxn>
                  <a:cxn ang="0">
                    <a:pos x="465" y="117"/>
                  </a:cxn>
                  <a:cxn ang="0">
                    <a:pos x="480" y="130"/>
                  </a:cxn>
                  <a:cxn ang="0">
                    <a:pos x="638" y="280"/>
                  </a:cxn>
                  <a:cxn ang="0">
                    <a:pos x="1028" y="602"/>
                  </a:cxn>
                  <a:cxn ang="0">
                    <a:pos x="1045" y="615"/>
                  </a:cxn>
                  <a:cxn ang="0">
                    <a:pos x="1080" y="639"/>
                  </a:cxn>
                  <a:cxn ang="0">
                    <a:pos x="1195" y="708"/>
                  </a:cxn>
                  <a:cxn ang="0">
                    <a:pos x="1250" y="733"/>
                  </a:cxn>
                  <a:cxn ang="0">
                    <a:pos x="1303" y="746"/>
                  </a:cxn>
                  <a:cxn ang="0">
                    <a:pos x="1315" y="748"/>
                  </a:cxn>
                  <a:cxn ang="0">
                    <a:pos x="1342" y="746"/>
                  </a:cxn>
                  <a:cxn ang="0">
                    <a:pos x="1370" y="732"/>
                  </a:cxn>
                  <a:cxn ang="0">
                    <a:pos x="1380" y="721"/>
                  </a:cxn>
                </a:cxnLst>
                <a:rect l="0" t="0" r="r" b="b"/>
                <a:pathLst>
                  <a:path w="1380" h="924">
                    <a:moveTo>
                      <a:pt x="1380" y="721"/>
                    </a:moveTo>
                    <a:cubicBezTo>
                      <a:pt x="1379" y="724"/>
                      <a:pt x="1377" y="728"/>
                      <a:pt x="1375" y="732"/>
                    </a:cubicBezTo>
                    <a:cubicBezTo>
                      <a:pt x="1364" y="752"/>
                      <a:pt x="1352" y="772"/>
                      <a:pt x="1339" y="790"/>
                    </a:cubicBezTo>
                    <a:cubicBezTo>
                      <a:pt x="1333" y="799"/>
                      <a:pt x="1326" y="807"/>
                      <a:pt x="1319" y="816"/>
                    </a:cubicBezTo>
                    <a:cubicBezTo>
                      <a:pt x="1314" y="822"/>
                      <a:pt x="1308" y="828"/>
                      <a:pt x="1303" y="834"/>
                    </a:cubicBezTo>
                    <a:cubicBezTo>
                      <a:pt x="1283" y="854"/>
                      <a:pt x="1261" y="873"/>
                      <a:pt x="1238" y="889"/>
                    </a:cubicBezTo>
                    <a:cubicBezTo>
                      <a:pt x="1233" y="893"/>
                      <a:pt x="1228" y="896"/>
                      <a:pt x="1223" y="899"/>
                    </a:cubicBezTo>
                    <a:cubicBezTo>
                      <a:pt x="1185" y="919"/>
                      <a:pt x="1137" y="926"/>
                      <a:pt x="1080" y="921"/>
                    </a:cubicBezTo>
                    <a:cubicBezTo>
                      <a:pt x="1068" y="920"/>
                      <a:pt x="1056" y="918"/>
                      <a:pt x="1044" y="916"/>
                    </a:cubicBezTo>
                    <a:cubicBezTo>
                      <a:pt x="971" y="903"/>
                      <a:pt x="884" y="871"/>
                      <a:pt x="786" y="819"/>
                    </a:cubicBezTo>
                    <a:cubicBezTo>
                      <a:pt x="416" y="587"/>
                      <a:pt x="416" y="587"/>
                      <a:pt x="416" y="587"/>
                    </a:cubicBezTo>
                    <a:cubicBezTo>
                      <a:pt x="269" y="477"/>
                      <a:pt x="269" y="477"/>
                      <a:pt x="269" y="477"/>
                    </a:cubicBezTo>
                    <a:cubicBezTo>
                      <a:pt x="253" y="464"/>
                      <a:pt x="236" y="451"/>
                      <a:pt x="219" y="437"/>
                    </a:cubicBezTo>
                    <a:cubicBezTo>
                      <a:pt x="213" y="433"/>
                      <a:pt x="208" y="429"/>
                      <a:pt x="203" y="425"/>
                    </a:cubicBezTo>
                    <a:cubicBezTo>
                      <a:pt x="203" y="426"/>
                      <a:pt x="203" y="426"/>
                      <a:pt x="203" y="426"/>
                    </a:cubicBezTo>
                    <a:cubicBezTo>
                      <a:pt x="106" y="540"/>
                      <a:pt x="106" y="540"/>
                      <a:pt x="106" y="540"/>
                    </a:cubicBezTo>
                    <a:cubicBezTo>
                      <a:pt x="0" y="0"/>
                      <a:pt x="0" y="0"/>
                      <a:pt x="0" y="0"/>
                    </a:cubicBezTo>
                    <a:cubicBezTo>
                      <a:pt x="563" y="0"/>
                      <a:pt x="563" y="0"/>
                      <a:pt x="563" y="0"/>
                    </a:cubicBezTo>
                    <a:cubicBezTo>
                      <a:pt x="489" y="89"/>
                      <a:pt x="489" y="89"/>
                      <a:pt x="489" y="89"/>
                    </a:cubicBezTo>
                    <a:cubicBezTo>
                      <a:pt x="465" y="117"/>
                      <a:pt x="465" y="117"/>
                      <a:pt x="465" y="117"/>
                    </a:cubicBezTo>
                    <a:cubicBezTo>
                      <a:pt x="470" y="121"/>
                      <a:pt x="474" y="125"/>
                      <a:pt x="480" y="130"/>
                    </a:cubicBezTo>
                    <a:cubicBezTo>
                      <a:pt x="535" y="183"/>
                      <a:pt x="588" y="233"/>
                      <a:pt x="638" y="280"/>
                    </a:cubicBezTo>
                    <a:cubicBezTo>
                      <a:pt x="1028" y="602"/>
                      <a:pt x="1028" y="602"/>
                      <a:pt x="1028" y="602"/>
                    </a:cubicBezTo>
                    <a:cubicBezTo>
                      <a:pt x="1045" y="615"/>
                      <a:pt x="1045" y="615"/>
                      <a:pt x="1045" y="615"/>
                    </a:cubicBezTo>
                    <a:cubicBezTo>
                      <a:pt x="1057" y="623"/>
                      <a:pt x="1069" y="631"/>
                      <a:pt x="1080" y="639"/>
                    </a:cubicBezTo>
                    <a:cubicBezTo>
                      <a:pt x="1123" y="668"/>
                      <a:pt x="1161" y="691"/>
                      <a:pt x="1195" y="708"/>
                    </a:cubicBezTo>
                    <a:cubicBezTo>
                      <a:pt x="1215" y="718"/>
                      <a:pt x="1233" y="726"/>
                      <a:pt x="1250" y="733"/>
                    </a:cubicBezTo>
                    <a:cubicBezTo>
                      <a:pt x="1269" y="740"/>
                      <a:pt x="1287" y="744"/>
                      <a:pt x="1303" y="746"/>
                    </a:cubicBezTo>
                    <a:cubicBezTo>
                      <a:pt x="1307" y="747"/>
                      <a:pt x="1311" y="747"/>
                      <a:pt x="1315" y="748"/>
                    </a:cubicBezTo>
                    <a:cubicBezTo>
                      <a:pt x="1325" y="748"/>
                      <a:pt x="1334" y="747"/>
                      <a:pt x="1342" y="746"/>
                    </a:cubicBezTo>
                    <a:cubicBezTo>
                      <a:pt x="1353" y="743"/>
                      <a:pt x="1362" y="739"/>
                      <a:pt x="1370" y="732"/>
                    </a:cubicBezTo>
                    <a:cubicBezTo>
                      <a:pt x="1374" y="729"/>
                      <a:pt x="1377" y="725"/>
                      <a:pt x="1380" y="721"/>
                    </a:cubicBezTo>
                    <a:close/>
                  </a:path>
                </a:pathLst>
              </a:custGeom>
              <a:grpFill/>
              <a:ln w="9525">
                <a:solidFill>
                  <a:srgbClr val="7F7F7F"/>
                </a:solid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4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34" name="Freeform 6"/>
              <p:cNvSpPr/>
              <p:nvPr/>
            </p:nvSpPr>
            <p:spPr bwMode="auto">
              <a:xfrm>
                <a:off x="4848226" y="2198687"/>
                <a:ext cx="1541463" cy="1885950"/>
              </a:xfrm>
              <a:custGeom>
                <a:avLst/>
                <a:gdLst/>
                <a:ahLst/>
                <a:cxnLst>
                  <a:cxn ang="0">
                    <a:pos x="558" y="810"/>
                  </a:cxn>
                  <a:cxn ang="0">
                    <a:pos x="514" y="661"/>
                  </a:cxn>
                  <a:cxn ang="0">
                    <a:pos x="500" y="634"/>
                  </a:cxn>
                  <a:cxn ang="0">
                    <a:pos x="24" y="26"/>
                  </a:cxn>
                  <a:cxn ang="0">
                    <a:pos x="0" y="0"/>
                  </a:cxn>
                  <a:cxn ang="0">
                    <a:pos x="30" y="26"/>
                  </a:cxn>
                  <a:cxn ang="0">
                    <a:pos x="545" y="530"/>
                  </a:cxn>
                  <a:cxn ang="0">
                    <a:pos x="608" y="613"/>
                  </a:cxn>
                  <a:cxn ang="0">
                    <a:pos x="638" y="661"/>
                  </a:cxn>
                  <a:cxn ang="0">
                    <a:pos x="650" y="682"/>
                  </a:cxn>
                  <a:cxn ang="0">
                    <a:pos x="675" y="745"/>
                  </a:cxn>
                  <a:cxn ang="0">
                    <a:pos x="679" y="788"/>
                  </a:cxn>
                  <a:cxn ang="0">
                    <a:pos x="666" y="818"/>
                  </a:cxn>
                  <a:cxn ang="0">
                    <a:pos x="638" y="832"/>
                  </a:cxn>
                  <a:cxn ang="0">
                    <a:pos x="620" y="831"/>
                  </a:cxn>
                  <a:cxn ang="0">
                    <a:pos x="608" y="829"/>
                  </a:cxn>
                  <a:cxn ang="0">
                    <a:pos x="598" y="826"/>
                  </a:cxn>
                  <a:cxn ang="0">
                    <a:pos x="558" y="810"/>
                  </a:cxn>
                </a:cxnLst>
                <a:rect l="0" t="0" r="r" b="b"/>
                <a:pathLst>
                  <a:path w="681" h="832">
                    <a:moveTo>
                      <a:pt x="558" y="810"/>
                    </a:moveTo>
                    <a:cubicBezTo>
                      <a:pt x="558" y="770"/>
                      <a:pt x="543" y="721"/>
                      <a:pt x="514" y="661"/>
                    </a:cubicBezTo>
                    <a:cubicBezTo>
                      <a:pt x="510" y="652"/>
                      <a:pt x="505" y="643"/>
                      <a:pt x="500" y="634"/>
                    </a:cubicBezTo>
                    <a:cubicBezTo>
                      <a:pt x="422" y="486"/>
                      <a:pt x="263" y="284"/>
                      <a:pt x="24" y="26"/>
                    </a:cubicBezTo>
                    <a:cubicBezTo>
                      <a:pt x="16" y="17"/>
                      <a:pt x="8" y="9"/>
                      <a:pt x="0" y="0"/>
                    </a:cubicBezTo>
                    <a:cubicBezTo>
                      <a:pt x="10" y="9"/>
                      <a:pt x="20" y="17"/>
                      <a:pt x="30" y="26"/>
                    </a:cubicBezTo>
                    <a:cubicBezTo>
                      <a:pt x="266" y="231"/>
                      <a:pt x="437" y="399"/>
                      <a:pt x="545" y="530"/>
                    </a:cubicBezTo>
                    <a:cubicBezTo>
                      <a:pt x="569" y="559"/>
                      <a:pt x="590" y="587"/>
                      <a:pt x="608" y="613"/>
                    </a:cubicBezTo>
                    <a:cubicBezTo>
                      <a:pt x="619" y="630"/>
                      <a:pt x="630" y="646"/>
                      <a:pt x="638" y="661"/>
                    </a:cubicBezTo>
                    <a:cubicBezTo>
                      <a:pt x="643" y="668"/>
                      <a:pt x="646" y="675"/>
                      <a:pt x="650" y="682"/>
                    </a:cubicBezTo>
                    <a:cubicBezTo>
                      <a:pt x="662" y="705"/>
                      <a:pt x="670" y="726"/>
                      <a:pt x="675" y="745"/>
                    </a:cubicBezTo>
                    <a:cubicBezTo>
                      <a:pt x="680" y="763"/>
                      <a:pt x="681" y="777"/>
                      <a:pt x="679" y="788"/>
                    </a:cubicBezTo>
                    <a:cubicBezTo>
                      <a:pt x="676" y="799"/>
                      <a:pt x="672" y="809"/>
                      <a:pt x="666" y="818"/>
                    </a:cubicBezTo>
                    <a:cubicBezTo>
                      <a:pt x="660" y="827"/>
                      <a:pt x="651" y="832"/>
                      <a:pt x="638" y="832"/>
                    </a:cubicBezTo>
                    <a:cubicBezTo>
                      <a:pt x="632" y="832"/>
                      <a:pt x="626" y="832"/>
                      <a:pt x="620" y="831"/>
                    </a:cubicBezTo>
                    <a:cubicBezTo>
                      <a:pt x="616" y="831"/>
                      <a:pt x="612" y="830"/>
                      <a:pt x="608" y="829"/>
                    </a:cubicBezTo>
                    <a:cubicBezTo>
                      <a:pt x="604" y="828"/>
                      <a:pt x="601" y="827"/>
                      <a:pt x="598" y="826"/>
                    </a:cubicBezTo>
                    <a:cubicBezTo>
                      <a:pt x="584" y="821"/>
                      <a:pt x="571" y="816"/>
                      <a:pt x="558" y="810"/>
                    </a:cubicBezTo>
                    <a:close/>
                  </a:path>
                </a:pathLst>
              </a:custGeom>
              <a:grpFill/>
              <a:ln w="9525">
                <a:solidFill>
                  <a:srgbClr val="7F7F7F"/>
                </a:solid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4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35" name="Freeform 7"/>
              <p:cNvSpPr>
                <a:spLocks noEditPoints="1"/>
              </p:cNvSpPr>
              <p:nvPr/>
            </p:nvSpPr>
            <p:spPr bwMode="auto">
              <a:xfrm>
                <a:off x="3275012" y="2168525"/>
                <a:ext cx="3154363" cy="1970088"/>
              </a:xfrm>
              <a:custGeom>
                <a:avLst/>
                <a:gdLst/>
                <a:ahLst/>
                <a:cxnLst>
                  <a:cxn ang="0">
                    <a:pos x="0" y="121"/>
                  </a:cxn>
                  <a:cxn ang="0">
                    <a:pos x="19" y="106"/>
                  </a:cxn>
                  <a:cxn ang="0">
                    <a:pos x="547" y="106"/>
                  </a:cxn>
                  <a:cxn ang="0">
                    <a:pos x="563" y="121"/>
                  </a:cxn>
                  <a:cxn ang="0">
                    <a:pos x="0" y="121"/>
                  </a:cxn>
                  <a:cxn ang="0">
                    <a:pos x="1380" y="842"/>
                  </a:cxn>
                  <a:cxn ang="0">
                    <a:pos x="1370" y="853"/>
                  </a:cxn>
                  <a:cxn ang="0">
                    <a:pos x="1342" y="867"/>
                  </a:cxn>
                  <a:cxn ang="0">
                    <a:pos x="1315" y="869"/>
                  </a:cxn>
                  <a:cxn ang="0">
                    <a:pos x="1303" y="867"/>
                  </a:cxn>
                  <a:cxn ang="0">
                    <a:pos x="1250" y="854"/>
                  </a:cxn>
                  <a:cxn ang="0">
                    <a:pos x="1195" y="829"/>
                  </a:cxn>
                  <a:cxn ang="0">
                    <a:pos x="1080" y="760"/>
                  </a:cxn>
                  <a:cxn ang="0">
                    <a:pos x="1045" y="736"/>
                  </a:cxn>
                  <a:cxn ang="0">
                    <a:pos x="1028" y="723"/>
                  </a:cxn>
                  <a:cxn ang="0">
                    <a:pos x="638" y="401"/>
                  </a:cxn>
                  <a:cxn ang="0">
                    <a:pos x="480" y="251"/>
                  </a:cxn>
                  <a:cxn ang="0">
                    <a:pos x="465" y="238"/>
                  </a:cxn>
                  <a:cxn ang="0">
                    <a:pos x="489" y="210"/>
                  </a:cxn>
                  <a:cxn ang="0">
                    <a:pos x="1044" y="691"/>
                  </a:cxn>
                  <a:cxn ang="0">
                    <a:pos x="1119" y="745"/>
                  </a:cxn>
                  <a:cxn ang="0">
                    <a:pos x="1195" y="793"/>
                  </a:cxn>
                  <a:cxn ang="0">
                    <a:pos x="1235" y="814"/>
                  </a:cxn>
                  <a:cxn ang="0">
                    <a:pos x="1253" y="823"/>
                  </a:cxn>
                  <a:cxn ang="0">
                    <a:pos x="1293" y="839"/>
                  </a:cxn>
                  <a:cxn ang="0">
                    <a:pos x="1303" y="842"/>
                  </a:cxn>
                  <a:cxn ang="0">
                    <a:pos x="1315" y="844"/>
                  </a:cxn>
                  <a:cxn ang="0">
                    <a:pos x="1333" y="845"/>
                  </a:cxn>
                  <a:cxn ang="0">
                    <a:pos x="1361" y="831"/>
                  </a:cxn>
                  <a:cxn ang="0">
                    <a:pos x="1374" y="801"/>
                  </a:cxn>
                  <a:cxn ang="0">
                    <a:pos x="1370" y="758"/>
                  </a:cxn>
                  <a:cxn ang="0">
                    <a:pos x="1345" y="695"/>
                  </a:cxn>
                  <a:cxn ang="0">
                    <a:pos x="1333" y="674"/>
                  </a:cxn>
                  <a:cxn ang="0">
                    <a:pos x="1303" y="626"/>
                  </a:cxn>
                  <a:cxn ang="0">
                    <a:pos x="1240" y="543"/>
                  </a:cxn>
                  <a:cxn ang="0">
                    <a:pos x="725" y="39"/>
                  </a:cxn>
                  <a:cxn ang="0">
                    <a:pos x="695" y="13"/>
                  </a:cxn>
                  <a:cxn ang="0">
                    <a:pos x="682" y="0"/>
                  </a:cxn>
                  <a:cxn ang="0">
                    <a:pos x="728" y="39"/>
                  </a:cxn>
                  <a:cxn ang="0">
                    <a:pos x="945" y="234"/>
                  </a:cxn>
                  <a:cxn ang="0">
                    <a:pos x="1247" y="543"/>
                  </a:cxn>
                  <a:cxn ang="0">
                    <a:pos x="1303" y="613"/>
                  </a:cxn>
                  <a:cxn ang="0">
                    <a:pos x="1344" y="674"/>
                  </a:cxn>
                  <a:cxn ang="0">
                    <a:pos x="1356" y="695"/>
                  </a:cxn>
                  <a:cxn ang="0">
                    <a:pos x="1384" y="758"/>
                  </a:cxn>
                  <a:cxn ang="0">
                    <a:pos x="1392" y="793"/>
                  </a:cxn>
                  <a:cxn ang="0">
                    <a:pos x="1392" y="792"/>
                  </a:cxn>
                  <a:cxn ang="0">
                    <a:pos x="1380" y="842"/>
                  </a:cxn>
                </a:cxnLst>
                <a:rect l="0" t="0" r="r" b="b"/>
                <a:pathLst>
                  <a:path w="1394" h="869">
                    <a:moveTo>
                      <a:pt x="0" y="121"/>
                    </a:moveTo>
                    <a:cubicBezTo>
                      <a:pt x="19" y="106"/>
                      <a:pt x="19" y="106"/>
                      <a:pt x="19" y="106"/>
                    </a:cubicBezTo>
                    <a:cubicBezTo>
                      <a:pt x="547" y="106"/>
                      <a:pt x="547" y="106"/>
                      <a:pt x="547" y="106"/>
                    </a:cubicBezTo>
                    <a:cubicBezTo>
                      <a:pt x="563" y="121"/>
                      <a:pt x="563" y="121"/>
                      <a:pt x="563" y="121"/>
                    </a:cubicBezTo>
                    <a:lnTo>
                      <a:pt x="0" y="121"/>
                    </a:lnTo>
                    <a:close/>
                    <a:moveTo>
                      <a:pt x="1380" y="842"/>
                    </a:moveTo>
                    <a:cubicBezTo>
                      <a:pt x="1377" y="846"/>
                      <a:pt x="1374" y="850"/>
                      <a:pt x="1370" y="853"/>
                    </a:cubicBezTo>
                    <a:cubicBezTo>
                      <a:pt x="1362" y="860"/>
                      <a:pt x="1353" y="864"/>
                      <a:pt x="1342" y="867"/>
                    </a:cubicBezTo>
                    <a:cubicBezTo>
                      <a:pt x="1334" y="868"/>
                      <a:pt x="1325" y="869"/>
                      <a:pt x="1315" y="869"/>
                    </a:cubicBezTo>
                    <a:cubicBezTo>
                      <a:pt x="1311" y="868"/>
                      <a:pt x="1307" y="868"/>
                      <a:pt x="1303" y="867"/>
                    </a:cubicBezTo>
                    <a:cubicBezTo>
                      <a:pt x="1287" y="865"/>
                      <a:pt x="1269" y="861"/>
                      <a:pt x="1250" y="854"/>
                    </a:cubicBezTo>
                    <a:cubicBezTo>
                      <a:pt x="1233" y="847"/>
                      <a:pt x="1215" y="839"/>
                      <a:pt x="1195" y="829"/>
                    </a:cubicBezTo>
                    <a:cubicBezTo>
                      <a:pt x="1161" y="812"/>
                      <a:pt x="1123" y="789"/>
                      <a:pt x="1080" y="760"/>
                    </a:cubicBezTo>
                    <a:cubicBezTo>
                      <a:pt x="1069" y="752"/>
                      <a:pt x="1057" y="744"/>
                      <a:pt x="1045" y="736"/>
                    </a:cubicBezTo>
                    <a:cubicBezTo>
                      <a:pt x="1028" y="723"/>
                      <a:pt x="1028" y="723"/>
                      <a:pt x="1028" y="723"/>
                    </a:cubicBezTo>
                    <a:cubicBezTo>
                      <a:pt x="638" y="401"/>
                      <a:pt x="638" y="401"/>
                      <a:pt x="638" y="401"/>
                    </a:cubicBezTo>
                    <a:cubicBezTo>
                      <a:pt x="588" y="354"/>
                      <a:pt x="535" y="304"/>
                      <a:pt x="480" y="251"/>
                    </a:cubicBezTo>
                    <a:cubicBezTo>
                      <a:pt x="474" y="246"/>
                      <a:pt x="470" y="242"/>
                      <a:pt x="465" y="238"/>
                    </a:cubicBezTo>
                    <a:cubicBezTo>
                      <a:pt x="489" y="210"/>
                      <a:pt x="489" y="210"/>
                      <a:pt x="489" y="210"/>
                    </a:cubicBezTo>
                    <a:cubicBezTo>
                      <a:pt x="716" y="425"/>
                      <a:pt x="901" y="585"/>
                      <a:pt x="1044" y="691"/>
                    </a:cubicBezTo>
                    <a:cubicBezTo>
                      <a:pt x="1071" y="711"/>
                      <a:pt x="1095" y="729"/>
                      <a:pt x="1119" y="745"/>
                    </a:cubicBezTo>
                    <a:cubicBezTo>
                      <a:pt x="1146" y="763"/>
                      <a:pt x="1172" y="779"/>
                      <a:pt x="1195" y="793"/>
                    </a:cubicBezTo>
                    <a:cubicBezTo>
                      <a:pt x="1209" y="801"/>
                      <a:pt x="1223" y="808"/>
                      <a:pt x="1235" y="814"/>
                    </a:cubicBezTo>
                    <a:cubicBezTo>
                      <a:pt x="1241" y="817"/>
                      <a:pt x="1247" y="820"/>
                      <a:pt x="1253" y="823"/>
                    </a:cubicBezTo>
                    <a:cubicBezTo>
                      <a:pt x="1266" y="829"/>
                      <a:pt x="1279" y="834"/>
                      <a:pt x="1293" y="839"/>
                    </a:cubicBezTo>
                    <a:cubicBezTo>
                      <a:pt x="1296" y="840"/>
                      <a:pt x="1299" y="841"/>
                      <a:pt x="1303" y="842"/>
                    </a:cubicBezTo>
                    <a:cubicBezTo>
                      <a:pt x="1307" y="843"/>
                      <a:pt x="1311" y="844"/>
                      <a:pt x="1315" y="844"/>
                    </a:cubicBezTo>
                    <a:cubicBezTo>
                      <a:pt x="1321" y="845"/>
                      <a:pt x="1327" y="845"/>
                      <a:pt x="1333" y="845"/>
                    </a:cubicBezTo>
                    <a:cubicBezTo>
                      <a:pt x="1346" y="845"/>
                      <a:pt x="1355" y="840"/>
                      <a:pt x="1361" y="831"/>
                    </a:cubicBezTo>
                    <a:cubicBezTo>
                      <a:pt x="1367" y="822"/>
                      <a:pt x="1371" y="812"/>
                      <a:pt x="1374" y="801"/>
                    </a:cubicBezTo>
                    <a:cubicBezTo>
                      <a:pt x="1376" y="790"/>
                      <a:pt x="1375" y="776"/>
                      <a:pt x="1370" y="758"/>
                    </a:cubicBezTo>
                    <a:cubicBezTo>
                      <a:pt x="1365" y="739"/>
                      <a:pt x="1357" y="718"/>
                      <a:pt x="1345" y="695"/>
                    </a:cubicBezTo>
                    <a:cubicBezTo>
                      <a:pt x="1341" y="688"/>
                      <a:pt x="1338" y="681"/>
                      <a:pt x="1333" y="674"/>
                    </a:cubicBezTo>
                    <a:cubicBezTo>
                      <a:pt x="1325" y="659"/>
                      <a:pt x="1314" y="643"/>
                      <a:pt x="1303" y="626"/>
                    </a:cubicBezTo>
                    <a:cubicBezTo>
                      <a:pt x="1285" y="600"/>
                      <a:pt x="1264" y="572"/>
                      <a:pt x="1240" y="543"/>
                    </a:cubicBezTo>
                    <a:cubicBezTo>
                      <a:pt x="1132" y="412"/>
                      <a:pt x="961" y="244"/>
                      <a:pt x="725" y="39"/>
                    </a:cubicBezTo>
                    <a:cubicBezTo>
                      <a:pt x="715" y="30"/>
                      <a:pt x="705" y="22"/>
                      <a:pt x="695" y="13"/>
                    </a:cubicBezTo>
                    <a:cubicBezTo>
                      <a:pt x="691" y="9"/>
                      <a:pt x="686" y="4"/>
                      <a:pt x="682" y="0"/>
                    </a:cubicBezTo>
                    <a:cubicBezTo>
                      <a:pt x="698" y="13"/>
                      <a:pt x="713" y="26"/>
                      <a:pt x="728" y="39"/>
                    </a:cubicBezTo>
                    <a:cubicBezTo>
                      <a:pt x="808" y="108"/>
                      <a:pt x="880" y="173"/>
                      <a:pt x="945" y="234"/>
                    </a:cubicBezTo>
                    <a:cubicBezTo>
                      <a:pt x="1073" y="353"/>
                      <a:pt x="1174" y="456"/>
                      <a:pt x="1247" y="543"/>
                    </a:cubicBezTo>
                    <a:cubicBezTo>
                      <a:pt x="1268" y="568"/>
                      <a:pt x="1286" y="591"/>
                      <a:pt x="1303" y="613"/>
                    </a:cubicBezTo>
                    <a:cubicBezTo>
                      <a:pt x="1318" y="635"/>
                      <a:pt x="1332" y="655"/>
                      <a:pt x="1344" y="674"/>
                    </a:cubicBezTo>
                    <a:cubicBezTo>
                      <a:pt x="1348" y="681"/>
                      <a:pt x="1352" y="688"/>
                      <a:pt x="1356" y="695"/>
                    </a:cubicBezTo>
                    <a:cubicBezTo>
                      <a:pt x="1368" y="718"/>
                      <a:pt x="1378" y="739"/>
                      <a:pt x="1384" y="758"/>
                    </a:cubicBezTo>
                    <a:cubicBezTo>
                      <a:pt x="1388" y="772"/>
                      <a:pt x="1391" y="783"/>
                      <a:pt x="1392" y="793"/>
                    </a:cubicBezTo>
                    <a:cubicBezTo>
                      <a:pt x="1392" y="792"/>
                      <a:pt x="1392" y="792"/>
                      <a:pt x="1392" y="792"/>
                    </a:cubicBezTo>
                    <a:cubicBezTo>
                      <a:pt x="1394" y="808"/>
                      <a:pt x="1390" y="825"/>
                      <a:pt x="1380" y="842"/>
                    </a:cubicBezTo>
                    <a:close/>
                  </a:path>
                </a:pathLst>
              </a:custGeom>
              <a:grpFill/>
              <a:ln w="9525">
                <a:solidFill>
                  <a:srgbClr val="7F7F7F"/>
                </a:solid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400">
                  <a:solidFill>
                    <a:schemeClr val="bg1"/>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grpSp>
        <p:sp>
          <p:nvSpPr>
            <p:cNvPr id="29" name="Text Placeholder 3"/>
            <p:cNvSpPr txBox="1"/>
            <p:nvPr/>
          </p:nvSpPr>
          <p:spPr>
            <a:xfrm rot="2164606">
              <a:off x="4503033" y="2534471"/>
              <a:ext cx="758220" cy="246221"/>
            </a:xfrm>
            <a:prstGeom prst="rect">
              <a:avLst/>
            </a:prstGeom>
            <a:grpFill/>
            <a:ln>
              <a:solidFill>
                <a:srgbClr val="7F7F7F"/>
              </a:solidFill>
            </a:ln>
          </p:spPr>
          <p:txBody>
            <a:bodyPr wrap="none" lIns="0" tIns="0" rIns="0" bIns="0" anchor="t"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id-ID" sz="1600">
                  <a:solidFill>
                    <a:schemeClr val="bg1"/>
                  </a:solidFill>
                  <a:latin typeface="微软雅黑" panose="020B0503020204020204" pitchFamily="34" charset="-122"/>
                  <a:ea typeface="微软雅黑" panose="020B0503020204020204" pitchFamily="34" charset="-122"/>
                  <a:cs typeface="Clear Sans" panose="020B0503030202020304" pitchFamily="34" charset="0"/>
                  <a:sym typeface="思源黑体 Medium" panose="020B0600000000000000" pitchFamily="34" charset="-122"/>
                </a:rPr>
                <a:t>Phase 1</a:t>
              </a:r>
              <a:endParaRPr lang="en-GB" sz="1600">
                <a:solidFill>
                  <a:schemeClr val="bg1"/>
                </a:solidFill>
                <a:latin typeface="微软雅黑" panose="020B0503020204020204" pitchFamily="34" charset="-122"/>
                <a:ea typeface="微软雅黑" panose="020B0503020204020204" pitchFamily="34" charset="-122"/>
                <a:cs typeface="Clear Sans" panose="020B0503030202020304" pitchFamily="34" charset="0"/>
                <a:sym typeface="思源黑体 Medium" panose="020B0600000000000000" pitchFamily="34" charset="-122"/>
              </a:endParaRPr>
            </a:p>
          </p:txBody>
        </p:sp>
        <p:sp>
          <p:nvSpPr>
            <p:cNvPr id="30" name="Text Placeholder 3"/>
            <p:cNvSpPr txBox="1"/>
            <p:nvPr/>
          </p:nvSpPr>
          <p:spPr>
            <a:xfrm rot="19435397" flipH="1">
              <a:off x="6721946" y="2507871"/>
              <a:ext cx="758220" cy="246221"/>
            </a:xfrm>
            <a:prstGeom prst="rect">
              <a:avLst/>
            </a:prstGeom>
            <a:solidFill>
              <a:srgbClr val="335C80"/>
            </a:solidFill>
            <a:ln>
              <a:solidFill>
                <a:srgbClr val="335C80"/>
              </a:solidFill>
            </a:ln>
          </p:spPr>
          <p:txBody>
            <a:bodyPr wrap="none" lIns="0" tIns="0" rIns="0" bIns="0" anchor="t"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id-ID" sz="1600">
                  <a:solidFill>
                    <a:schemeClr val="bg1"/>
                  </a:solidFill>
                  <a:latin typeface="微软雅黑" panose="020B0503020204020204" pitchFamily="34" charset="-122"/>
                  <a:ea typeface="微软雅黑" panose="020B0503020204020204" pitchFamily="34" charset="-122"/>
                  <a:cs typeface="Clear Sans" panose="020B0503030202020304" pitchFamily="34" charset="0"/>
                  <a:sym typeface="思源黑体 Medium" panose="020B0600000000000000" pitchFamily="34" charset="-122"/>
                </a:rPr>
                <a:t>Phase 2</a:t>
              </a:r>
              <a:endParaRPr lang="en-GB" sz="1600">
                <a:solidFill>
                  <a:schemeClr val="bg1"/>
                </a:solidFill>
                <a:latin typeface="微软雅黑" panose="020B0503020204020204" pitchFamily="34" charset="-122"/>
                <a:ea typeface="微软雅黑" panose="020B0503020204020204" pitchFamily="34" charset="-122"/>
                <a:cs typeface="Clear Sans" panose="020B0503030202020304" pitchFamily="34" charset="0"/>
                <a:sym typeface="思源黑体 Medium" panose="020B0600000000000000" pitchFamily="34" charset="-122"/>
              </a:endParaRPr>
            </a:p>
          </p:txBody>
        </p:sp>
        <p:sp>
          <p:nvSpPr>
            <p:cNvPr id="31" name="Text Placeholder 3"/>
            <p:cNvSpPr txBox="1"/>
            <p:nvPr/>
          </p:nvSpPr>
          <p:spPr>
            <a:xfrm rot="19435397" flipH="1">
              <a:off x="4490748" y="4456147"/>
              <a:ext cx="758220" cy="246221"/>
            </a:xfrm>
            <a:prstGeom prst="rect">
              <a:avLst/>
            </a:prstGeom>
            <a:solidFill>
              <a:srgbClr val="335C80"/>
            </a:solidFill>
            <a:ln>
              <a:solidFill>
                <a:srgbClr val="335C80"/>
              </a:solidFill>
            </a:ln>
          </p:spPr>
          <p:txBody>
            <a:bodyPr wrap="none" lIns="0" tIns="0" rIns="0" bIns="0" anchor="t"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id-ID" sz="1600">
                  <a:solidFill>
                    <a:schemeClr val="bg1"/>
                  </a:solidFill>
                  <a:latin typeface="微软雅黑" panose="020B0503020204020204" pitchFamily="34" charset="-122"/>
                  <a:ea typeface="微软雅黑" panose="020B0503020204020204" pitchFamily="34" charset="-122"/>
                  <a:cs typeface="Clear Sans" panose="020B0503030202020304" pitchFamily="34" charset="0"/>
                  <a:sym typeface="思源黑体 Medium" panose="020B0600000000000000" pitchFamily="34" charset="-122"/>
                </a:rPr>
                <a:t>Phase 3</a:t>
              </a:r>
              <a:endParaRPr lang="en-GB" sz="1600">
                <a:solidFill>
                  <a:schemeClr val="bg1"/>
                </a:solidFill>
                <a:latin typeface="微软雅黑" panose="020B0503020204020204" pitchFamily="34" charset="-122"/>
                <a:ea typeface="微软雅黑" panose="020B0503020204020204" pitchFamily="34" charset="-122"/>
                <a:cs typeface="Clear Sans" panose="020B0503030202020304" pitchFamily="34" charset="0"/>
                <a:sym typeface="思源黑体 Medium" panose="020B0600000000000000" pitchFamily="34" charset="-122"/>
              </a:endParaRPr>
            </a:p>
          </p:txBody>
        </p:sp>
        <p:sp>
          <p:nvSpPr>
            <p:cNvPr id="32" name="Text Placeholder 3"/>
            <p:cNvSpPr txBox="1"/>
            <p:nvPr/>
          </p:nvSpPr>
          <p:spPr>
            <a:xfrm rot="2164606">
              <a:off x="6651182" y="4432209"/>
              <a:ext cx="758220" cy="246221"/>
            </a:xfrm>
            <a:prstGeom prst="rect">
              <a:avLst/>
            </a:prstGeom>
            <a:grpFill/>
            <a:ln>
              <a:solidFill>
                <a:srgbClr val="7F7F7F"/>
              </a:solidFill>
            </a:ln>
          </p:spPr>
          <p:txBody>
            <a:bodyPr wrap="none" lIns="0" tIns="0" rIns="0" bIns="0" anchor="t"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id-ID" sz="1600">
                  <a:solidFill>
                    <a:schemeClr val="bg1"/>
                  </a:solidFill>
                  <a:latin typeface="微软雅黑" panose="020B0503020204020204" pitchFamily="34" charset="-122"/>
                  <a:ea typeface="微软雅黑" panose="020B0503020204020204" pitchFamily="34" charset="-122"/>
                  <a:cs typeface="Clear Sans" panose="020B0503030202020304" pitchFamily="34" charset="0"/>
                  <a:sym typeface="思源黑体 Medium" panose="020B0600000000000000" pitchFamily="34" charset="-122"/>
                </a:rPr>
                <a:t>Phase 4</a:t>
              </a:r>
              <a:endParaRPr lang="en-GB" sz="1600">
                <a:solidFill>
                  <a:schemeClr val="bg1"/>
                </a:solidFill>
                <a:latin typeface="微软雅黑" panose="020B0503020204020204" pitchFamily="34" charset="-122"/>
                <a:ea typeface="微软雅黑" panose="020B0503020204020204" pitchFamily="34" charset="-122"/>
                <a:cs typeface="Clear Sans" panose="020B0503030202020304" pitchFamily="34" charset="0"/>
                <a:sym typeface="思源黑体 Medium" panose="020B0600000000000000" pitchFamily="34" charset="-122"/>
              </a:endParaRPr>
            </a:p>
          </p:txBody>
        </p:sp>
      </p:grpSp>
      <p:grpSp>
        <p:nvGrpSpPr>
          <p:cNvPr id="52" name="组合 51"/>
          <p:cNvGrpSpPr/>
          <p:nvPr/>
        </p:nvGrpSpPr>
        <p:grpSpPr>
          <a:xfrm>
            <a:off x="1227169" y="2070714"/>
            <a:ext cx="2428480" cy="1431161"/>
            <a:chOff x="2136360" y="3893492"/>
            <a:chExt cx="1886136" cy="1431161"/>
          </a:xfrm>
        </p:grpSpPr>
        <p:sp>
          <p:nvSpPr>
            <p:cNvPr id="53" name="文本框 52"/>
            <p:cNvSpPr txBox="1"/>
            <p:nvPr/>
          </p:nvSpPr>
          <p:spPr>
            <a:xfrm>
              <a:off x="2136360" y="4262824"/>
              <a:ext cx="1886136" cy="1061829"/>
            </a:xfrm>
            <a:prstGeom prst="rect">
              <a:avLst/>
            </a:prstGeom>
            <a:noFill/>
          </p:spPr>
          <p:txBody>
            <a:bodyPr wrap="square" rtlCol="0">
              <a:spAutoFit/>
            </a:bodyPr>
            <a:lstStyle/>
            <a:p>
              <a:pPr algn="ctr">
                <a:lnSpc>
                  <a:spcPct val="150000"/>
                </a:lnSpc>
                <a:defRPr/>
              </a:pPr>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400">
                <a:solidFill>
                  <a:schemeClr val="tx1">
                    <a:lumMod val="75000"/>
                    <a:lumOff val="25000"/>
                  </a:schemeClr>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4" name="矩形 53"/>
            <p:cNvSpPr/>
            <p:nvPr/>
          </p:nvSpPr>
          <p:spPr>
            <a:xfrm>
              <a:off x="2529631" y="3893492"/>
              <a:ext cx="1099593" cy="461665"/>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55" name="组合 54"/>
          <p:cNvGrpSpPr/>
          <p:nvPr/>
        </p:nvGrpSpPr>
        <p:grpSpPr>
          <a:xfrm>
            <a:off x="1227169" y="4018990"/>
            <a:ext cx="2428480" cy="1431161"/>
            <a:chOff x="2136360" y="3893492"/>
            <a:chExt cx="1886136" cy="1431161"/>
          </a:xfrm>
        </p:grpSpPr>
        <p:sp>
          <p:nvSpPr>
            <p:cNvPr id="56" name="文本框 55"/>
            <p:cNvSpPr txBox="1"/>
            <p:nvPr/>
          </p:nvSpPr>
          <p:spPr>
            <a:xfrm>
              <a:off x="2136360" y="4262824"/>
              <a:ext cx="1886136" cy="1061829"/>
            </a:xfrm>
            <a:prstGeom prst="rect">
              <a:avLst/>
            </a:prstGeom>
            <a:noFill/>
          </p:spPr>
          <p:txBody>
            <a:bodyPr wrap="square" rtlCol="0">
              <a:spAutoFit/>
            </a:bodyPr>
            <a:lstStyle/>
            <a:p>
              <a:pPr algn="ctr">
                <a:lnSpc>
                  <a:spcPct val="150000"/>
                </a:lnSpc>
                <a:defRPr/>
              </a:pPr>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400">
                <a:solidFill>
                  <a:schemeClr val="tx1">
                    <a:lumMod val="75000"/>
                    <a:lumOff val="25000"/>
                  </a:schemeClr>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7" name="矩形 56"/>
            <p:cNvSpPr/>
            <p:nvPr/>
          </p:nvSpPr>
          <p:spPr>
            <a:xfrm>
              <a:off x="2529631" y="3893492"/>
              <a:ext cx="1099593" cy="461665"/>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58" name="组合 57"/>
          <p:cNvGrpSpPr/>
          <p:nvPr/>
        </p:nvGrpSpPr>
        <p:grpSpPr>
          <a:xfrm>
            <a:off x="8536351" y="2070714"/>
            <a:ext cx="2428480" cy="1431161"/>
            <a:chOff x="2136360" y="3893492"/>
            <a:chExt cx="1886136" cy="1431161"/>
          </a:xfrm>
        </p:grpSpPr>
        <p:sp>
          <p:nvSpPr>
            <p:cNvPr id="59" name="文本框 58"/>
            <p:cNvSpPr txBox="1"/>
            <p:nvPr/>
          </p:nvSpPr>
          <p:spPr>
            <a:xfrm>
              <a:off x="2136360" y="4262824"/>
              <a:ext cx="1886136" cy="1061829"/>
            </a:xfrm>
            <a:prstGeom prst="rect">
              <a:avLst/>
            </a:prstGeom>
            <a:noFill/>
          </p:spPr>
          <p:txBody>
            <a:bodyPr wrap="square" rtlCol="0">
              <a:spAutoFit/>
            </a:bodyPr>
            <a:lstStyle/>
            <a:p>
              <a:pPr algn="ctr">
                <a:lnSpc>
                  <a:spcPct val="150000"/>
                </a:lnSpc>
                <a:defRPr/>
              </a:pPr>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400">
                <a:solidFill>
                  <a:schemeClr val="tx1">
                    <a:lumMod val="75000"/>
                    <a:lumOff val="25000"/>
                  </a:schemeClr>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60" name="矩形 59"/>
            <p:cNvSpPr/>
            <p:nvPr/>
          </p:nvSpPr>
          <p:spPr>
            <a:xfrm>
              <a:off x="2529631" y="3893492"/>
              <a:ext cx="1099593" cy="461665"/>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61" name="组合 60"/>
          <p:cNvGrpSpPr/>
          <p:nvPr/>
        </p:nvGrpSpPr>
        <p:grpSpPr>
          <a:xfrm>
            <a:off x="8536351" y="4018990"/>
            <a:ext cx="2428480" cy="1431161"/>
            <a:chOff x="2136360" y="3893492"/>
            <a:chExt cx="1886136" cy="1431161"/>
          </a:xfrm>
        </p:grpSpPr>
        <p:sp>
          <p:nvSpPr>
            <p:cNvPr id="62" name="文本框 61"/>
            <p:cNvSpPr txBox="1"/>
            <p:nvPr/>
          </p:nvSpPr>
          <p:spPr>
            <a:xfrm>
              <a:off x="2136360" y="4262824"/>
              <a:ext cx="1886136" cy="1061829"/>
            </a:xfrm>
            <a:prstGeom prst="rect">
              <a:avLst/>
            </a:prstGeom>
            <a:noFill/>
          </p:spPr>
          <p:txBody>
            <a:bodyPr wrap="square" rtlCol="0">
              <a:spAutoFit/>
            </a:bodyPr>
            <a:lstStyle/>
            <a:p>
              <a:pPr algn="ctr">
                <a:lnSpc>
                  <a:spcPct val="150000"/>
                </a:lnSpc>
                <a:defRPr/>
              </a:pPr>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思源黑体 Medium" panose="020B0600000000000000" pitchFamily="34" charset="-122"/>
                </a:rPr>
                <a:t>在此输入文字内容，文字不易太多，以简练为主，此模板作品在此输入文字内容；</a:t>
              </a:r>
              <a:endParaRPr lang="zh-CN" altLang="en-US" sz="1400">
                <a:solidFill>
                  <a:schemeClr val="tx1">
                    <a:lumMod val="75000"/>
                    <a:lumOff val="25000"/>
                  </a:schemeClr>
                </a:solidFill>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63" name="矩形 62"/>
            <p:cNvSpPr/>
            <p:nvPr/>
          </p:nvSpPr>
          <p:spPr>
            <a:xfrm>
              <a:off x="2529631" y="3893492"/>
              <a:ext cx="1099593" cy="461665"/>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rPr>
                <a:t>输入标题</a:t>
              </a:r>
              <a:endParaRPr kumimoji="0" lang="en-US" altLang="zh-CN" sz="240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思源黑体 Medium" panose="020B06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2"/>
                                        </p:tgtEl>
                                        <p:attrNameLst>
                                          <p:attrName>style.visibility</p:attrName>
                                        </p:attrNameLst>
                                      </p:cBhvr>
                                      <p:to>
                                        <p:strVal val="visible"/>
                                      </p:to>
                                    </p:set>
                                    <p:animEffect transition="in" filter="fade">
                                      <p:cBhvr>
                                        <p:cTn id="19" dur="1000"/>
                                        <p:tgtEl>
                                          <p:spTgt spid="52"/>
                                        </p:tgtEl>
                                      </p:cBhvr>
                                    </p:animEffect>
                                    <p:anim calcmode="lin" valueType="num">
                                      <p:cBhvr>
                                        <p:cTn id="20" dur="1000" fill="hold"/>
                                        <p:tgtEl>
                                          <p:spTgt spid="52"/>
                                        </p:tgtEl>
                                        <p:attrNameLst>
                                          <p:attrName>ppt_x</p:attrName>
                                        </p:attrNameLst>
                                      </p:cBhvr>
                                      <p:tavLst>
                                        <p:tav tm="0">
                                          <p:val>
                                            <p:strVal val="#ppt_x"/>
                                          </p:val>
                                        </p:tav>
                                        <p:tav tm="100000">
                                          <p:val>
                                            <p:strVal val="#ppt_x"/>
                                          </p:val>
                                        </p:tav>
                                      </p:tavLst>
                                    </p:anim>
                                    <p:anim calcmode="lin" valueType="num">
                                      <p:cBhvr>
                                        <p:cTn id="21"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55"/>
                                        </p:tgtEl>
                                        <p:attrNameLst>
                                          <p:attrName>style.visibility</p:attrName>
                                        </p:attrNameLst>
                                      </p:cBhvr>
                                      <p:to>
                                        <p:strVal val="visible"/>
                                      </p:to>
                                    </p:set>
                                    <p:animEffect transition="in" filter="fade">
                                      <p:cBhvr>
                                        <p:cTn id="26" dur="1000"/>
                                        <p:tgtEl>
                                          <p:spTgt spid="55"/>
                                        </p:tgtEl>
                                      </p:cBhvr>
                                    </p:animEffect>
                                    <p:anim calcmode="lin" valueType="num">
                                      <p:cBhvr>
                                        <p:cTn id="27" dur="1000" fill="hold"/>
                                        <p:tgtEl>
                                          <p:spTgt spid="55"/>
                                        </p:tgtEl>
                                        <p:attrNameLst>
                                          <p:attrName>ppt_x</p:attrName>
                                        </p:attrNameLst>
                                      </p:cBhvr>
                                      <p:tavLst>
                                        <p:tav tm="0">
                                          <p:val>
                                            <p:strVal val="#ppt_x"/>
                                          </p:val>
                                        </p:tav>
                                        <p:tav tm="100000">
                                          <p:val>
                                            <p:strVal val="#ppt_x"/>
                                          </p:val>
                                        </p:tav>
                                      </p:tavLst>
                                    </p:anim>
                                    <p:anim calcmode="lin" valueType="num">
                                      <p:cBhvr>
                                        <p:cTn id="28"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58"/>
                                        </p:tgtEl>
                                        <p:attrNameLst>
                                          <p:attrName>style.visibility</p:attrName>
                                        </p:attrNameLst>
                                      </p:cBhvr>
                                      <p:to>
                                        <p:strVal val="visible"/>
                                      </p:to>
                                    </p:set>
                                    <p:animEffect transition="in" filter="fade">
                                      <p:cBhvr>
                                        <p:cTn id="33" dur="1000"/>
                                        <p:tgtEl>
                                          <p:spTgt spid="58"/>
                                        </p:tgtEl>
                                      </p:cBhvr>
                                    </p:animEffect>
                                    <p:anim calcmode="lin" valueType="num">
                                      <p:cBhvr>
                                        <p:cTn id="34" dur="1000" fill="hold"/>
                                        <p:tgtEl>
                                          <p:spTgt spid="58"/>
                                        </p:tgtEl>
                                        <p:attrNameLst>
                                          <p:attrName>ppt_x</p:attrName>
                                        </p:attrNameLst>
                                      </p:cBhvr>
                                      <p:tavLst>
                                        <p:tav tm="0">
                                          <p:val>
                                            <p:strVal val="#ppt_x"/>
                                          </p:val>
                                        </p:tav>
                                        <p:tav tm="100000">
                                          <p:val>
                                            <p:strVal val="#ppt_x"/>
                                          </p:val>
                                        </p:tav>
                                      </p:tavLst>
                                    </p:anim>
                                    <p:anim calcmode="lin" valueType="num">
                                      <p:cBhvr>
                                        <p:cTn id="35"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61"/>
                                        </p:tgtEl>
                                        <p:attrNameLst>
                                          <p:attrName>style.visibility</p:attrName>
                                        </p:attrNameLst>
                                      </p:cBhvr>
                                      <p:to>
                                        <p:strVal val="visible"/>
                                      </p:to>
                                    </p:set>
                                    <p:animEffect transition="in" filter="fade">
                                      <p:cBhvr>
                                        <p:cTn id="40" dur="1000"/>
                                        <p:tgtEl>
                                          <p:spTgt spid="61"/>
                                        </p:tgtEl>
                                      </p:cBhvr>
                                    </p:animEffect>
                                    <p:anim calcmode="lin" valueType="num">
                                      <p:cBhvr>
                                        <p:cTn id="41" dur="1000" fill="hold"/>
                                        <p:tgtEl>
                                          <p:spTgt spid="61"/>
                                        </p:tgtEl>
                                        <p:attrNameLst>
                                          <p:attrName>ppt_x</p:attrName>
                                        </p:attrNameLst>
                                      </p:cBhvr>
                                      <p:tavLst>
                                        <p:tav tm="0">
                                          <p:val>
                                            <p:strVal val="#ppt_x"/>
                                          </p:val>
                                        </p:tav>
                                        <p:tav tm="100000">
                                          <p:val>
                                            <p:strVal val="#ppt_x"/>
                                          </p:val>
                                        </p:tav>
                                      </p:tavLst>
                                    </p:anim>
                                    <p:anim calcmode="lin" valueType="num">
                                      <p:cBhvr>
                                        <p:cTn id="42"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0"/>
          <p:cNvSpPr>
            <a:spLocks noChangeArrowheads="1"/>
          </p:cNvSpPr>
          <p:nvPr/>
        </p:nvSpPr>
        <p:spPr bwMode="auto">
          <a:xfrm>
            <a:off x="934588" y="322124"/>
            <a:ext cx="4065203" cy="49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457200">
              <a:spcBef>
                <a:spcPct val="0"/>
              </a:spcBef>
              <a:buNone/>
            </a:pPr>
            <a:r>
              <a:rPr lang="zh-CN" altLang="en-US" sz="2400">
                <a:solidFill>
                  <a:srgbClr val="325B7F"/>
                </a:solidFill>
                <a:cs typeface="+mn-ea"/>
                <a:sym typeface="思源黑体" panose="020B0500000000000000" pitchFamily="34" charset="-122"/>
              </a:rPr>
              <a:t>添加论文第五部分内容标题</a:t>
            </a:r>
            <a:endParaRPr lang="zh-CN" altLang="en-US" sz="2400">
              <a:solidFill>
                <a:srgbClr val="325B7F"/>
              </a:solidFill>
              <a:cs typeface="+mn-ea"/>
              <a:sym typeface="思源黑体" panose="020B0500000000000000" pitchFamily="34" charset="-122"/>
            </a:endParaRPr>
          </a:p>
        </p:txBody>
      </p:sp>
      <p:grpSp>
        <p:nvGrpSpPr>
          <p:cNvPr id="22" name="组合 21"/>
          <p:cNvGrpSpPr/>
          <p:nvPr/>
        </p:nvGrpSpPr>
        <p:grpSpPr>
          <a:xfrm>
            <a:off x="447201" y="354956"/>
            <a:ext cx="467216" cy="468244"/>
            <a:chOff x="3437020" y="5246272"/>
            <a:chExt cx="863676" cy="865576"/>
          </a:xfrm>
        </p:grpSpPr>
        <p:sp>
          <p:nvSpPr>
            <p:cNvPr id="23" name="椭圆 21"/>
            <p:cNvSpPr>
              <a:spLocks noChangeArrowheads="1"/>
            </p:cNvSpPr>
            <p:nvPr/>
          </p:nvSpPr>
          <p:spPr bwMode="auto">
            <a:xfrm>
              <a:off x="3437020" y="5246272"/>
              <a:ext cx="863676" cy="865576"/>
            </a:xfrm>
            <a:prstGeom prst="ellipse">
              <a:avLst/>
            </a:prstGeom>
            <a:solidFill>
              <a:srgbClr val="255580"/>
            </a:solidFill>
            <a:ln w="38100">
              <a:solidFill>
                <a:schemeClr val="bg1">
                  <a:lumMod val="75000"/>
                </a:schemeClr>
              </a:solid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defTabSz="457200">
                <a:spcBef>
                  <a:spcPct val="0"/>
                </a:spcBef>
                <a:buNone/>
              </a:pPr>
              <a:endParaRPr lang="zh-CN" altLang="zh-CN" sz="2400">
                <a:solidFill>
                  <a:srgbClr val="FFFFFF"/>
                </a:solidFill>
                <a:cs typeface="+mn-ea"/>
                <a:sym typeface="思源黑体" panose="020B0500000000000000" pitchFamily="34" charset="-122"/>
              </a:endParaRPr>
            </a:p>
          </p:txBody>
        </p:sp>
        <p:sp>
          <p:nvSpPr>
            <p:cNvPr id="24" name="Freeform 9"/>
            <p:cNvSpPr>
              <a:spLocks noEditPoints="1"/>
            </p:cNvSpPr>
            <p:nvPr/>
          </p:nvSpPr>
          <p:spPr bwMode="auto">
            <a:xfrm>
              <a:off x="3564624" y="5446833"/>
              <a:ext cx="605440" cy="464249"/>
            </a:xfrm>
            <a:custGeom>
              <a:avLst/>
              <a:gdLst>
                <a:gd name="T0" fmla="*/ 16 w 104"/>
                <a:gd name="T1" fmla="*/ 2 h 79"/>
                <a:gd name="T2" fmla="*/ 27 w 104"/>
                <a:gd name="T3" fmla="*/ 4 h 79"/>
                <a:gd name="T4" fmla="*/ 19 w 104"/>
                <a:gd name="T5" fmla="*/ 48 h 79"/>
                <a:gd name="T6" fmla="*/ 4 w 104"/>
                <a:gd name="T7" fmla="*/ 45 h 79"/>
                <a:gd name="T8" fmla="*/ 16 w 104"/>
                <a:gd name="T9" fmla="*/ 2 h 79"/>
                <a:gd name="T10" fmla="*/ 18 w 104"/>
                <a:gd name="T11" fmla="*/ 65 h 79"/>
                <a:gd name="T12" fmla="*/ 16 w 104"/>
                <a:gd name="T13" fmla="*/ 72 h 79"/>
                <a:gd name="T14" fmla="*/ 101 w 104"/>
                <a:gd name="T15" fmla="*/ 72 h 79"/>
                <a:gd name="T16" fmla="*/ 104 w 104"/>
                <a:gd name="T17" fmla="*/ 72 h 79"/>
                <a:gd name="T18" fmla="*/ 104 w 104"/>
                <a:gd name="T19" fmla="*/ 68 h 79"/>
                <a:gd name="T20" fmla="*/ 104 w 104"/>
                <a:gd name="T21" fmla="*/ 26 h 79"/>
                <a:gd name="T22" fmla="*/ 104 w 104"/>
                <a:gd name="T23" fmla="*/ 24 h 79"/>
                <a:gd name="T24" fmla="*/ 103 w 104"/>
                <a:gd name="T25" fmla="*/ 23 h 79"/>
                <a:gd name="T26" fmla="*/ 90 w 104"/>
                <a:gd name="T27" fmla="*/ 10 h 79"/>
                <a:gd name="T28" fmla="*/ 89 w 104"/>
                <a:gd name="T29" fmla="*/ 9 h 79"/>
                <a:gd name="T30" fmla="*/ 87 w 104"/>
                <a:gd name="T31" fmla="*/ 9 h 79"/>
                <a:gd name="T32" fmla="*/ 31 w 104"/>
                <a:gd name="T33" fmla="*/ 9 h 79"/>
                <a:gd name="T34" fmla="*/ 31 w 104"/>
                <a:gd name="T35" fmla="*/ 17 h 79"/>
                <a:gd name="T36" fmla="*/ 84 w 104"/>
                <a:gd name="T37" fmla="*/ 17 h 79"/>
                <a:gd name="T38" fmla="*/ 83 w 104"/>
                <a:gd name="T39" fmla="*/ 28 h 79"/>
                <a:gd name="T40" fmla="*/ 83 w 104"/>
                <a:gd name="T41" fmla="*/ 30 h 79"/>
                <a:gd name="T42" fmla="*/ 85 w 104"/>
                <a:gd name="T43" fmla="*/ 30 h 79"/>
                <a:gd name="T44" fmla="*/ 97 w 104"/>
                <a:gd name="T45" fmla="*/ 29 h 79"/>
                <a:gd name="T46" fmla="*/ 97 w 104"/>
                <a:gd name="T47" fmla="*/ 65 h 79"/>
                <a:gd name="T48" fmla="*/ 18 w 104"/>
                <a:gd name="T49" fmla="*/ 65 h 79"/>
                <a:gd name="T50" fmla="*/ 95 w 104"/>
                <a:gd name="T51" fmla="*/ 26 h 79"/>
                <a:gd name="T52" fmla="*/ 86 w 104"/>
                <a:gd name="T53" fmla="*/ 26 h 79"/>
                <a:gd name="T54" fmla="*/ 87 w 104"/>
                <a:gd name="T55" fmla="*/ 18 h 79"/>
                <a:gd name="T56" fmla="*/ 95 w 104"/>
                <a:gd name="T57" fmla="*/ 26 h 79"/>
                <a:gd name="T58" fmla="*/ 32 w 104"/>
                <a:gd name="T59" fmla="*/ 43 h 79"/>
                <a:gd name="T60" fmla="*/ 74 w 104"/>
                <a:gd name="T61" fmla="*/ 43 h 79"/>
                <a:gd name="T62" fmla="*/ 74 w 104"/>
                <a:gd name="T63" fmla="*/ 45 h 79"/>
                <a:gd name="T64" fmla="*/ 32 w 104"/>
                <a:gd name="T65" fmla="*/ 45 h 79"/>
                <a:gd name="T66" fmla="*/ 32 w 104"/>
                <a:gd name="T67" fmla="*/ 43 h 79"/>
                <a:gd name="T68" fmla="*/ 32 w 104"/>
                <a:gd name="T69" fmla="*/ 32 h 79"/>
                <a:gd name="T70" fmla="*/ 71 w 104"/>
                <a:gd name="T71" fmla="*/ 32 h 79"/>
                <a:gd name="T72" fmla="*/ 71 w 104"/>
                <a:gd name="T73" fmla="*/ 35 h 79"/>
                <a:gd name="T74" fmla="*/ 32 w 104"/>
                <a:gd name="T75" fmla="*/ 35 h 79"/>
                <a:gd name="T76" fmla="*/ 32 w 104"/>
                <a:gd name="T77" fmla="*/ 32 h 79"/>
                <a:gd name="T78" fmla="*/ 32 w 104"/>
                <a:gd name="T79" fmla="*/ 22 h 79"/>
                <a:gd name="T80" fmla="*/ 71 w 104"/>
                <a:gd name="T81" fmla="*/ 22 h 79"/>
                <a:gd name="T82" fmla="*/ 71 w 104"/>
                <a:gd name="T83" fmla="*/ 25 h 79"/>
                <a:gd name="T84" fmla="*/ 32 w 104"/>
                <a:gd name="T85" fmla="*/ 25 h 79"/>
                <a:gd name="T86" fmla="*/ 32 w 104"/>
                <a:gd name="T87" fmla="*/ 22 h 79"/>
                <a:gd name="T88" fmla="*/ 3 w 104"/>
                <a:gd name="T89" fmla="*/ 66 h 79"/>
                <a:gd name="T90" fmla="*/ 9 w 104"/>
                <a:gd name="T91" fmla="*/ 68 h 79"/>
                <a:gd name="T92" fmla="*/ 9 w 104"/>
                <a:gd name="T93" fmla="*/ 74 h 79"/>
                <a:gd name="T94" fmla="*/ 5 w 104"/>
                <a:gd name="T95" fmla="*/ 79 h 79"/>
                <a:gd name="T96" fmla="*/ 2 w 104"/>
                <a:gd name="T97" fmla="*/ 78 h 79"/>
                <a:gd name="T98" fmla="*/ 0 w 104"/>
                <a:gd name="T99" fmla="*/ 72 h 79"/>
                <a:gd name="T100" fmla="*/ 3 w 104"/>
                <a:gd name="T101" fmla="*/ 66 h 79"/>
                <a:gd name="T102" fmla="*/ 4 w 104"/>
                <a:gd name="T103" fmla="*/ 48 h 79"/>
                <a:gd name="T104" fmla="*/ 2 w 104"/>
                <a:gd name="T105" fmla="*/ 65 h 79"/>
                <a:gd name="T106" fmla="*/ 12 w 104"/>
                <a:gd name="T107" fmla="*/ 67 h 79"/>
                <a:gd name="T108" fmla="*/ 17 w 104"/>
                <a:gd name="T109" fmla="*/ 51 h 79"/>
                <a:gd name="T110" fmla="*/ 4 w 104"/>
                <a:gd name="T111" fmla="*/ 48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4" h="79">
                  <a:moveTo>
                    <a:pt x="16" y="2"/>
                  </a:moveTo>
                  <a:cubicBezTo>
                    <a:pt x="21" y="0"/>
                    <a:pt x="24" y="1"/>
                    <a:pt x="27" y="4"/>
                  </a:cubicBezTo>
                  <a:cubicBezTo>
                    <a:pt x="26" y="20"/>
                    <a:pt x="23" y="35"/>
                    <a:pt x="19" y="48"/>
                  </a:cubicBezTo>
                  <a:cubicBezTo>
                    <a:pt x="14" y="47"/>
                    <a:pt x="9" y="46"/>
                    <a:pt x="4" y="45"/>
                  </a:cubicBezTo>
                  <a:cubicBezTo>
                    <a:pt x="6" y="29"/>
                    <a:pt x="10" y="15"/>
                    <a:pt x="16" y="2"/>
                  </a:cubicBezTo>
                  <a:close/>
                  <a:moveTo>
                    <a:pt x="18" y="65"/>
                  </a:moveTo>
                  <a:cubicBezTo>
                    <a:pt x="16" y="72"/>
                    <a:pt x="16" y="72"/>
                    <a:pt x="16" y="72"/>
                  </a:cubicBezTo>
                  <a:cubicBezTo>
                    <a:pt x="69" y="72"/>
                    <a:pt x="74" y="72"/>
                    <a:pt x="101" y="72"/>
                  </a:cubicBezTo>
                  <a:cubicBezTo>
                    <a:pt x="104" y="72"/>
                    <a:pt x="104" y="72"/>
                    <a:pt x="104" y="72"/>
                  </a:cubicBezTo>
                  <a:cubicBezTo>
                    <a:pt x="104" y="68"/>
                    <a:pt x="104" y="68"/>
                    <a:pt x="104" y="68"/>
                  </a:cubicBezTo>
                  <a:cubicBezTo>
                    <a:pt x="104" y="26"/>
                    <a:pt x="104" y="26"/>
                    <a:pt x="104" y="26"/>
                  </a:cubicBezTo>
                  <a:cubicBezTo>
                    <a:pt x="104" y="24"/>
                    <a:pt x="104" y="24"/>
                    <a:pt x="104" y="24"/>
                  </a:cubicBezTo>
                  <a:cubicBezTo>
                    <a:pt x="103" y="23"/>
                    <a:pt x="103" y="23"/>
                    <a:pt x="103" y="23"/>
                  </a:cubicBezTo>
                  <a:cubicBezTo>
                    <a:pt x="90" y="10"/>
                    <a:pt x="90" y="10"/>
                    <a:pt x="90" y="10"/>
                  </a:cubicBezTo>
                  <a:cubicBezTo>
                    <a:pt x="89" y="9"/>
                    <a:pt x="89" y="9"/>
                    <a:pt x="89" y="9"/>
                  </a:cubicBezTo>
                  <a:cubicBezTo>
                    <a:pt x="87" y="9"/>
                    <a:pt x="87" y="9"/>
                    <a:pt x="87" y="9"/>
                  </a:cubicBezTo>
                  <a:cubicBezTo>
                    <a:pt x="31" y="9"/>
                    <a:pt x="31" y="9"/>
                    <a:pt x="31" y="9"/>
                  </a:cubicBezTo>
                  <a:cubicBezTo>
                    <a:pt x="31" y="12"/>
                    <a:pt x="31" y="14"/>
                    <a:pt x="31" y="17"/>
                  </a:cubicBezTo>
                  <a:cubicBezTo>
                    <a:pt x="84" y="17"/>
                    <a:pt x="84" y="17"/>
                    <a:pt x="84" y="17"/>
                  </a:cubicBezTo>
                  <a:cubicBezTo>
                    <a:pt x="83" y="28"/>
                    <a:pt x="83" y="28"/>
                    <a:pt x="83" y="28"/>
                  </a:cubicBezTo>
                  <a:cubicBezTo>
                    <a:pt x="83" y="30"/>
                    <a:pt x="83" y="30"/>
                    <a:pt x="83" y="30"/>
                  </a:cubicBezTo>
                  <a:cubicBezTo>
                    <a:pt x="85" y="30"/>
                    <a:pt x="85" y="30"/>
                    <a:pt x="85" y="30"/>
                  </a:cubicBezTo>
                  <a:cubicBezTo>
                    <a:pt x="97" y="29"/>
                    <a:pt x="97" y="29"/>
                    <a:pt x="97" y="29"/>
                  </a:cubicBezTo>
                  <a:cubicBezTo>
                    <a:pt x="97" y="65"/>
                    <a:pt x="97" y="65"/>
                    <a:pt x="97" y="65"/>
                  </a:cubicBezTo>
                  <a:cubicBezTo>
                    <a:pt x="79" y="65"/>
                    <a:pt x="57" y="65"/>
                    <a:pt x="18" y="65"/>
                  </a:cubicBezTo>
                  <a:close/>
                  <a:moveTo>
                    <a:pt x="95" y="26"/>
                  </a:moveTo>
                  <a:cubicBezTo>
                    <a:pt x="86" y="26"/>
                    <a:pt x="86" y="26"/>
                    <a:pt x="86" y="26"/>
                  </a:cubicBezTo>
                  <a:cubicBezTo>
                    <a:pt x="87" y="18"/>
                    <a:pt x="87" y="18"/>
                    <a:pt x="87" y="18"/>
                  </a:cubicBezTo>
                  <a:cubicBezTo>
                    <a:pt x="95" y="26"/>
                    <a:pt x="95" y="26"/>
                    <a:pt x="95" y="26"/>
                  </a:cubicBezTo>
                  <a:close/>
                  <a:moveTo>
                    <a:pt x="32" y="43"/>
                  </a:moveTo>
                  <a:cubicBezTo>
                    <a:pt x="74" y="43"/>
                    <a:pt x="74" y="43"/>
                    <a:pt x="74" y="43"/>
                  </a:cubicBezTo>
                  <a:cubicBezTo>
                    <a:pt x="74" y="45"/>
                    <a:pt x="74" y="45"/>
                    <a:pt x="74" y="45"/>
                  </a:cubicBezTo>
                  <a:cubicBezTo>
                    <a:pt x="32" y="45"/>
                    <a:pt x="32" y="45"/>
                    <a:pt x="32" y="45"/>
                  </a:cubicBezTo>
                  <a:cubicBezTo>
                    <a:pt x="32" y="43"/>
                    <a:pt x="32" y="43"/>
                    <a:pt x="32" y="43"/>
                  </a:cubicBezTo>
                  <a:close/>
                  <a:moveTo>
                    <a:pt x="32" y="32"/>
                  </a:moveTo>
                  <a:cubicBezTo>
                    <a:pt x="71" y="32"/>
                    <a:pt x="71" y="32"/>
                    <a:pt x="71" y="32"/>
                  </a:cubicBezTo>
                  <a:cubicBezTo>
                    <a:pt x="71" y="35"/>
                    <a:pt x="71" y="35"/>
                    <a:pt x="71" y="35"/>
                  </a:cubicBezTo>
                  <a:cubicBezTo>
                    <a:pt x="32" y="35"/>
                    <a:pt x="32" y="35"/>
                    <a:pt x="32" y="35"/>
                  </a:cubicBezTo>
                  <a:cubicBezTo>
                    <a:pt x="32" y="32"/>
                    <a:pt x="32" y="32"/>
                    <a:pt x="32" y="32"/>
                  </a:cubicBezTo>
                  <a:close/>
                  <a:moveTo>
                    <a:pt x="32" y="22"/>
                  </a:moveTo>
                  <a:cubicBezTo>
                    <a:pt x="71" y="22"/>
                    <a:pt x="71" y="22"/>
                    <a:pt x="71" y="22"/>
                  </a:cubicBezTo>
                  <a:cubicBezTo>
                    <a:pt x="71" y="25"/>
                    <a:pt x="71" y="25"/>
                    <a:pt x="71" y="25"/>
                  </a:cubicBezTo>
                  <a:cubicBezTo>
                    <a:pt x="32" y="25"/>
                    <a:pt x="32" y="25"/>
                    <a:pt x="32" y="25"/>
                  </a:cubicBezTo>
                  <a:cubicBezTo>
                    <a:pt x="32" y="22"/>
                    <a:pt x="32" y="22"/>
                    <a:pt x="32" y="22"/>
                  </a:cubicBezTo>
                  <a:close/>
                  <a:moveTo>
                    <a:pt x="3" y="66"/>
                  </a:moveTo>
                  <a:cubicBezTo>
                    <a:pt x="9" y="68"/>
                    <a:pt x="9" y="68"/>
                    <a:pt x="9" y="68"/>
                  </a:cubicBezTo>
                  <a:cubicBezTo>
                    <a:pt x="9" y="74"/>
                    <a:pt x="9" y="74"/>
                    <a:pt x="9" y="74"/>
                  </a:cubicBezTo>
                  <a:cubicBezTo>
                    <a:pt x="5" y="79"/>
                    <a:pt x="5" y="79"/>
                    <a:pt x="5" y="79"/>
                  </a:cubicBezTo>
                  <a:cubicBezTo>
                    <a:pt x="4" y="79"/>
                    <a:pt x="3" y="79"/>
                    <a:pt x="2" y="78"/>
                  </a:cubicBezTo>
                  <a:cubicBezTo>
                    <a:pt x="0" y="72"/>
                    <a:pt x="0" y="72"/>
                    <a:pt x="0" y="72"/>
                  </a:cubicBezTo>
                  <a:cubicBezTo>
                    <a:pt x="3" y="66"/>
                    <a:pt x="3" y="66"/>
                    <a:pt x="3" y="66"/>
                  </a:cubicBezTo>
                  <a:close/>
                  <a:moveTo>
                    <a:pt x="4" y="48"/>
                  </a:moveTo>
                  <a:cubicBezTo>
                    <a:pt x="3" y="53"/>
                    <a:pt x="3" y="59"/>
                    <a:pt x="2" y="65"/>
                  </a:cubicBezTo>
                  <a:cubicBezTo>
                    <a:pt x="5" y="65"/>
                    <a:pt x="9" y="66"/>
                    <a:pt x="12" y="67"/>
                  </a:cubicBezTo>
                  <a:cubicBezTo>
                    <a:pt x="14" y="61"/>
                    <a:pt x="15" y="56"/>
                    <a:pt x="17" y="51"/>
                  </a:cubicBezTo>
                  <a:cubicBezTo>
                    <a:pt x="13" y="50"/>
                    <a:pt x="9" y="49"/>
                    <a:pt x="4" y="48"/>
                  </a:cubicBezTo>
                  <a:close/>
                </a:path>
              </a:pathLst>
            </a:custGeom>
            <a:solidFill>
              <a:schemeClr val="bg1"/>
            </a:solidFill>
            <a:ln>
              <a:noFill/>
            </a:ln>
          </p:spPr>
          <p:txBody>
            <a:bodyPr vert="horz" wrap="square" lIns="121920" tIns="60960" rIns="121920" bIns="60960" numCol="1" anchor="t" anchorCtr="0" compatLnSpc="1"/>
            <a:lstStyle/>
            <a:p>
              <a:pPr defTabSz="457200"/>
              <a:endParaRPr lang="zh-CN" altLang="en-US" sz="1865">
                <a:solidFill>
                  <a:prstClr val="black"/>
                </a:solidFill>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grpSp>
      <p:sp>
        <p:nvSpPr>
          <p:cNvPr id="32" name="Rectangle 9"/>
          <p:cNvSpPr/>
          <p:nvPr/>
        </p:nvSpPr>
        <p:spPr>
          <a:xfrm>
            <a:off x="6267551" y="1869572"/>
            <a:ext cx="1109012" cy="387780"/>
          </a:xfrm>
          <a:prstGeom prst="rect">
            <a:avLst/>
          </a:prstGeom>
        </p:spPr>
        <p:txBody>
          <a:bodyPr wrap="none" lIns="109710" tIns="54855" rIns="109710" bIns="54855">
            <a:noAutofit/>
          </a:bodyPr>
          <a:lstStyle/>
          <a:p>
            <a:r>
              <a:rPr lang="zh-CN" altLang="en-US" spc="300">
                <a:latin typeface="微软雅黑" panose="020B0503020204020204" pitchFamily="34" charset="-122"/>
                <a:ea typeface="微软雅黑" panose="020B0503020204020204" pitchFamily="34" charset="-122"/>
                <a:sym typeface="思源黑体 Medium" panose="020B0600000000000000" pitchFamily="34" charset="-122"/>
              </a:rPr>
              <a:t>标题内容</a:t>
            </a:r>
            <a:endParaRPr lang="zh-CN" altLang="en-US" spc="300">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33" name="TextBox 10"/>
          <p:cNvSpPr txBox="1"/>
          <p:nvPr/>
        </p:nvSpPr>
        <p:spPr>
          <a:xfrm>
            <a:off x="6267549" y="2178464"/>
            <a:ext cx="5171147" cy="517046"/>
          </a:xfrm>
          <a:prstGeom prst="rect">
            <a:avLst/>
          </a:prstGeom>
          <a:noFill/>
        </p:spPr>
        <p:txBody>
          <a:bodyPr wrap="square" lIns="109710" tIns="54855" rIns="109710" bIns="54855">
            <a:spAutoFit/>
          </a:bodyPr>
          <a:lstStyle/>
          <a:p>
            <a:pPr>
              <a:lnSpc>
                <a:spcPct val="120000"/>
              </a:lnSpc>
              <a:defRPr/>
            </a:pPr>
            <a:r>
              <a:rPr lang="zh-CN" altLang="en-US" sz="1100" spc="300">
                <a:solidFill>
                  <a:schemeClr val="tx2"/>
                </a:solidFill>
                <a:latin typeface="思源黑体 Light" panose="020B0300000000000000" pitchFamily="34" charset="-122"/>
                <a:ea typeface="思源黑体 Light" panose="020B0300000000000000" pitchFamily="34" charset="-122"/>
                <a:sym typeface="思源黑体 Medium" panose="020B0600000000000000" pitchFamily="34" charset="-122"/>
              </a:rPr>
              <a:t>我们长期为客户提供专业的</a:t>
            </a:r>
            <a:r>
              <a:rPr lang="en-US" altLang="zh-CN" sz="1100" spc="300">
                <a:solidFill>
                  <a:schemeClr val="tx2"/>
                </a:solidFill>
                <a:latin typeface="思源黑体 Light" panose="020B0300000000000000" pitchFamily="34" charset="-122"/>
                <a:ea typeface="思源黑体 Light" panose="020B0300000000000000" pitchFamily="34" charset="-122"/>
                <a:sym typeface="思源黑体 Medium" panose="020B0600000000000000" pitchFamily="34" charset="-122"/>
              </a:rPr>
              <a:t>PPT</a:t>
            </a:r>
            <a:r>
              <a:rPr lang="zh-CN" altLang="en-US" sz="1100" spc="300">
                <a:solidFill>
                  <a:schemeClr val="tx2"/>
                </a:solidFill>
                <a:latin typeface="思源黑体 Light" panose="020B0300000000000000" pitchFamily="34" charset="-122"/>
                <a:ea typeface="思源黑体 Light" panose="020B0300000000000000" pitchFamily="34" charset="-122"/>
                <a:sym typeface="思源黑体 Medium" panose="020B0600000000000000" pitchFamily="34" charset="-122"/>
              </a:rPr>
              <a:t>策划设计制作等全程服务，凭借自身优势和专业化的独特视角为客户提供优质的</a:t>
            </a:r>
            <a:r>
              <a:rPr lang="en-US" altLang="zh-CN" sz="1100" spc="300">
                <a:solidFill>
                  <a:schemeClr val="tx2"/>
                </a:solidFill>
                <a:latin typeface="思源黑体 Light" panose="020B0300000000000000" pitchFamily="34" charset="-122"/>
                <a:ea typeface="思源黑体 Light" panose="020B0300000000000000" pitchFamily="34" charset="-122"/>
                <a:sym typeface="思源黑体 Medium" panose="020B0600000000000000" pitchFamily="34" charset="-122"/>
              </a:rPr>
              <a:t>PPT</a:t>
            </a:r>
            <a:r>
              <a:rPr lang="zh-CN" altLang="en-US" sz="1100" spc="300">
                <a:solidFill>
                  <a:schemeClr val="tx2"/>
                </a:solidFill>
                <a:latin typeface="思源黑体 Light" panose="020B0300000000000000" pitchFamily="34" charset="-122"/>
                <a:ea typeface="思源黑体 Light" panose="020B0300000000000000" pitchFamily="34" charset="-122"/>
                <a:sym typeface="思源黑体 Medium" panose="020B0600000000000000" pitchFamily="34" charset="-122"/>
              </a:rPr>
              <a:t>服务。</a:t>
            </a:r>
            <a:endParaRPr lang="zh-CN" altLang="en-US" sz="1100" spc="300">
              <a:solidFill>
                <a:schemeClr val="tx2"/>
              </a:solidFill>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40" name="Rectangle 9"/>
          <p:cNvSpPr/>
          <p:nvPr/>
        </p:nvSpPr>
        <p:spPr>
          <a:xfrm>
            <a:off x="6267551" y="2822301"/>
            <a:ext cx="1109012" cy="387780"/>
          </a:xfrm>
          <a:prstGeom prst="rect">
            <a:avLst/>
          </a:prstGeom>
        </p:spPr>
        <p:txBody>
          <a:bodyPr wrap="none" lIns="109710" tIns="54855" rIns="109710" bIns="54855">
            <a:noAutofit/>
          </a:bodyPr>
          <a:lstStyle/>
          <a:p>
            <a:r>
              <a:rPr lang="zh-CN" altLang="en-US" spc="300">
                <a:latin typeface="微软雅黑" panose="020B0503020204020204" pitchFamily="34" charset="-122"/>
                <a:ea typeface="微软雅黑" panose="020B0503020204020204" pitchFamily="34" charset="-122"/>
                <a:sym typeface="思源黑体 Medium" panose="020B0600000000000000" pitchFamily="34" charset="-122"/>
              </a:rPr>
              <a:t>标题内容</a:t>
            </a:r>
            <a:endParaRPr lang="zh-CN" altLang="en-US" spc="300">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41" name="TextBox 10"/>
          <p:cNvSpPr txBox="1"/>
          <p:nvPr/>
        </p:nvSpPr>
        <p:spPr>
          <a:xfrm>
            <a:off x="6267549" y="3131193"/>
            <a:ext cx="5171147" cy="517046"/>
          </a:xfrm>
          <a:prstGeom prst="rect">
            <a:avLst/>
          </a:prstGeom>
          <a:noFill/>
        </p:spPr>
        <p:txBody>
          <a:bodyPr wrap="square" lIns="109710" tIns="54855" rIns="109710" bIns="54855">
            <a:spAutoFit/>
          </a:bodyPr>
          <a:lstStyle/>
          <a:p>
            <a:pPr>
              <a:lnSpc>
                <a:spcPct val="120000"/>
              </a:lnSpc>
              <a:defRPr/>
            </a:pPr>
            <a:r>
              <a:rPr lang="zh-CN" altLang="en-US" sz="1100" spc="300">
                <a:solidFill>
                  <a:schemeClr val="tx2"/>
                </a:solidFill>
                <a:latin typeface="思源黑体 Light" panose="020B0300000000000000" pitchFamily="34" charset="-122"/>
                <a:ea typeface="思源黑体 Light" panose="020B0300000000000000" pitchFamily="34" charset="-122"/>
                <a:sym typeface="思源黑体 Medium" panose="020B0600000000000000" pitchFamily="34" charset="-122"/>
              </a:rPr>
              <a:t>我们长期为客户提供专业的</a:t>
            </a:r>
            <a:r>
              <a:rPr lang="en-US" altLang="zh-CN" sz="1100" spc="300">
                <a:solidFill>
                  <a:schemeClr val="tx2"/>
                </a:solidFill>
                <a:latin typeface="思源黑体 Light" panose="020B0300000000000000" pitchFamily="34" charset="-122"/>
                <a:ea typeface="思源黑体 Light" panose="020B0300000000000000" pitchFamily="34" charset="-122"/>
                <a:sym typeface="思源黑体 Medium" panose="020B0600000000000000" pitchFamily="34" charset="-122"/>
              </a:rPr>
              <a:t>PPT</a:t>
            </a:r>
            <a:r>
              <a:rPr lang="zh-CN" altLang="en-US" sz="1100" spc="300">
                <a:solidFill>
                  <a:schemeClr val="tx2"/>
                </a:solidFill>
                <a:latin typeface="思源黑体 Light" panose="020B0300000000000000" pitchFamily="34" charset="-122"/>
                <a:ea typeface="思源黑体 Light" panose="020B0300000000000000" pitchFamily="34" charset="-122"/>
                <a:sym typeface="思源黑体 Medium" panose="020B0600000000000000" pitchFamily="34" charset="-122"/>
              </a:rPr>
              <a:t>策划设计制作等全程服务，凭借自身优势和专业化的独特视角为客户提供优质的</a:t>
            </a:r>
            <a:r>
              <a:rPr lang="en-US" altLang="zh-CN" sz="1100" spc="300">
                <a:solidFill>
                  <a:schemeClr val="tx2"/>
                </a:solidFill>
                <a:latin typeface="思源黑体 Light" panose="020B0300000000000000" pitchFamily="34" charset="-122"/>
                <a:ea typeface="思源黑体 Light" panose="020B0300000000000000" pitchFamily="34" charset="-122"/>
                <a:sym typeface="思源黑体 Medium" panose="020B0600000000000000" pitchFamily="34" charset="-122"/>
              </a:rPr>
              <a:t>PPT</a:t>
            </a:r>
            <a:r>
              <a:rPr lang="zh-CN" altLang="en-US" sz="1100" spc="300">
                <a:solidFill>
                  <a:schemeClr val="tx2"/>
                </a:solidFill>
                <a:latin typeface="思源黑体 Light" panose="020B0300000000000000" pitchFamily="34" charset="-122"/>
                <a:ea typeface="思源黑体 Light" panose="020B0300000000000000" pitchFamily="34" charset="-122"/>
                <a:sym typeface="思源黑体 Medium" panose="020B0600000000000000" pitchFamily="34" charset="-122"/>
              </a:rPr>
              <a:t>服务。</a:t>
            </a:r>
            <a:endParaRPr lang="zh-CN" altLang="en-US" sz="1100" spc="300">
              <a:solidFill>
                <a:schemeClr val="tx2"/>
              </a:solidFill>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sp>
        <p:nvSpPr>
          <p:cNvPr id="45" name="Rectangle 9"/>
          <p:cNvSpPr/>
          <p:nvPr/>
        </p:nvSpPr>
        <p:spPr>
          <a:xfrm>
            <a:off x="6267551" y="3775030"/>
            <a:ext cx="1109012" cy="387780"/>
          </a:xfrm>
          <a:prstGeom prst="rect">
            <a:avLst/>
          </a:prstGeom>
        </p:spPr>
        <p:txBody>
          <a:bodyPr wrap="none" lIns="109710" tIns="54855" rIns="109710" bIns="54855">
            <a:noAutofit/>
          </a:bodyPr>
          <a:lstStyle/>
          <a:p>
            <a:r>
              <a:rPr lang="zh-CN" altLang="en-US" spc="300">
                <a:latin typeface="微软雅黑" panose="020B0503020204020204" pitchFamily="34" charset="-122"/>
                <a:ea typeface="微软雅黑" panose="020B0503020204020204" pitchFamily="34" charset="-122"/>
                <a:sym typeface="思源黑体 Medium" panose="020B0600000000000000" pitchFamily="34" charset="-122"/>
              </a:rPr>
              <a:t>标题内容</a:t>
            </a:r>
            <a:endParaRPr lang="zh-CN" altLang="en-US" spc="300">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46" name="TextBox 10"/>
          <p:cNvSpPr txBox="1"/>
          <p:nvPr/>
        </p:nvSpPr>
        <p:spPr>
          <a:xfrm>
            <a:off x="6267550" y="4083922"/>
            <a:ext cx="5171145" cy="517046"/>
          </a:xfrm>
          <a:prstGeom prst="rect">
            <a:avLst/>
          </a:prstGeom>
          <a:noFill/>
        </p:spPr>
        <p:txBody>
          <a:bodyPr wrap="square" lIns="109710" tIns="54855" rIns="109710" bIns="54855">
            <a:spAutoFit/>
          </a:bodyPr>
          <a:lstStyle/>
          <a:p>
            <a:pPr>
              <a:lnSpc>
                <a:spcPct val="120000"/>
              </a:lnSpc>
              <a:defRPr/>
            </a:pPr>
            <a:r>
              <a:rPr lang="zh-CN" altLang="en-US" sz="1100" spc="300">
                <a:solidFill>
                  <a:schemeClr val="tx2"/>
                </a:solidFill>
                <a:latin typeface="思源黑体 Light" panose="020B0300000000000000" pitchFamily="34" charset="-122"/>
                <a:ea typeface="思源黑体 Light" panose="020B0300000000000000" pitchFamily="34" charset="-122"/>
                <a:sym typeface="思源黑体 Medium" panose="020B0600000000000000" pitchFamily="34" charset="-122"/>
              </a:rPr>
              <a:t>我们长期为客户提供专业的</a:t>
            </a:r>
            <a:r>
              <a:rPr lang="en-US" altLang="zh-CN" sz="1100" spc="300">
                <a:solidFill>
                  <a:schemeClr val="tx2"/>
                </a:solidFill>
                <a:latin typeface="思源黑体 Light" panose="020B0300000000000000" pitchFamily="34" charset="-122"/>
                <a:ea typeface="思源黑体 Light" panose="020B0300000000000000" pitchFamily="34" charset="-122"/>
                <a:sym typeface="思源黑体 Medium" panose="020B0600000000000000" pitchFamily="34" charset="-122"/>
              </a:rPr>
              <a:t>PPT</a:t>
            </a:r>
            <a:r>
              <a:rPr lang="zh-CN" altLang="en-US" sz="1100" spc="300">
                <a:solidFill>
                  <a:schemeClr val="tx2"/>
                </a:solidFill>
                <a:latin typeface="思源黑体 Light" panose="020B0300000000000000" pitchFamily="34" charset="-122"/>
                <a:ea typeface="思源黑体 Light" panose="020B0300000000000000" pitchFamily="34" charset="-122"/>
                <a:sym typeface="思源黑体 Medium" panose="020B0600000000000000" pitchFamily="34" charset="-122"/>
              </a:rPr>
              <a:t>策划设计制作等全程服务，凭借自身优势和专业化的独特视角为客户提供优质的</a:t>
            </a:r>
            <a:r>
              <a:rPr lang="en-US" altLang="zh-CN" sz="1100" spc="300">
                <a:solidFill>
                  <a:schemeClr val="tx2"/>
                </a:solidFill>
                <a:latin typeface="思源黑体 Light" panose="020B0300000000000000" pitchFamily="34" charset="-122"/>
                <a:ea typeface="思源黑体 Light" panose="020B0300000000000000" pitchFamily="34" charset="-122"/>
                <a:sym typeface="思源黑体 Medium" panose="020B0600000000000000" pitchFamily="34" charset="-122"/>
              </a:rPr>
              <a:t>PPT</a:t>
            </a:r>
            <a:r>
              <a:rPr lang="zh-CN" altLang="en-US" sz="1100" spc="300">
                <a:solidFill>
                  <a:schemeClr val="tx2"/>
                </a:solidFill>
                <a:latin typeface="思源黑体 Light" panose="020B0300000000000000" pitchFamily="34" charset="-122"/>
                <a:ea typeface="思源黑体 Light" panose="020B0300000000000000" pitchFamily="34" charset="-122"/>
                <a:sym typeface="思源黑体 Medium" panose="020B0600000000000000" pitchFamily="34" charset="-122"/>
              </a:rPr>
              <a:t>服务。</a:t>
            </a:r>
            <a:endParaRPr lang="zh-CN" altLang="en-US" sz="1100" spc="300">
              <a:solidFill>
                <a:schemeClr val="tx2"/>
              </a:solidFill>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grpSp>
        <p:nvGrpSpPr>
          <p:cNvPr id="2" name="组合 1"/>
          <p:cNvGrpSpPr/>
          <p:nvPr/>
        </p:nvGrpSpPr>
        <p:grpSpPr>
          <a:xfrm>
            <a:off x="5477290" y="1900012"/>
            <a:ext cx="764860" cy="3623247"/>
            <a:chOff x="5477289" y="1900010"/>
            <a:chExt cx="764860" cy="3623247"/>
          </a:xfrm>
        </p:grpSpPr>
        <p:grpSp>
          <p:nvGrpSpPr>
            <p:cNvPr id="34" name="Group 95"/>
            <p:cNvGrpSpPr/>
            <p:nvPr/>
          </p:nvGrpSpPr>
          <p:grpSpPr>
            <a:xfrm>
              <a:off x="5477289" y="1900010"/>
              <a:ext cx="764860" cy="765060"/>
              <a:chOff x="6373382" y="2169288"/>
              <a:chExt cx="764860" cy="765060"/>
            </a:xfrm>
          </p:grpSpPr>
          <p:sp>
            <p:nvSpPr>
              <p:cNvPr id="35" name="Oval 3"/>
              <p:cNvSpPr/>
              <p:nvPr/>
            </p:nvSpPr>
            <p:spPr bwMode="auto">
              <a:xfrm>
                <a:off x="6373382" y="2169288"/>
                <a:ext cx="764860" cy="765060"/>
              </a:xfrm>
              <a:prstGeom prst="ellipse">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pc="300">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36" name="Freeform: Shape 17"/>
              <p:cNvSpPr/>
              <p:nvPr/>
            </p:nvSpPr>
            <p:spPr bwMode="auto">
              <a:xfrm>
                <a:off x="6548708" y="2385035"/>
                <a:ext cx="414209" cy="333566"/>
              </a:xfrm>
              <a:custGeom>
                <a:avLst/>
                <a:gdLst>
                  <a:gd name="T0" fmla="*/ 169 w 497"/>
                  <a:gd name="T1" fmla="*/ 196 h 400"/>
                  <a:gd name="T2" fmla="*/ 169 w 497"/>
                  <a:gd name="T3" fmla="*/ 196 h 400"/>
                  <a:gd name="T4" fmla="*/ 248 w 497"/>
                  <a:gd name="T5" fmla="*/ 275 h 400"/>
                  <a:gd name="T6" fmla="*/ 328 w 497"/>
                  <a:gd name="T7" fmla="*/ 196 h 400"/>
                  <a:gd name="T8" fmla="*/ 248 w 497"/>
                  <a:gd name="T9" fmla="*/ 116 h 400"/>
                  <a:gd name="T10" fmla="*/ 169 w 497"/>
                  <a:gd name="T11" fmla="*/ 196 h 400"/>
                  <a:gd name="T12" fmla="*/ 116 w 497"/>
                  <a:gd name="T13" fmla="*/ 169 h 400"/>
                  <a:gd name="T14" fmla="*/ 116 w 497"/>
                  <a:gd name="T15" fmla="*/ 169 h 400"/>
                  <a:gd name="T16" fmla="*/ 248 w 497"/>
                  <a:gd name="T17" fmla="*/ 63 h 400"/>
                  <a:gd name="T18" fmla="*/ 345 w 497"/>
                  <a:gd name="T19" fmla="*/ 98 h 400"/>
                  <a:gd name="T20" fmla="*/ 390 w 497"/>
                  <a:gd name="T21" fmla="*/ 98 h 400"/>
                  <a:gd name="T22" fmla="*/ 390 w 497"/>
                  <a:gd name="T23" fmla="*/ 54 h 400"/>
                  <a:gd name="T24" fmla="*/ 248 w 497"/>
                  <a:gd name="T25" fmla="*/ 0 h 400"/>
                  <a:gd name="T26" fmla="*/ 62 w 497"/>
                  <a:gd name="T27" fmla="*/ 143 h 400"/>
                  <a:gd name="T28" fmla="*/ 0 w 497"/>
                  <a:gd name="T29" fmla="*/ 143 h 400"/>
                  <a:gd name="T30" fmla="*/ 0 w 497"/>
                  <a:gd name="T31" fmla="*/ 196 h 400"/>
                  <a:gd name="T32" fmla="*/ 80 w 497"/>
                  <a:gd name="T33" fmla="*/ 196 h 400"/>
                  <a:gd name="T34" fmla="*/ 116 w 497"/>
                  <a:gd name="T35" fmla="*/ 169 h 400"/>
                  <a:gd name="T36" fmla="*/ 416 w 497"/>
                  <a:gd name="T37" fmla="*/ 196 h 400"/>
                  <a:gd name="T38" fmla="*/ 416 w 497"/>
                  <a:gd name="T39" fmla="*/ 196 h 400"/>
                  <a:gd name="T40" fmla="*/ 381 w 497"/>
                  <a:gd name="T41" fmla="*/ 231 h 400"/>
                  <a:gd name="T42" fmla="*/ 248 w 497"/>
                  <a:gd name="T43" fmla="*/ 337 h 400"/>
                  <a:gd name="T44" fmla="*/ 151 w 497"/>
                  <a:gd name="T45" fmla="*/ 293 h 400"/>
                  <a:gd name="T46" fmla="*/ 107 w 497"/>
                  <a:gd name="T47" fmla="*/ 293 h 400"/>
                  <a:gd name="T48" fmla="*/ 107 w 497"/>
                  <a:gd name="T49" fmla="*/ 337 h 400"/>
                  <a:gd name="T50" fmla="*/ 248 w 497"/>
                  <a:gd name="T51" fmla="*/ 399 h 400"/>
                  <a:gd name="T52" fmla="*/ 435 w 497"/>
                  <a:gd name="T53" fmla="*/ 257 h 400"/>
                  <a:gd name="T54" fmla="*/ 496 w 497"/>
                  <a:gd name="T55" fmla="*/ 257 h 400"/>
                  <a:gd name="T56" fmla="*/ 496 w 497"/>
                  <a:gd name="T57" fmla="*/ 196 h 400"/>
                  <a:gd name="T58" fmla="*/ 416 w 497"/>
                  <a:gd name="T59" fmla="*/ 196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97" h="400">
                    <a:moveTo>
                      <a:pt x="169" y="196"/>
                    </a:moveTo>
                    <a:lnTo>
                      <a:pt x="169" y="196"/>
                    </a:lnTo>
                    <a:cubicBezTo>
                      <a:pt x="169" y="240"/>
                      <a:pt x="204" y="275"/>
                      <a:pt x="248" y="275"/>
                    </a:cubicBezTo>
                    <a:cubicBezTo>
                      <a:pt x="292" y="275"/>
                      <a:pt x="328" y="240"/>
                      <a:pt x="328" y="196"/>
                    </a:cubicBezTo>
                    <a:cubicBezTo>
                      <a:pt x="328" y="151"/>
                      <a:pt x="292" y="116"/>
                      <a:pt x="248" y="116"/>
                    </a:cubicBezTo>
                    <a:cubicBezTo>
                      <a:pt x="204" y="116"/>
                      <a:pt x="169" y="151"/>
                      <a:pt x="169" y="196"/>
                    </a:cubicBezTo>
                    <a:close/>
                    <a:moveTo>
                      <a:pt x="116" y="169"/>
                    </a:moveTo>
                    <a:lnTo>
                      <a:pt x="116" y="169"/>
                    </a:lnTo>
                    <a:cubicBezTo>
                      <a:pt x="124" y="107"/>
                      <a:pt x="186" y="63"/>
                      <a:pt x="248" y="63"/>
                    </a:cubicBezTo>
                    <a:cubicBezTo>
                      <a:pt x="284" y="63"/>
                      <a:pt x="319" y="71"/>
                      <a:pt x="345" y="98"/>
                    </a:cubicBezTo>
                    <a:cubicBezTo>
                      <a:pt x="354" y="107"/>
                      <a:pt x="381" y="107"/>
                      <a:pt x="390" y="98"/>
                    </a:cubicBezTo>
                    <a:cubicBezTo>
                      <a:pt x="399" y="89"/>
                      <a:pt x="399" y="71"/>
                      <a:pt x="390" y="54"/>
                    </a:cubicBezTo>
                    <a:cubicBezTo>
                      <a:pt x="354" y="18"/>
                      <a:pt x="301" y="0"/>
                      <a:pt x="248" y="0"/>
                    </a:cubicBezTo>
                    <a:cubicBezTo>
                      <a:pt x="160" y="0"/>
                      <a:pt x="80" y="54"/>
                      <a:pt x="62" y="143"/>
                    </a:cubicBezTo>
                    <a:cubicBezTo>
                      <a:pt x="0" y="143"/>
                      <a:pt x="0" y="143"/>
                      <a:pt x="0" y="143"/>
                    </a:cubicBezTo>
                    <a:cubicBezTo>
                      <a:pt x="0" y="196"/>
                      <a:pt x="0" y="196"/>
                      <a:pt x="0" y="196"/>
                    </a:cubicBezTo>
                    <a:cubicBezTo>
                      <a:pt x="80" y="196"/>
                      <a:pt x="80" y="196"/>
                      <a:pt x="80" y="196"/>
                    </a:cubicBezTo>
                    <a:cubicBezTo>
                      <a:pt x="107" y="196"/>
                      <a:pt x="107" y="178"/>
                      <a:pt x="116" y="169"/>
                    </a:cubicBezTo>
                    <a:close/>
                    <a:moveTo>
                      <a:pt x="416" y="196"/>
                    </a:moveTo>
                    <a:lnTo>
                      <a:pt x="416" y="196"/>
                    </a:lnTo>
                    <a:cubicBezTo>
                      <a:pt x="390" y="196"/>
                      <a:pt x="390" y="222"/>
                      <a:pt x="381" y="231"/>
                    </a:cubicBezTo>
                    <a:cubicBezTo>
                      <a:pt x="372" y="293"/>
                      <a:pt x="319" y="337"/>
                      <a:pt x="248" y="337"/>
                    </a:cubicBezTo>
                    <a:cubicBezTo>
                      <a:pt x="213" y="337"/>
                      <a:pt x="177" y="319"/>
                      <a:pt x="151" y="293"/>
                    </a:cubicBezTo>
                    <a:cubicBezTo>
                      <a:pt x="142" y="284"/>
                      <a:pt x="116" y="284"/>
                      <a:pt x="107" y="293"/>
                    </a:cubicBezTo>
                    <a:cubicBezTo>
                      <a:pt x="97" y="310"/>
                      <a:pt x="97" y="328"/>
                      <a:pt x="107" y="337"/>
                    </a:cubicBezTo>
                    <a:cubicBezTo>
                      <a:pt x="142" y="373"/>
                      <a:pt x="195" y="399"/>
                      <a:pt x="248" y="399"/>
                    </a:cubicBezTo>
                    <a:cubicBezTo>
                      <a:pt x="337" y="399"/>
                      <a:pt x="416" y="337"/>
                      <a:pt x="435" y="257"/>
                    </a:cubicBezTo>
                    <a:cubicBezTo>
                      <a:pt x="496" y="257"/>
                      <a:pt x="496" y="257"/>
                      <a:pt x="496" y="257"/>
                    </a:cubicBezTo>
                    <a:cubicBezTo>
                      <a:pt x="496" y="196"/>
                      <a:pt x="496" y="196"/>
                      <a:pt x="496" y="196"/>
                    </a:cubicBezTo>
                    <a:lnTo>
                      <a:pt x="416" y="196"/>
                    </a:lnTo>
                    <a:close/>
                  </a:path>
                </a:pathLst>
              </a:custGeom>
              <a:solidFill>
                <a:schemeClr val="bg1"/>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lstStyle/>
              <a:p>
                <a:pPr algn="ctr"/>
                <a:endParaRPr spc="300">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37" name="Group 96"/>
            <p:cNvGrpSpPr/>
            <p:nvPr/>
          </p:nvGrpSpPr>
          <p:grpSpPr>
            <a:xfrm>
              <a:off x="5477289" y="2852739"/>
              <a:ext cx="764860" cy="765060"/>
              <a:chOff x="6377202" y="3049115"/>
              <a:chExt cx="764860" cy="765060"/>
            </a:xfrm>
          </p:grpSpPr>
          <p:sp>
            <p:nvSpPr>
              <p:cNvPr id="38" name="Oval 7"/>
              <p:cNvSpPr/>
              <p:nvPr/>
            </p:nvSpPr>
            <p:spPr bwMode="auto">
              <a:xfrm>
                <a:off x="6377202" y="3049115"/>
                <a:ext cx="764860" cy="765060"/>
              </a:xfrm>
              <a:prstGeom prst="ellipse">
                <a:avLst/>
              </a:prstGeom>
              <a:solidFill>
                <a:srgbClr val="335C8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pc="300">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39" name="Freeform: Shape 18"/>
              <p:cNvSpPr/>
              <p:nvPr/>
            </p:nvSpPr>
            <p:spPr bwMode="auto">
              <a:xfrm>
                <a:off x="6593915" y="3298192"/>
                <a:ext cx="331434" cy="266907"/>
              </a:xfrm>
              <a:custGeom>
                <a:avLst/>
                <a:gdLst>
                  <a:gd name="T0" fmla="*/ 443 w 497"/>
                  <a:gd name="T1" fmla="*/ 0 h 400"/>
                  <a:gd name="T2" fmla="*/ 443 w 497"/>
                  <a:gd name="T3" fmla="*/ 0 h 400"/>
                  <a:gd name="T4" fmla="*/ 53 w 497"/>
                  <a:gd name="T5" fmla="*/ 0 h 400"/>
                  <a:gd name="T6" fmla="*/ 0 w 497"/>
                  <a:gd name="T7" fmla="*/ 44 h 400"/>
                  <a:gd name="T8" fmla="*/ 0 w 497"/>
                  <a:gd name="T9" fmla="*/ 346 h 400"/>
                  <a:gd name="T10" fmla="*/ 53 w 497"/>
                  <a:gd name="T11" fmla="*/ 399 h 400"/>
                  <a:gd name="T12" fmla="*/ 443 w 497"/>
                  <a:gd name="T13" fmla="*/ 399 h 400"/>
                  <a:gd name="T14" fmla="*/ 496 w 497"/>
                  <a:gd name="T15" fmla="*/ 346 h 400"/>
                  <a:gd name="T16" fmla="*/ 496 w 497"/>
                  <a:gd name="T17" fmla="*/ 44 h 400"/>
                  <a:gd name="T18" fmla="*/ 443 w 497"/>
                  <a:gd name="T19" fmla="*/ 0 h 400"/>
                  <a:gd name="T20" fmla="*/ 443 w 497"/>
                  <a:gd name="T21" fmla="*/ 346 h 400"/>
                  <a:gd name="T22" fmla="*/ 443 w 497"/>
                  <a:gd name="T23" fmla="*/ 346 h 400"/>
                  <a:gd name="T24" fmla="*/ 53 w 497"/>
                  <a:gd name="T25" fmla="*/ 346 h 400"/>
                  <a:gd name="T26" fmla="*/ 53 w 497"/>
                  <a:gd name="T27" fmla="*/ 44 h 400"/>
                  <a:gd name="T28" fmla="*/ 443 w 497"/>
                  <a:gd name="T29" fmla="*/ 44 h 400"/>
                  <a:gd name="T30" fmla="*/ 443 w 497"/>
                  <a:gd name="T31" fmla="*/ 346 h 400"/>
                  <a:gd name="T32" fmla="*/ 222 w 497"/>
                  <a:gd name="T33" fmla="*/ 249 h 400"/>
                  <a:gd name="T34" fmla="*/ 222 w 497"/>
                  <a:gd name="T35" fmla="*/ 249 h 400"/>
                  <a:gd name="T36" fmla="*/ 97 w 497"/>
                  <a:gd name="T37" fmla="*/ 249 h 400"/>
                  <a:gd name="T38" fmla="*/ 97 w 497"/>
                  <a:gd name="T39" fmla="*/ 293 h 400"/>
                  <a:gd name="T40" fmla="*/ 222 w 497"/>
                  <a:gd name="T41" fmla="*/ 293 h 400"/>
                  <a:gd name="T42" fmla="*/ 222 w 497"/>
                  <a:gd name="T43" fmla="*/ 249 h 400"/>
                  <a:gd name="T44" fmla="*/ 222 w 497"/>
                  <a:gd name="T45" fmla="*/ 178 h 400"/>
                  <a:gd name="T46" fmla="*/ 222 w 497"/>
                  <a:gd name="T47" fmla="*/ 178 h 400"/>
                  <a:gd name="T48" fmla="*/ 97 w 497"/>
                  <a:gd name="T49" fmla="*/ 178 h 400"/>
                  <a:gd name="T50" fmla="*/ 97 w 497"/>
                  <a:gd name="T51" fmla="*/ 222 h 400"/>
                  <a:gd name="T52" fmla="*/ 222 w 497"/>
                  <a:gd name="T53" fmla="*/ 222 h 400"/>
                  <a:gd name="T54" fmla="*/ 222 w 497"/>
                  <a:gd name="T55" fmla="*/ 178 h 400"/>
                  <a:gd name="T56" fmla="*/ 222 w 497"/>
                  <a:gd name="T57" fmla="*/ 98 h 400"/>
                  <a:gd name="T58" fmla="*/ 222 w 497"/>
                  <a:gd name="T59" fmla="*/ 98 h 400"/>
                  <a:gd name="T60" fmla="*/ 97 w 497"/>
                  <a:gd name="T61" fmla="*/ 98 h 400"/>
                  <a:gd name="T62" fmla="*/ 97 w 497"/>
                  <a:gd name="T63" fmla="*/ 143 h 400"/>
                  <a:gd name="T64" fmla="*/ 222 w 497"/>
                  <a:gd name="T65" fmla="*/ 143 h 400"/>
                  <a:gd name="T66" fmla="*/ 222 w 497"/>
                  <a:gd name="T67" fmla="*/ 98 h 400"/>
                  <a:gd name="T68" fmla="*/ 389 w 497"/>
                  <a:gd name="T69" fmla="*/ 257 h 400"/>
                  <a:gd name="T70" fmla="*/ 389 w 497"/>
                  <a:gd name="T71" fmla="*/ 257 h 400"/>
                  <a:gd name="T72" fmla="*/ 354 w 497"/>
                  <a:gd name="T73" fmla="*/ 231 h 400"/>
                  <a:gd name="T74" fmla="*/ 381 w 497"/>
                  <a:gd name="T75" fmla="*/ 151 h 400"/>
                  <a:gd name="T76" fmla="*/ 336 w 497"/>
                  <a:gd name="T77" fmla="*/ 98 h 400"/>
                  <a:gd name="T78" fmla="*/ 292 w 497"/>
                  <a:gd name="T79" fmla="*/ 151 h 400"/>
                  <a:gd name="T80" fmla="*/ 319 w 497"/>
                  <a:gd name="T81" fmla="*/ 231 h 400"/>
                  <a:gd name="T82" fmla="*/ 275 w 497"/>
                  <a:gd name="T83" fmla="*/ 257 h 400"/>
                  <a:gd name="T84" fmla="*/ 275 w 497"/>
                  <a:gd name="T85" fmla="*/ 293 h 400"/>
                  <a:gd name="T86" fmla="*/ 398 w 497"/>
                  <a:gd name="T87" fmla="*/ 293 h 400"/>
                  <a:gd name="T88" fmla="*/ 389 w 497"/>
                  <a:gd name="T89" fmla="*/ 257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97" h="400">
                    <a:moveTo>
                      <a:pt x="443" y="0"/>
                    </a:moveTo>
                    <a:lnTo>
                      <a:pt x="443" y="0"/>
                    </a:lnTo>
                    <a:cubicBezTo>
                      <a:pt x="53" y="0"/>
                      <a:pt x="53" y="0"/>
                      <a:pt x="53" y="0"/>
                    </a:cubicBezTo>
                    <a:cubicBezTo>
                      <a:pt x="17" y="0"/>
                      <a:pt x="0" y="18"/>
                      <a:pt x="0" y="44"/>
                    </a:cubicBezTo>
                    <a:cubicBezTo>
                      <a:pt x="0" y="346"/>
                      <a:pt x="0" y="346"/>
                      <a:pt x="0" y="346"/>
                    </a:cubicBezTo>
                    <a:cubicBezTo>
                      <a:pt x="0" y="373"/>
                      <a:pt x="17" y="399"/>
                      <a:pt x="53" y="399"/>
                    </a:cubicBezTo>
                    <a:cubicBezTo>
                      <a:pt x="443" y="399"/>
                      <a:pt x="443" y="399"/>
                      <a:pt x="443" y="399"/>
                    </a:cubicBezTo>
                    <a:cubicBezTo>
                      <a:pt x="470" y="399"/>
                      <a:pt x="496" y="373"/>
                      <a:pt x="496" y="346"/>
                    </a:cubicBezTo>
                    <a:cubicBezTo>
                      <a:pt x="496" y="44"/>
                      <a:pt x="496" y="44"/>
                      <a:pt x="496" y="44"/>
                    </a:cubicBezTo>
                    <a:cubicBezTo>
                      <a:pt x="496" y="18"/>
                      <a:pt x="470" y="0"/>
                      <a:pt x="443" y="0"/>
                    </a:cubicBezTo>
                    <a:close/>
                    <a:moveTo>
                      <a:pt x="443" y="346"/>
                    </a:moveTo>
                    <a:lnTo>
                      <a:pt x="443" y="346"/>
                    </a:lnTo>
                    <a:cubicBezTo>
                      <a:pt x="53" y="346"/>
                      <a:pt x="53" y="346"/>
                      <a:pt x="53" y="346"/>
                    </a:cubicBezTo>
                    <a:cubicBezTo>
                      <a:pt x="53" y="44"/>
                      <a:pt x="53" y="44"/>
                      <a:pt x="53" y="44"/>
                    </a:cubicBezTo>
                    <a:cubicBezTo>
                      <a:pt x="443" y="44"/>
                      <a:pt x="443" y="44"/>
                      <a:pt x="443" y="44"/>
                    </a:cubicBezTo>
                    <a:lnTo>
                      <a:pt x="443" y="346"/>
                    </a:lnTo>
                    <a:close/>
                    <a:moveTo>
                      <a:pt x="222" y="249"/>
                    </a:moveTo>
                    <a:lnTo>
                      <a:pt x="222" y="249"/>
                    </a:lnTo>
                    <a:cubicBezTo>
                      <a:pt x="97" y="249"/>
                      <a:pt x="97" y="249"/>
                      <a:pt x="97" y="249"/>
                    </a:cubicBezTo>
                    <a:cubicBezTo>
                      <a:pt x="97" y="293"/>
                      <a:pt x="97" y="293"/>
                      <a:pt x="97" y="293"/>
                    </a:cubicBezTo>
                    <a:cubicBezTo>
                      <a:pt x="222" y="293"/>
                      <a:pt x="222" y="293"/>
                      <a:pt x="222" y="293"/>
                    </a:cubicBezTo>
                    <a:lnTo>
                      <a:pt x="222" y="249"/>
                    </a:lnTo>
                    <a:close/>
                    <a:moveTo>
                      <a:pt x="222" y="178"/>
                    </a:moveTo>
                    <a:lnTo>
                      <a:pt x="222" y="178"/>
                    </a:lnTo>
                    <a:cubicBezTo>
                      <a:pt x="97" y="178"/>
                      <a:pt x="97" y="178"/>
                      <a:pt x="97" y="178"/>
                    </a:cubicBezTo>
                    <a:cubicBezTo>
                      <a:pt x="97" y="222"/>
                      <a:pt x="97" y="222"/>
                      <a:pt x="97" y="222"/>
                    </a:cubicBezTo>
                    <a:cubicBezTo>
                      <a:pt x="222" y="222"/>
                      <a:pt x="222" y="222"/>
                      <a:pt x="222" y="222"/>
                    </a:cubicBezTo>
                    <a:lnTo>
                      <a:pt x="222" y="178"/>
                    </a:lnTo>
                    <a:close/>
                    <a:moveTo>
                      <a:pt x="222" y="98"/>
                    </a:moveTo>
                    <a:lnTo>
                      <a:pt x="222" y="98"/>
                    </a:lnTo>
                    <a:cubicBezTo>
                      <a:pt x="97" y="98"/>
                      <a:pt x="97" y="98"/>
                      <a:pt x="97" y="98"/>
                    </a:cubicBezTo>
                    <a:cubicBezTo>
                      <a:pt x="97" y="143"/>
                      <a:pt x="97" y="143"/>
                      <a:pt x="97" y="143"/>
                    </a:cubicBezTo>
                    <a:cubicBezTo>
                      <a:pt x="222" y="143"/>
                      <a:pt x="222" y="143"/>
                      <a:pt x="222" y="143"/>
                    </a:cubicBezTo>
                    <a:lnTo>
                      <a:pt x="222" y="98"/>
                    </a:lnTo>
                    <a:close/>
                    <a:moveTo>
                      <a:pt x="389" y="257"/>
                    </a:moveTo>
                    <a:lnTo>
                      <a:pt x="389" y="257"/>
                    </a:lnTo>
                    <a:cubicBezTo>
                      <a:pt x="389" y="257"/>
                      <a:pt x="354" y="249"/>
                      <a:pt x="354" y="231"/>
                    </a:cubicBezTo>
                    <a:cubicBezTo>
                      <a:pt x="354" y="204"/>
                      <a:pt x="381" y="196"/>
                      <a:pt x="381" y="151"/>
                    </a:cubicBezTo>
                    <a:cubicBezTo>
                      <a:pt x="381" y="125"/>
                      <a:pt x="372" y="98"/>
                      <a:pt x="336" y="98"/>
                    </a:cubicBezTo>
                    <a:cubicBezTo>
                      <a:pt x="301" y="98"/>
                      <a:pt x="292" y="125"/>
                      <a:pt x="292" y="151"/>
                    </a:cubicBezTo>
                    <a:cubicBezTo>
                      <a:pt x="292" y="196"/>
                      <a:pt x="319" y="204"/>
                      <a:pt x="319" y="231"/>
                    </a:cubicBezTo>
                    <a:cubicBezTo>
                      <a:pt x="319" y="249"/>
                      <a:pt x="275" y="257"/>
                      <a:pt x="275" y="257"/>
                    </a:cubicBezTo>
                    <a:lnTo>
                      <a:pt x="275" y="293"/>
                    </a:lnTo>
                    <a:cubicBezTo>
                      <a:pt x="398" y="293"/>
                      <a:pt x="398" y="293"/>
                      <a:pt x="398" y="293"/>
                    </a:cubicBezTo>
                    <a:cubicBezTo>
                      <a:pt x="398" y="293"/>
                      <a:pt x="398" y="257"/>
                      <a:pt x="389" y="257"/>
                    </a:cubicBezTo>
                    <a:close/>
                  </a:path>
                </a:pathLst>
              </a:custGeom>
              <a:solidFill>
                <a:schemeClr val="bg1"/>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lstStyle/>
              <a:p>
                <a:pPr algn="ctr"/>
                <a:endParaRPr spc="300">
                  <a:latin typeface="微软雅黑" panose="020B0503020204020204" pitchFamily="34" charset="-122"/>
                  <a:ea typeface="微软雅黑" panose="020B0503020204020204" pitchFamily="34" charset="-122"/>
                  <a:sym typeface="思源黑体 Medium" panose="020B0600000000000000" pitchFamily="34" charset="-122"/>
                </a:endParaRPr>
              </a:p>
            </p:txBody>
          </p:sp>
        </p:grpSp>
        <p:grpSp>
          <p:nvGrpSpPr>
            <p:cNvPr id="42" name="Group 97"/>
            <p:cNvGrpSpPr/>
            <p:nvPr/>
          </p:nvGrpSpPr>
          <p:grpSpPr>
            <a:xfrm>
              <a:off x="5477289" y="3805468"/>
              <a:ext cx="764860" cy="765060"/>
              <a:chOff x="6377202" y="3940454"/>
              <a:chExt cx="764860" cy="765060"/>
            </a:xfrm>
          </p:grpSpPr>
          <p:sp>
            <p:nvSpPr>
              <p:cNvPr id="43" name="Oval 8"/>
              <p:cNvSpPr/>
              <p:nvPr/>
            </p:nvSpPr>
            <p:spPr bwMode="auto">
              <a:xfrm>
                <a:off x="6377202" y="3940454"/>
                <a:ext cx="764860" cy="765060"/>
              </a:xfrm>
              <a:prstGeom prst="ellipse">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pc="300">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44" name="Freeform: Shape 16"/>
              <p:cNvSpPr/>
              <p:nvPr/>
            </p:nvSpPr>
            <p:spPr bwMode="auto">
              <a:xfrm>
                <a:off x="6580378" y="4152265"/>
                <a:ext cx="358509" cy="341439"/>
              </a:xfrm>
              <a:custGeom>
                <a:avLst/>
                <a:gdLst>
                  <a:gd name="T0" fmla="*/ 363 w 461"/>
                  <a:gd name="T1" fmla="*/ 336 h 443"/>
                  <a:gd name="T2" fmla="*/ 363 w 461"/>
                  <a:gd name="T3" fmla="*/ 336 h 443"/>
                  <a:gd name="T4" fmla="*/ 284 w 461"/>
                  <a:gd name="T5" fmla="*/ 248 h 443"/>
                  <a:gd name="T6" fmla="*/ 310 w 461"/>
                  <a:gd name="T7" fmla="*/ 195 h 443"/>
                  <a:gd name="T8" fmla="*/ 328 w 461"/>
                  <a:gd name="T9" fmla="*/ 151 h 443"/>
                  <a:gd name="T10" fmla="*/ 319 w 461"/>
                  <a:gd name="T11" fmla="*/ 132 h 443"/>
                  <a:gd name="T12" fmla="*/ 328 w 461"/>
                  <a:gd name="T13" fmla="*/ 88 h 443"/>
                  <a:gd name="T14" fmla="*/ 230 w 461"/>
                  <a:gd name="T15" fmla="*/ 0 h 443"/>
                  <a:gd name="T16" fmla="*/ 132 w 461"/>
                  <a:gd name="T17" fmla="*/ 88 h 443"/>
                  <a:gd name="T18" fmla="*/ 141 w 461"/>
                  <a:gd name="T19" fmla="*/ 132 h 443"/>
                  <a:gd name="T20" fmla="*/ 132 w 461"/>
                  <a:gd name="T21" fmla="*/ 151 h 443"/>
                  <a:gd name="T22" fmla="*/ 150 w 461"/>
                  <a:gd name="T23" fmla="*/ 195 h 443"/>
                  <a:gd name="T24" fmla="*/ 177 w 461"/>
                  <a:gd name="T25" fmla="*/ 248 h 443"/>
                  <a:gd name="T26" fmla="*/ 97 w 461"/>
                  <a:gd name="T27" fmla="*/ 336 h 443"/>
                  <a:gd name="T28" fmla="*/ 0 w 461"/>
                  <a:gd name="T29" fmla="*/ 398 h 443"/>
                  <a:gd name="T30" fmla="*/ 0 w 461"/>
                  <a:gd name="T31" fmla="*/ 442 h 443"/>
                  <a:gd name="T32" fmla="*/ 230 w 461"/>
                  <a:gd name="T33" fmla="*/ 442 h 443"/>
                  <a:gd name="T34" fmla="*/ 460 w 461"/>
                  <a:gd name="T35" fmla="*/ 442 h 443"/>
                  <a:gd name="T36" fmla="*/ 460 w 461"/>
                  <a:gd name="T37" fmla="*/ 398 h 443"/>
                  <a:gd name="T38" fmla="*/ 363 w 461"/>
                  <a:gd name="T39" fmla="*/ 336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1" h="442">
                    <a:moveTo>
                      <a:pt x="363" y="336"/>
                    </a:moveTo>
                    <a:lnTo>
                      <a:pt x="363" y="336"/>
                    </a:lnTo>
                    <a:cubicBezTo>
                      <a:pt x="301" y="310"/>
                      <a:pt x="284" y="292"/>
                      <a:pt x="284" y="248"/>
                    </a:cubicBezTo>
                    <a:cubicBezTo>
                      <a:pt x="284" y="230"/>
                      <a:pt x="301" y="239"/>
                      <a:pt x="310" y="195"/>
                    </a:cubicBezTo>
                    <a:cubicBezTo>
                      <a:pt x="310" y="176"/>
                      <a:pt x="328" y="195"/>
                      <a:pt x="328" y="151"/>
                    </a:cubicBezTo>
                    <a:cubicBezTo>
                      <a:pt x="328" y="132"/>
                      <a:pt x="319" y="132"/>
                      <a:pt x="319" y="132"/>
                    </a:cubicBezTo>
                    <a:cubicBezTo>
                      <a:pt x="319" y="132"/>
                      <a:pt x="328" y="106"/>
                      <a:pt x="328" y="88"/>
                    </a:cubicBezTo>
                    <a:cubicBezTo>
                      <a:pt x="328" y="61"/>
                      <a:pt x="319" y="0"/>
                      <a:pt x="230" y="0"/>
                    </a:cubicBezTo>
                    <a:cubicBezTo>
                      <a:pt x="141" y="0"/>
                      <a:pt x="132" y="61"/>
                      <a:pt x="132" y="88"/>
                    </a:cubicBezTo>
                    <a:cubicBezTo>
                      <a:pt x="132" y="106"/>
                      <a:pt x="141" y="132"/>
                      <a:pt x="141" y="132"/>
                    </a:cubicBezTo>
                    <a:cubicBezTo>
                      <a:pt x="141" y="132"/>
                      <a:pt x="132" y="132"/>
                      <a:pt x="132" y="151"/>
                    </a:cubicBezTo>
                    <a:cubicBezTo>
                      <a:pt x="132" y="195"/>
                      <a:pt x="150" y="176"/>
                      <a:pt x="150" y="195"/>
                    </a:cubicBezTo>
                    <a:cubicBezTo>
                      <a:pt x="159" y="239"/>
                      <a:pt x="177" y="230"/>
                      <a:pt x="177" y="248"/>
                    </a:cubicBezTo>
                    <a:cubicBezTo>
                      <a:pt x="177" y="292"/>
                      <a:pt x="159" y="310"/>
                      <a:pt x="97" y="336"/>
                    </a:cubicBezTo>
                    <a:cubicBezTo>
                      <a:pt x="35" y="354"/>
                      <a:pt x="0" y="380"/>
                      <a:pt x="0" y="398"/>
                    </a:cubicBezTo>
                    <a:cubicBezTo>
                      <a:pt x="0" y="407"/>
                      <a:pt x="0" y="442"/>
                      <a:pt x="0" y="442"/>
                    </a:cubicBezTo>
                    <a:cubicBezTo>
                      <a:pt x="230" y="442"/>
                      <a:pt x="230" y="442"/>
                      <a:pt x="230" y="442"/>
                    </a:cubicBezTo>
                    <a:cubicBezTo>
                      <a:pt x="460" y="442"/>
                      <a:pt x="460" y="442"/>
                      <a:pt x="460" y="442"/>
                    </a:cubicBezTo>
                    <a:cubicBezTo>
                      <a:pt x="460" y="442"/>
                      <a:pt x="460" y="407"/>
                      <a:pt x="460" y="398"/>
                    </a:cubicBezTo>
                    <a:cubicBezTo>
                      <a:pt x="460" y="380"/>
                      <a:pt x="425" y="354"/>
                      <a:pt x="363" y="336"/>
                    </a:cubicBezTo>
                  </a:path>
                </a:pathLst>
              </a:custGeom>
              <a:solidFill>
                <a:schemeClr val="bg1"/>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lstStyle/>
              <a:p>
                <a:pPr algn="ctr"/>
                <a:endParaRPr spc="300">
                  <a:latin typeface="微软雅黑" panose="020B0503020204020204" pitchFamily="34" charset="-122"/>
                  <a:ea typeface="微软雅黑" panose="020B0503020204020204" pitchFamily="34" charset="-122"/>
                  <a:sym typeface="思源黑体 Medium" panose="020B0600000000000000" pitchFamily="34" charset="-122"/>
                </a:endParaRPr>
              </a:p>
            </p:txBody>
          </p:sp>
        </p:grpSp>
        <p:sp>
          <p:nvSpPr>
            <p:cNvPr id="47" name="Oval 6"/>
            <p:cNvSpPr/>
            <p:nvPr/>
          </p:nvSpPr>
          <p:spPr bwMode="auto">
            <a:xfrm>
              <a:off x="5477289" y="4758197"/>
              <a:ext cx="764860" cy="765060"/>
            </a:xfrm>
            <a:prstGeom prst="ellipse">
              <a:avLst/>
            </a:prstGeom>
            <a:solidFill>
              <a:srgbClr val="335C8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pc="300">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48" name="Freeform: Shape 15"/>
            <p:cNvSpPr/>
            <p:nvPr/>
          </p:nvSpPr>
          <p:spPr bwMode="auto">
            <a:xfrm>
              <a:off x="5723372" y="4963291"/>
              <a:ext cx="272695" cy="354873"/>
            </a:xfrm>
            <a:custGeom>
              <a:avLst/>
              <a:gdLst>
                <a:gd name="T0" fmla="*/ 115 w 320"/>
                <a:gd name="T1" fmla="*/ 62 h 417"/>
                <a:gd name="T2" fmla="*/ 115 w 320"/>
                <a:gd name="T3" fmla="*/ 62 h 417"/>
                <a:gd name="T4" fmla="*/ 62 w 320"/>
                <a:gd name="T5" fmla="*/ 0 h 417"/>
                <a:gd name="T6" fmla="*/ 0 w 320"/>
                <a:gd name="T7" fmla="*/ 62 h 417"/>
                <a:gd name="T8" fmla="*/ 36 w 320"/>
                <a:gd name="T9" fmla="*/ 115 h 417"/>
                <a:gd name="T10" fmla="*/ 36 w 320"/>
                <a:gd name="T11" fmla="*/ 301 h 417"/>
                <a:gd name="T12" fmla="*/ 0 w 320"/>
                <a:gd name="T13" fmla="*/ 354 h 417"/>
                <a:gd name="T14" fmla="*/ 62 w 320"/>
                <a:gd name="T15" fmla="*/ 416 h 417"/>
                <a:gd name="T16" fmla="*/ 115 w 320"/>
                <a:gd name="T17" fmla="*/ 354 h 417"/>
                <a:gd name="T18" fmla="*/ 80 w 320"/>
                <a:gd name="T19" fmla="*/ 301 h 417"/>
                <a:gd name="T20" fmla="*/ 80 w 320"/>
                <a:gd name="T21" fmla="*/ 115 h 417"/>
                <a:gd name="T22" fmla="*/ 115 w 320"/>
                <a:gd name="T23" fmla="*/ 62 h 417"/>
                <a:gd name="T24" fmla="*/ 98 w 320"/>
                <a:gd name="T25" fmla="*/ 354 h 417"/>
                <a:gd name="T26" fmla="*/ 98 w 320"/>
                <a:gd name="T27" fmla="*/ 354 h 417"/>
                <a:gd name="T28" fmla="*/ 62 w 320"/>
                <a:gd name="T29" fmla="*/ 390 h 417"/>
                <a:gd name="T30" fmla="*/ 27 w 320"/>
                <a:gd name="T31" fmla="*/ 354 h 417"/>
                <a:gd name="T32" fmla="*/ 62 w 320"/>
                <a:gd name="T33" fmla="*/ 319 h 417"/>
                <a:gd name="T34" fmla="*/ 98 w 320"/>
                <a:gd name="T35" fmla="*/ 354 h 417"/>
                <a:gd name="T36" fmla="*/ 62 w 320"/>
                <a:gd name="T37" fmla="*/ 88 h 417"/>
                <a:gd name="T38" fmla="*/ 62 w 320"/>
                <a:gd name="T39" fmla="*/ 88 h 417"/>
                <a:gd name="T40" fmla="*/ 27 w 320"/>
                <a:gd name="T41" fmla="*/ 62 h 417"/>
                <a:gd name="T42" fmla="*/ 62 w 320"/>
                <a:gd name="T43" fmla="*/ 27 h 417"/>
                <a:gd name="T44" fmla="*/ 98 w 320"/>
                <a:gd name="T45" fmla="*/ 62 h 417"/>
                <a:gd name="T46" fmla="*/ 62 w 320"/>
                <a:gd name="T47" fmla="*/ 88 h 417"/>
                <a:gd name="T48" fmla="*/ 284 w 320"/>
                <a:gd name="T49" fmla="*/ 301 h 417"/>
                <a:gd name="T50" fmla="*/ 284 w 320"/>
                <a:gd name="T51" fmla="*/ 301 h 417"/>
                <a:gd name="T52" fmla="*/ 284 w 320"/>
                <a:gd name="T53" fmla="*/ 115 h 417"/>
                <a:gd name="T54" fmla="*/ 319 w 320"/>
                <a:gd name="T55" fmla="*/ 62 h 417"/>
                <a:gd name="T56" fmla="*/ 257 w 320"/>
                <a:gd name="T57" fmla="*/ 0 h 417"/>
                <a:gd name="T58" fmla="*/ 195 w 320"/>
                <a:gd name="T59" fmla="*/ 62 h 417"/>
                <a:gd name="T60" fmla="*/ 239 w 320"/>
                <a:gd name="T61" fmla="*/ 115 h 417"/>
                <a:gd name="T62" fmla="*/ 239 w 320"/>
                <a:gd name="T63" fmla="*/ 301 h 417"/>
                <a:gd name="T64" fmla="*/ 195 w 320"/>
                <a:gd name="T65" fmla="*/ 354 h 417"/>
                <a:gd name="T66" fmla="*/ 257 w 320"/>
                <a:gd name="T67" fmla="*/ 416 h 417"/>
                <a:gd name="T68" fmla="*/ 319 w 320"/>
                <a:gd name="T69" fmla="*/ 354 h 417"/>
                <a:gd name="T70" fmla="*/ 284 w 320"/>
                <a:gd name="T71" fmla="*/ 301 h 417"/>
                <a:gd name="T72" fmla="*/ 221 w 320"/>
                <a:gd name="T73" fmla="*/ 62 h 417"/>
                <a:gd name="T74" fmla="*/ 221 w 320"/>
                <a:gd name="T75" fmla="*/ 62 h 417"/>
                <a:gd name="T76" fmla="*/ 257 w 320"/>
                <a:gd name="T77" fmla="*/ 27 h 417"/>
                <a:gd name="T78" fmla="*/ 292 w 320"/>
                <a:gd name="T79" fmla="*/ 62 h 417"/>
                <a:gd name="T80" fmla="*/ 257 w 320"/>
                <a:gd name="T81" fmla="*/ 88 h 417"/>
                <a:gd name="T82" fmla="*/ 221 w 320"/>
                <a:gd name="T83" fmla="*/ 62 h 417"/>
                <a:gd name="T84" fmla="*/ 257 w 320"/>
                <a:gd name="T85" fmla="*/ 390 h 417"/>
                <a:gd name="T86" fmla="*/ 257 w 320"/>
                <a:gd name="T87" fmla="*/ 390 h 417"/>
                <a:gd name="T88" fmla="*/ 221 w 320"/>
                <a:gd name="T89" fmla="*/ 354 h 417"/>
                <a:gd name="T90" fmla="*/ 257 w 320"/>
                <a:gd name="T91" fmla="*/ 319 h 417"/>
                <a:gd name="T92" fmla="*/ 292 w 320"/>
                <a:gd name="T93" fmla="*/ 354 h 417"/>
                <a:gd name="T94" fmla="*/ 257 w 320"/>
                <a:gd name="T95" fmla="*/ 39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0" h="417">
                  <a:moveTo>
                    <a:pt x="115" y="62"/>
                  </a:moveTo>
                  <a:lnTo>
                    <a:pt x="115" y="62"/>
                  </a:lnTo>
                  <a:cubicBezTo>
                    <a:pt x="115" y="27"/>
                    <a:pt x="89" y="0"/>
                    <a:pt x="62" y="0"/>
                  </a:cubicBezTo>
                  <a:cubicBezTo>
                    <a:pt x="27" y="0"/>
                    <a:pt x="0" y="27"/>
                    <a:pt x="0" y="62"/>
                  </a:cubicBezTo>
                  <a:cubicBezTo>
                    <a:pt x="0" y="80"/>
                    <a:pt x="18" y="106"/>
                    <a:pt x="36" y="115"/>
                  </a:cubicBezTo>
                  <a:cubicBezTo>
                    <a:pt x="36" y="301"/>
                    <a:pt x="36" y="301"/>
                    <a:pt x="36" y="301"/>
                  </a:cubicBezTo>
                  <a:cubicBezTo>
                    <a:pt x="18" y="310"/>
                    <a:pt x="0" y="328"/>
                    <a:pt x="0" y="354"/>
                  </a:cubicBezTo>
                  <a:cubicBezTo>
                    <a:pt x="0" y="390"/>
                    <a:pt x="27" y="416"/>
                    <a:pt x="62" y="416"/>
                  </a:cubicBezTo>
                  <a:cubicBezTo>
                    <a:pt x="89" y="416"/>
                    <a:pt x="115" y="390"/>
                    <a:pt x="115" y="354"/>
                  </a:cubicBezTo>
                  <a:cubicBezTo>
                    <a:pt x="115" y="328"/>
                    <a:pt x="106" y="310"/>
                    <a:pt x="80" y="301"/>
                  </a:cubicBezTo>
                  <a:cubicBezTo>
                    <a:pt x="80" y="115"/>
                    <a:pt x="80" y="115"/>
                    <a:pt x="80" y="115"/>
                  </a:cubicBezTo>
                  <a:cubicBezTo>
                    <a:pt x="106" y="106"/>
                    <a:pt x="115" y="80"/>
                    <a:pt x="115" y="62"/>
                  </a:cubicBezTo>
                  <a:close/>
                  <a:moveTo>
                    <a:pt x="98" y="354"/>
                  </a:moveTo>
                  <a:lnTo>
                    <a:pt x="98" y="354"/>
                  </a:lnTo>
                  <a:cubicBezTo>
                    <a:pt x="98" y="372"/>
                    <a:pt x="80" y="390"/>
                    <a:pt x="62" y="390"/>
                  </a:cubicBezTo>
                  <a:cubicBezTo>
                    <a:pt x="44" y="390"/>
                    <a:pt x="27" y="372"/>
                    <a:pt x="27" y="354"/>
                  </a:cubicBezTo>
                  <a:cubicBezTo>
                    <a:pt x="27" y="337"/>
                    <a:pt x="44" y="319"/>
                    <a:pt x="62" y="319"/>
                  </a:cubicBezTo>
                  <a:cubicBezTo>
                    <a:pt x="80" y="319"/>
                    <a:pt x="98" y="337"/>
                    <a:pt x="98" y="354"/>
                  </a:cubicBezTo>
                  <a:close/>
                  <a:moveTo>
                    <a:pt x="62" y="88"/>
                  </a:moveTo>
                  <a:lnTo>
                    <a:pt x="62" y="88"/>
                  </a:lnTo>
                  <a:cubicBezTo>
                    <a:pt x="44" y="88"/>
                    <a:pt x="27" y="80"/>
                    <a:pt x="27" y="62"/>
                  </a:cubicBezTo>
                  <a:cubicBezTo>
                    <a:pt x="27" y="35"/>
                    <a:pt x="44" y="27"/>
                    <a:pt x="62" y="27"/>
                  </a:cubicBezTo>
                  <a:cubicBezTo>
                    <a:pt x="80" y="27"/>
                    <a:pt x="98" y="35"/>
                    <a:pt x="98" y="62"/>
                  </a:cubicBezTo>
                  <a:cubicBezTo>
                    <a:pt x="98" y="80"/>
                    <a:pt x="80" y="88"/>
                    <a:pt x="62" y="88"/>
                  </a:cubicBezTo>
                  <a:close/>
                  <a:moveTo>
                    <a:pt x="284" y="301"/>
                  </a:moveTo>
                  <a:lnTo>
                    <a:pt x="284" y="301"/>
                  </a:lnTo>
                  <a:cubicBezTo>
                    <a:pt x="284" y="115"/>
                    <a:pt x="284" y="115"/>
                    <a:pt x="284" y="115"/>
                  </a:cubicBezTo>
                  <a:cubicBezTo>
                    <a:pt x="302" y="106"/>
                    <a:pt x="319" y="80"/>
                    <a:pt x="319" y="62"/>
                  </a:cubicBezTo>
                  <a:cubicBezTo>
                    <a:pt x="319" y="27"/>
                    <a:pt x="292" y="0"/>
                    <a:pt x="257" y="0"/>
                  </a:cubicBezTo>
                  <a:cubicBezTo>
                    <a:pt x="221" y="0"/>
                    <a:pt x="195" y="27"/>
                    <a:pt x="195" y="62"/>
                  </a:cubicBezTo>
                  <a:cubicBezTo>
                    <a:pt x="195" y="80"/>
                    <a:pt x="212" y="106"/>
                    <a:pt x="239" y="115"/>
                  </a:cubicBezTo>
                  <a:cubicBezTo>
                    <a:pt x="239" y="301"/>
                    <a:pt x="239" y="301"/>
                    <a:pt x="239" y="301"/>
                  </a:cubicBezTo>
                  <a:cubicBezTo>
                    <a:pt x="212" y="310"/>
                    <a:pt x="195" y="328"/>
                    <a:pt x="195" y="354"/>
                  </a:cubicBezTo>
                  <a:cubicBezTo>
                    <a:pt x="195" y="390"/>
                    <a:pt x="221" y="416"/>
                    <a:pt x="257" y="416"/>
                  </a:cubicBezTo>
                  <a:cubicBezTo>
                    <a:pt x="292" y="416"/>
                    <a:pt x="319" y="390"/>
                    <a:pt x="319" y="354"/>
                  </a:cubicBezTo>
                  <a:cubicBezTo>
                    <a:pt x="319" y="328"/>
                    <a:pt x="302" y="310"/>
                    <a:pt x="284" y="301"/>
                  </a:cubicBezTo>
                  <a:close/>
                  <a:moveTo>
                    <a:pt x="221" y="62"/>
                  </a:moveTo>
                  <a:lnTo>
                    <a:pt x="221" y="62"/>
                  </a:lnTo>
                  <a:cubicBezTo>
                    <a:pt x="221" y="35"/>
                    <a:pt x="239" y="27"/>
                    <a:pt x="257" y="27"/>
                  </a:cubicBezTo>
                  <a:cubicBezTo>
                    <a:pt x="275" y="27"/>
                    <a:pt x="292" y="35"/>
                    <a:pt x="292" y="62"/>
                  </a:cubicBezTo>
                  <a:cubicBezTo>
                    <a:pt x="292" y="80"/>
                    <a:pt x="275" y="88"/>
                    <a:pt x="257" y="88"/>
                  </a:cubicBezTo>
                  <a:cubicBezTo>
                    <a:pt x="239" y="88"/>
                    <a:pt x="221" y="80"/>
                    <a:pt x="221" y="62"/>
                  </a:cubicBezTo>
                  <a:close/>
                  <a:moveTo>
                    <a:pt x="257" y="390"/>
                  </a:moveTo>
                  <a:lnTo>
                    <a:pt x="257" y="390"/>
                  </a:lnTo>
                  <a:cubicBezTo>
                    <a:pt x="239" y="390"/>
                    <a:pt x="221" y="372"/>
                    <a:pt x="221" y="354"/>
                  </a:cubicBezTo>
                  <a:cubicBezTo>
                    <a:pt x="221" y="337"/>
                    <a:pt x="239" y="319"/>
                    <a:pt x="257" y="319"/>
                  </a:cubicBezTo>
                  <a:cubicBezTo>
                    <a:pt x="275" y="319"/>
                    <a:pt x="292" y="337"/>
                    <a:pt x="292" y="354"/>
                  </a:cubicBezTo>
                  <a:cubicBezTo>
                    <a:pt x="292" y="372"/>
                    <a:pt x="275" y="390"/>
                    <a:pt x="257" y="390"/>
                  </a:cubicBezTo>
                  <a:close/>
                </a:path>
              </a:pathLst>
            </a:custGeom>
            <a:solidFill>
              <a:schemeClr val="bg1"/>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lstStyle/>
            <a:p>
              <a:pPr algn="ctr"/>
              <a:endParaRPr spc="300">
                <a:latin typeface="微软雅黑" panose="020B0503020204020204" pitchFamily="34" charset="-122"/>
                <a:ea typeface="微软雅黑" panose="020B0503020204020204" pitchFamily="34" charset="-122"/>
                <a:sym typeface="思源黑体 Medium" panose="020B0600000000000000" pitchFamily="34" charset="-122"/>
              </a:endParaRPr>
            </a:p>
          </p:txBody>
        </p:sp>
      </p:grpSp>
      <p:sp>
        <p:nvSpPr>
          <p:cNvPr id="49" name="Rectangle 9"/>
          <p:cNvSpPr/>
          <p:nvPr/>
        </p:nvSpPr>
        <p:spPr>
          <a:xfrm>
            <a:off x="6267551" y="4727759"/>
            <a:ext cx="1109012" cy="387780"/>
          </a:xfrm>
          <a:prstGeom prst="rect">
            <a:avLst/>
          </a:prstGeom>
        </p:spPr>
        <p:txBody>
          <a:bodyPr wrap="none" lIns="109710" tIns="54855" rIns="109710" bIns="54855">
            <a:noAutofit/>
          </a:bodyPr>
          <a:lstStyle/>
          <a:p>
            <a:r>
              <a:rPr lang="zh-CN" altLang="en-US" spc="300">
                <a:latin typeface="微软雅黑" panose="020B0503020204020204" pitchFamily="34" charset="-122"/>
                <a:ea typeface="微软雅黑" panose="020B0503020204020204" pitchFamily="34" charset="-122"/>
                <a:sym typeface="思源黑体 Medium" panose="020B0600000000000000" pitchFamily="34" charset="-122"/>
              </a:rPr>
              <a:t>标题内容</a:t>
            </a:r>
            <a:endParaRPr lang="zh-CN" altLang="en-US" spc="300">
              <a:latin typeface="微软雅黑" panose="020B0503020204020204" pitchFamily="34" charset="-122"/>
              <a:ea typeface="微软雅黑" panose="020B0503020204020204" pitchFamily="34" charset="-122"/>
              <a:sym typeface="思源黑体 Medium" panose="020B0600000000000000" pitchFamily="34" charset="-122"/>
            </a:endParaRPr>
          </a:p>
        </p:txBody>
      </p:sp>
      <p:sp>
        <p:nvSpPr>
          <p:cNvPr id="50" name="TextBox 10"/>
          <p:cNvSpPr txBox="1"/>
          <p:nvPr/>
        </p:nvSpPr>
        <p:spPr>
          <a:xfrm>
            <a:off x="6267551" y="5036651"/>
            <a:ext cx="5171144" cy="517046"/>
          </a:xfrm>
          <a:prstGeom prst="rect">
            <a:avLst/>
          </a:prstGeom>
          <a:noFill/>
        </p:spPr>
        <p:txBody>
          <a:bodyPr wrap="square" lIns="109710" tIns="54855" rIns="109710" bIns="54855">
            <a:spAutoFit/>
          </a:bodyPr>
          <a:lstStyle/>
          <a:p>
            <a:pPr>
              <a:lnSpc>
                <a:spcPct val="120000"/>
              </a:lnSpc>
              <a:defRPr/>
            </a:pPr>
            <a:r>
              <a:rPr lang="zh-CN" altLang="en-US" sz="1100" spc="300">
                <a:solidFill>
                  <a:schemeClr val="tx2"/>
                </a:solidFill>
                <a:latin typeface="思源黑体 Light" panose="020B0300000000000000" pitchFamily="34" charset="-122"/>
                <a:ea typeface="思源黑体 Light" panose="020B0300000000000000" pitchFamily="34" charset="-122"/>
                <a:sym typeface="思源黑体 Medium" panose="020B0600000000000000" pitchFamily="34" charset="-122"/>
              </a:rPr>
              <a:t>我们长期为客户提供专业的</a:t>
            </a:r>
            <a:r>
              <a:rPr lang="en-US" altLang="zh-CN" sz="1100" spc="300">
                <a:solidFill>
                  <a:schemeClr val="tx2"/>
                </a:solidFill>
                <a:latin typeface="思源黑体 Light" panose="020B0300000000000000" pitchFamily="34" charset="-122"/>
                <a:ea typeface="思源黑体 Light" panose="020B0300000000000000" pitchFamily="34" charset="-122"/>
                <a:sym typeface="思源黑体 Medium" panose="020B0600000000000000" pitchFamily="34" charset="-122"/>
              </a:rPr>
              <a:t>PPT</a:t>
            </a:r>
            <a:r>
              <a:rPr lang="zh-CN" altLang="en-US" sz="1100" spc="300">
                <a:solidFill>
                  <a:schemeClr val="tx2"/>
                </a:solidFill>
                <a:latin typeface="思源黑体 Light" panose="020B0300000000000000" pitchFamily="34" charset="-122"/>
                <a:ea typeface="思源黑体 Light" panose="020B0300000000000000" pitchFamily="34" charset="-122"/>
                <a:sym typeface="思源黑体 Medium" panose="020B0600000000000000" pitchFamily="34" charset="-122"/>
              </a:rPr>
              <a:t>策划设计制作等全程服务，凭借自身优势和专业化的独特视角为客户提供优质的</a:t>
            </a:r>
            <a:r>
              <a:rPr lang="en-US" altLang="zh-CN" sz="1100" spc="300">
                <a:solidFill>
                  <a:schemeClr val="tx2"/>
                </a:solidFill>
                <a:latin typeface="思源黑体 Light" panose="020B0300000000000000" pitchFamily="34" charset="-122"/>
                <a:ea typeface="思源黑体 Light" panose="020B0300000000000000" pitchFamily="34" charset="-122"/>
                <a:sym typeface="思源黑体 Medium" panose="020B0600000000000000" pitchFamily="34" charset="-122"/>
              </a:rPr>
              <a:t>PPT</a:t>
            </a:r>
            <a:r>
              <a:rPr lang="zh-CN" altLang="en-US" sz="1100" spc="300">
                <a:solidFill>
                  <a:schemeClr val="tx2"/>
                </a:solidFill>
                <a:latin typeface="思源黑体 Light" panose="020B0300000000000000" pitchFamily="34" charset="-122"/>
                <a:ea typeface="思源黑体 Light" panose="020B0300000000000000" pitchFamily="34" charset="-122"/>
                <a:sym typeface="思源黑体 Medium" panose="020B0600000000000000" pitchFamily="34" charset="-122"/>
              </a:rPr>
              <a:t>服务。</a:t>
            </a:r>
            <a:endParaRPr lang="zh-CN" altLang="en-US" sz="1100" spc="300">
              <a:solidFill>
                <a:schemeClr val="tx2"/>
              </a:solidFill>
              <a:latin typeface="思源黑体 Light" panose="020B0300000000000000" pitchFamily="34" charset="-122"/>
              <a:ea typeface="思源黑体 Light" panose="020B0300000000000000" pitchFamily="34" charset="-122"/>
              <a:sym typeface="思源黑体 Medium" panose="020B0600000000000000" pitchFamily="34" charset="-122"/>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19151" y="1581150"/>
            <a:ext cx="4152900" cy="41529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 name="矩形 29"/>
          <p:cNvSpPr/>
          <p:nvPr/>
        </p:nvSpPr>
        <p:spPr>
          <a:xfrm>
            <a:off x="0" y="0"/>
            <a:ext cx="12192000" cy="3429000"/>
          </a:xfrm>
          <a:prstGeom prst="rect">
            <a:avLst/>
          </a:prstGeom>
          <a:solidFill>
            <a:srgbClr val="0E4A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0" y="3429000"/>
            <a:ext cx="12192000" cy="3429000"/>
          </a:xfrm>
          <a:prstGeom prst="rect">
            <a:avLst/>
          </a:prstGeom>
          <a:solidFill>
            <a:srgbClr val="BDDC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圆角 31"/>
          <p:cNvSpPr/>
          <p:nvPr/>
        </p:nvSpPr>
        <p:spPr>
          <a:xfrm>
            <a:off x="172811" y="191861"/>
            <a:ext cx="11846379" cy="6474279"/>
          </a:xfrm>
          <a:prstGeom prst="roundRect">
            <a:avLst>
              <a:gd name="adj" fmla="val 4292"/>
            </a:avLst>
          </a:prstGeom>
          <a:solidFill>
            <a:schemeClr val="bg1"/>
          </a:solidFill>
          <a:ln>
            <a:noFill/>
          </a:ln>
          <a:effectLst>
            <a:outerShdw blurRad="63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8" name="PA_文本框 24" descr="e7d195523061f1c07f83f732a5522b9b3ebe164d7250580aEF66DE1A1ABCD1416532D3433F8BE1C4DD26AF8C595CA3B8FBFFDC471B28313D41FC0B29AEB12651AEAC05881CD0265D4CB30185DEC2EB287A3DCBE2E99F13933C1E803DDF331C0150FEA0675F290631D1EDC3C927CD0AA74DD8F417A5B73495B4C9A5AA47CFEB588A1D25B820586C98"/>
          <p:cNvSpPr txBox="1"/>
          <p:nvPr>
            <p:custDataLst>
              <p:tags r:id="rId1"/>
            </p:custDataLst>
          </p:nvPr>
        </p:nvSpPr>
        <p:spPr>
          <a:xfrm>
            <a:off x="182001" y="1916022"/>
            <a:ext cx="11827995" cy="1532727"/>
          </a:xfrm>
          <a:prstGeom prst="rect">
            <a:avLst/>
          </a:prstGeom>
          <a:noFill/>
        </p:spPr>
        <p:txBody>
          <a:bodyPr wrap="square" rtlCol="0">
            <a:spAutoFit/>
          </a:bodyPr>
          <a:lstStyle>
            <a:defPPr>
              <a:defRPr lang="zh-CN"/>
            </a:defPPr>
            <a:lvl1pPr algn="ctr">
              <a:lnSpc>
                <a:spcPct val="130000"/>
              </a:lnSpc>
              <a:defRPr sz="5400">
                <a:solidFill>
                  <a:srgbClr val="255580"/>
                </a:solidFill>
                <a:latin typeface="迷你简菱心" panose="02010609000101010101" pitchFamily="49" charset="-122"/>
                <a:ea typeface="迷你简菱心" panose="02010609000101010101" pitchFamily="49" charset="-122"/>
              </a:defRPr>
            </a:lvl1pPr>
          </a:lstStyle>
          <a:p>
            <a:pPr lvl="0">
              <a:defRPr/>
            </a:pPr>
            <a:r>
              <a:rPr lang="zh-CN" altLang="en-US" sz="7200" b="1">
                <a:solidFill>
                  <a:srgbClr val="325B7F"/>
                </a:solidFill>
                <a:latin typeface="微软雅黑" panose="020B0503020204020204" pitchFamily="34" charset="-122"/>
                <a:ea typeface="微软雅黑" panose="020B0503020204020204" pitchFamily="34" charset="-122"/>
                <a:cs typeface="+mn-ea"/>
                <a:sym typeface="思源黑体" panose="020B0500000000000000" pitchFamily="34" charset="-122"/>
              </a:rPr>
              <a:t>请各位老师批评指正！</a:t>
            </a:r>
            <a:endParaRPr lang="zh-CN" altLang="en-US" sz="7200" b="1">
              <a:solidFill>
                <a:srgbClr val="325B7F"/>
              </a:solidFill>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19" name="矩形 18" descr="e7d195523061f1c07f83f732a5522b9b3ebe164d7250580aEF66DE1A1ABCD1416532D3433F8BE1C4DD26AF8C595CA3B8FBFFDC471B28313D41FC0B29AEB12651AEAC05881CD0265D4CB30185DEC2EB287A3DCBE2E99F13933C1E803DDF331C0150FEA0675F290631D1EDC3C927CD0AA74DD8F417A5B73495B4C9A5AA47CFEB588A1D25B820586C98"/>
          <p:cNvSpPr/>
          <p:nvPr/>
        </p:nvSpPr>
        <p:spPr>
          <a:xfrm>
            <a:off x="3065276" y="3433309"/>
            <a:ext cx="6070219" cy="338554"/>
          </a:xfrm>
          <a:prstGeom prst="rect">
            <a:avLst/>
          </a:prstGeom>
        </p:spPr>
        <p:txBody>
          <a:bodyPr wrap="square">
            <a:spAutoFit/>
          </a:bodyPr>
          <a:lstStyle/>
          <a:p>
            <a:pPr algn="ctr"/>
            <a:r>
              <a:rPr lang="en-US" altLang="zh-CN" sz="1600">
                <a:solidFill>
                  <a:schemeClr val="tx1">
                    <a:lumMod val="50000"/>
                    <a:lumOff val="50000"/>
                  </a:schemeClr>
                </a:solidFill>
                <a:latin typeface="微软雅黑" panose="020B0503020204020204" pitchFamily="34" charset="-122"/>
                <a:ea typeface="微软雅黑" panose="020B0503020204020204" pitchFamily="34" charset="-122"/>
                <a:cs typeface="+mn-ea"/>
                <a:sym typeface="思源黑体" panose="020B0500000000000000" pitchFamily="34" charset="-122"/>
              </a:rPr>
              <a:t>THESIS DEFENSE POWERPOINT TEMPLATE</a:t>
            </a:r>
            <a:endParaRPr lang="zh-CN" altLang="en-US" sz="1600">
              <a:solidFill>
                <a:schemeClr val="tx1">
                  <a:lumMod val="50000"/>
                  <a:lumOff val="50000"/>
                </a:schemeClr>
              </a:solidFill>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20" name="PA_文本框 28" descr="e7d195523061f1c07f83f732a5522b9b3ebe164d7250580aEF66DE1A1ABCD1416532D3433F8BE1C4DD26AF8C595CA3B8FBFFDC471B28313D41FC0B29AEB12651AEAC05881CD0265D4CB30185DEC2EB287A3DCBE2E99F13933C1E803DDF331C0150FEA0675F290631D1EDC3C927CD0AA74DD8F417A5B73495B4C9A5AA47CFEB588A1D25B820586C98"/>
          <p:cNvSpPr txBox="1"/>
          <p:nvPr>
            <p:custDataLst>
              <p:tags r:id="rId2"/>
            </p:custDataLst>
          </p:nvPr>
        </p:nvSpPr>
        <p:spPr>
          <a:xfrm>
            <a:off x="3857674" y="5494605"/>
            <a:ext cx="1988045" cy="338554"/>
          </a:xfrm>
          <a:prstGeom prst="rect">
            <a:avLst/>
          </a:prstGeom>
          <a:noFill/>
        </p:spPr>
        <p:txBody>
          <a:bodyPr vert="horz" wrap="none" rtlCol="0">
            <a:spAutoFit/>
          </a:bodyPr>
          <a:lstStyle/>
          <a:p>
            <a:r>
              <a:rPr lang="zh-CN" altLang="en-US" sz="1600">
                <a:solidFill>
                  <a:schemeClr val="tx1">
                    <a:lumMod val="65000"/>
                    <a:lumOff val="35000"/>
                  </a:schemeClr>
                </a:solidFill>
                <a:latin typeface="微软雅黑" panose="020B0503020204020204" pitchFamily="34" charset="-122"/>
                <a:ea typeface="微软雅黑" panose="020B0503020204020204" pitchFamily="34" charset="-122"/>
                <a:cs typeface="+mn-ea"/>
                <a:sym typeface="思源黑体" panose="020B0500000000000000" pitchFamily="34" charset="-122"/>
              </a:rPr>
              <a:t>指导老师</a:t>
            </a:r>
            <a:r>
              <a:rPr lang="zh-CN" altLang="en-US" sz="1600">
                <a:solidFill>
                  <a:schemeClr val="tx1">
                    <a:lumMod val="65000"/>
                    <a:lumOff val="35000"/>
                  </a:schemeClr>
                </a:solidFill>
                <a:latin typeface="微软雅黑" panose="020B0503020204020204" pitchFamily="34" charset="-122"/>
                <a:ea typeface="微软雅黑" panose="020B0503020204020204" pitchFamily="34" charset="-122"/>
                <a:cs typeface="+mn-ea"/>
                <a:sym typeface="思源黑体" panose="020B0500000000000000" pitchFamily="34" charset="-122"/>
              </a:rPr>
              <a:t>：XX</a:t>
            </a:r>
            <a:r>
              <a:rPr lang="en-US" altLang="zh-CN" sz="1600">
                <a:solidFill>
                  <a:schemeClr val="tx1">
                    <a:lumMod val="65000"/>
                    <a:lumOff val="35000"/>
                  </a:schemeClr>
                </a:solidFill>
                <a:latin typeface="微软雅黑" panose="020B0503020204020204" pitchFamily="34" charset="-122"/>
                <a:ea typeface="微软雅黑" panose="020B0503020204020204" pitchFamily="34" charset="-122"/>
                <a:cs typeface="+mn-ea"/>
                <a:sym typeface="思源黑体" panose="020B0500000000000000" pitchFamily="34" charset="-122"/>
              </a:rPr>
              <a:t>PPT</a:t>
            </a:r>
            <a:endParaRPr lang="zh-CN" altLang="en-US" sz="1600">
              <a:solidFill>
                <a:schemeClr val="tx1">
                  <a:lumMod val="65000"/>
                  <a:lumOff val="35000"/>
                </a:schemeClr>
              </a:solidFill>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21" name="PA_文本框 29" descr="e7d195523061f1c07f83f732a5522b9b3ebe164d7250580aEF66DE1A1ABCD1416532D3433F8BE1C4DD26AF8C595CA3B8FBFFDC471B28313D41FC0B29AEB12651AEAC05881CD0265D4CB30185DEC2EB287A3DCBE2E99F13933C1E803DDF331C0150FEA0675F290631D1EDC3C927CD0AA74DD8F417A5B73495B4C9A5AA47CFEB588A1D25B820586C98"/>
          <p:cNvSpPr txBox="1"/>
          <p:nvPr>
            <p:custDataLst>
              <p:tags r:id="rId3"/>
            </p:custDataLst>
          </p:nvPr>
        </p:nvSpPr>
        <p:spPr>
          <a:xfrm>
            <a:off x="6508189" y="5500312"/>
            <a:ext cx="2644459" cy="338554"/>
          </a:xfrm>
          <a:prstGeom prst="rect">
            <a:avLst/>
          </a:prstGeom>
          <a:noFill/>
        </p:spPr>
        <p:txBody>
          <a:bodyPr vert="horz" wrap="square" rtlCol="0">
            <a:spAutoFit/>
          </a:bodyPr>
          <a:lstStyle/>
          <a:p>
            <a:r>
              <a:rPr lang="zh-CN" altLang="en-US" sz="1600">
                <a:solidFill>
                  <a:schemeClr val="tx1">
                    <a:lumMod val="65000"/>
                    <a:lumOff val="35000"/>
                  </a:schemeClr>
                </a:solidFill>
                <a:latin typeface="微软雅黑" panose="020B0503020204020204" pitchFamily="34" charset="-122"/>
                <a:ea typeface="微软雅黑" panose="020B0503020204020204" pitchFamily="34" charset="-122"/>
                <a:cs typeface="+mn-ea"/>
                <a:sym typeface="思源黑体" panose="020B0500000000000000" pitchFamily="34" charset="-122"/>
              </a:rPr>
              <a:t>答 辩 人 </a:t>
            </a:r>
            <a:r>
              <a:rPr lang="zh-CN" altLang="en-US" sz="1600">
                <a:solidFill>
                  <a:schemeClr val="tx1">
                    <a:lumMod val="65000"/>
                    <a:lumOff val="35000"/>
                  </a:schemeClr>
                </a:solidFill>
                <a:latin typeface="微软雅黑" panose="020B0503020204020204" pitchFamily="34" charset="-122"/>
                <a:ea typeface="微软雅黑" panose="020B0503020204020204" pitchFamily="34" charset="-122"/>
                <a:cs typeface="+mn-ea"/>
                <a:sym typeface="思源黑体" panose="020B0500000000000000" pitchFamily="34" charset="-122"/>
              </a:rPr>
              <a:t>：XX</a:t>
            </a:r>
            <a:r>
              <a:rPr lang="en-US" altLang="zh-CN" sz="1600">
                <a:solidFill>
                  <a:schemeClr val="tx1">
                    <a:lumMod val="65000"/>
                    <a:lumOff val="35000"/>
                  </a:schemeClr>
                </a:solidFill>
                <a:latin typeface="微软雅黑" panose="020B0503020204020204" pitchFamily="34" charset="-122"/>
                <a:ea typeface="微软雅黑" panose="020B0503020204020204" pitchFamily="34" charset="-122"/>
                <a:cs typeface="+mn-ea"/>
                <a:sym typeface="思源黑体" panose="020B0500000000000000" pitchFamily="34" charset="-122"/>
              </a:rPr>
              <a:t>PPT</a:t>
            </a:r>
            <a:endParaRPr lang="en-US" altLang="zh-CN" sz="1600">
              <a:solidFill>
                <a:schemeClr val="tx1">
                  <a:lumMod val="65000"/>
                  <a:lumOff val="35000"/>
                </a:schemeClr>
              </a:solidFill>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22" name="矩形 21"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2427995" y="3813864"/>
            <a:ext cx="7336011" cy="701731"/>
          </a:xfrm>
          <a:prstGeom prst="rect">
            <a:avLst/>
          </a:prstGeom>
        </p:spPr>
        <p:txBody>
          <a:bodyPr wrap="square">
            <a:spAutoFit/>
          </a:bodyPr>
          <a:lstStyle/>
          <a:p>
            <a:pPr algn="ctr">
              <a:lnSpc>
                <a:spcPct val="120000"/>
              </a:lnSpc>
            </a:pPr>
            <a:r>
              <a:rPr lang="zh-CN" altLang="en-US" sz="1100" spc="300">
                <a:latin typeface="微软雅黑" panose="020B0503020204020204" pitchFamily="34" charset="-122"/>
                <a:ea typeface="微软雅黑" panose="020B0503020204020204" pitchFamily="34" charset="-122"/>
                <a:sym typeface="思源黑体" panose="020B0500000000000000" pitchFamily="34" charset="-122"/>
              </a:rPr>
              <a:t>在此录入上述图表的描述说明，在此录入上述图表的描述说明。在此录入上述图表的描述说明，在此录入上述图表的描述说明。</a:t>
            </a:r>
            <a:endParaRPr lang="zh-CN" altLang="en-US" sz="1100" spc="300">
              <a:latin typeface="微软雅黑" panose="020B0503020204020204" pitchFamily="34" charset="-122"/>
              <a:ea typeface="微软雅黑" panose="020B0503020204020204" pitchFamily="34" charset="-122"/>
              <a:sym typeface="思源黑体" panose="020B0500000000000000" pitchFamily="34" charset="-122"/>
            </a:endParaRPr>
          </a:p>
          <a:p>
            <a:pPr algn="ctr">
              <a:lnSpc>
                <a:spcPct val="120000"/>
              </a:lnSpc>
            </a:pPr>
            <a:endParaRPr lang="zh-CN" altLang="en-US" sz="1100" spc="300">
              <a:latin typeface="微软雅黑" panose="020B0503020204020204" pitchFamily="34" charset="-122"/>
              <a:ea typeface="微软雅黑" panose="020B0503020204020204" pitchFamily="34" charset="-122"/>
              <a:sym typeface="思源黑体" panose="020B0500000000000000" pitchFamily="34" charset="-122"/>
            </a:endParaRPr>
          </a:p>
        </p:txBody>
      </p:sp>
      <p:grpSp>
        <p:nvGrpSpPr>
          <p:cNvPr id="23" name="组合 22"/>
          <p:cNvGrpSpPr/>
          <p:nvPr/>
        </p:nvGrpSpPr>
        <p:grpSpPr>
          <a:xfrm>
            <a:off x="3470557" y="4793631"/>
            <a:ext cx="5250889" cy="382068"/>
            <a:chOff x="3548596" y="4873761"/>
            <a:chExt cx="5250889" cy="382068"/>
          </a:xfrm>
        </p:grpSpPr>
        <p:sp>
          <p:nvSpPr>
            <p:cNvPr id="24" name="PA_任意多边形 30" descr="e7d195523061f1c07f83f732a5522b9b3ebe164d7250580aEF66DE1A1ABCD1416532D3433F8BE1C4DD26AF8C595CA3B8FBFFDC471B28313D41FC0B29AEB12651AEAC05881CD0265D4CB30185DEC2EB287A3DCBE2E99F13933C1E803DDF331C0150FEA0675F290631D1EDC3C927CD0AA74DD8F417A5B73495B4C9A5AA47CFEB588A1D25B820586C98"/>
            <p:cNvSpPr/>
            <p:nvPr>
              <p:custDataLst>
                <p:tags r:id="rId4"/>
              </p:custDataLst>
            </p:nvPr>
          </p:nvSpPr>
          <p:spPr>
            <a:xfrm>
              <a:off x="3548596" y="5059717"/>
              <a:ext cx="1129553" cy="0"/>
            </a:xfrm>
            <a:custGeom>
              <a:avLst/>
              <a:gdLst>
                <a:gd name="connsiteX0" fmla="*/ 1129553 w 1129553"/>
                <a:gd name="connsiteY0" fmla="*/ 0 h 0"/>
                <a:gd name="connsiteX1" fmla="*/ 0 w 1129553"/>
                <a:gd name="connsiteY1" fmla="*/ 0 h 0"/>
              </a:gdLst>
              <a:ahLst/>
              <a:cxnLst>
                <a:cxn ang="0">
                  <a:pos x="connsiteX0" y="connsiteY0"/>
                </a:cxn>
                <a:cxn ang="0">
                  <a:pos x="connsiteX1" y="connsiteY1"/>
                </a:cxn>
              </a:cxnLst>
              <a:rect l="l" t="t" r="r" b="b"/>
              <a:pathLst>
                <a:path w="1129553">
                  <a:moveTo>
                    <a:pt x="1129553" y="0"/>
                  </a:moveTo>
                  <a:lnTo>
                    <a:pt x="0" y="0"/>
                  </a:lnTo>
                </a:path>
              </a:pathLst>
            </a:custGeom>
            <a:noFill/>
            <a:ln>
              <a:solidFill>
                <a:srgbClr val="325B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0220F"/>
                </a:solidFill>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25" name="PA_任意多边形 31" descr="e7d195523061f1c07f83f732a5522b9b3ebe164d7250580aEF66DE1A1ABCD1416532D3433F8BE1C4DD26AF8C595CA3B8FBFFDC471B28313D41FC0B29AEB12651AEAC05881CD0265D4CB30185DEC2EB287A3DCBE2E99F13933C1E803DDF331C0150FEA0675F290631D1EDC3C927CD0AA74DD8F417A5B73495B4C9A5AA47CFEB588A1D25B820586C98"/>
            <p:cNvSpPr/>
            <p:nvPr>
              <p:custDataLst>
                <p:tags r:id="rId5"/>
              </p:custDataLst>
            </p:nvPr>
          </p:nvSpPr>
          <p:spPr>
            <a:xfrm>
              <a:off x="7669932" y="5059717"/>
              <a:ext cx="1129553" cy="0"/>
            </a:xfrm>
            <a:custGeom>
              <a:avLst/>
              <a:gdLst>
                <a:gd name="connsiteX0" fmla="*/ 1129553 w 1129553"/>
                <a:gd name="connsiteY0" fmla="*/ 0 h 0"/>
                <a:gd name="connsiteX1" fmla="*/ 0 w 1129553"/>
                <a:gd name="connsiteY1" fmla="*/ 0 h 0"/>
              </a:gdLst>
              <a:ahLst/>
              <a:cxnLst>
                <a:cxn ang="0">
                  <a:pos x="connsiteX0" y="connsiteY0"/>
                </a:cxn>
                <a:cxn ang="0">
                  <a:pos x="connsiteX1" y="connsiteY1"/>
                </a:cxn>
              </a:cxnLst>
              <a:rect l="l" t="t" r="r" b="b"/>
              <a:pathLst>
                <a:path w="1129553">
                  <a:moveTo>
                    <a:pt x="1129553" y="0"/>
                  </a:moveTo>
                  <a:lnTo>
                    <a:pt x="0" y="0"/>
                  </a:lnTo>
                </a:path>
              </a:pathLst>
            </a:custGeom>
            <a:noFill/>
            <a:ln>
              <a:solidFill>
                <a:srgbClr val="325B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0220F"/>
                </a:solidFill>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sp>
          <p:nvSpPr>
            <p:cNvPr id="26" name="矩形: 圆角 25"/>
            <p:cNvSpPr/>
            <p:nvPr/>
          </p:nvSpPr>
          <p:spPr>
            <a:xfrm>
              <a:off x="4314713" y="4873761"/>
              <a:ext cx="3401042" cy="382068"/>
            </a:xfrm>
            <a:prstGeom prst="roundRect">
              <a:avLst>
                <a:gd name="adj" fmla="val 32163"/>
              </a:avLst>
            </a:prstGeom>
            <a:solidFill>
              <a:srgbClr val="335C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solidFill>
                  <a:latin typeface="微软雅黑" panose="020B0503020204020204" pitchFamily="34" charset="-122"/>
                  <a:ea typeface="微软雅黑" panose="020B0503020204020204" pitchFamily="34" charset="-122"/>
                  <a:cs typeface="+mn-ea"/>
                  <a:sym typeface="思源黑体" panose="020B0500000000000000" pitchFamily="34" charset="-122"/>
                </a:rPr>
                <a:t>XX</a:t>
              </a:r>
              <a:r>
                <a:rPr lang="zh-CN" altLang="en-US">
                  <a:solidFill>
                    <a:schemeClr val="bg1"/>
                  </a:solidFill>
                  <a:latin typeface="微软雅黑" panose="020B0503020204020204" pitchFamily="34" charset="-122"/>
                  <a:ea typeface="微软雅黑" panose="020B0503020204020204" pitchFamily="34" charset="-122"/>
                  <a:cs typeface="+mn-ea"/>
                  <a:sym typeface="思源黑体" panose="020B0500000000000000" pitchFamily="34" charset="-122"/>
                </a:rPr>
                <a:t>信</a:t>
              </a:r>
              <a:r>
                <a:rPr lang="zh-CN" altLang="en-US">
                  <a:solidFill>
                    <a:schemeClr val="bg1"/>
                  </a:solidFill>
                  <a:latin typeface="微软雅黑" panose="020B0503020204020204" pitchFamily="34" charset="-122"/>
                  <a:ea typeface="微软雅黑" panose="020B0503020204020204" pitchFamily="34" charset="-122"/>
                  <a:cs typeface="+mn-ea"/>
                  <a:sym typeface="思源黑体" panose="020B0500000000000000" pitchFamily="34" charset="-122"/>
                </a:rPr>
                <a:t>息科学技术学院 </a:t>
              </a:r>
              <a:endParaRPr lang="zh-CN" altLang="en-US">
                <a:solidFill>
                  <a:schemeClr val="bg1"/>
                </a:solidFill>
                <a:latin typeface="微软雅黑" panose="020B0503020204020204" pitchFamily="34" charset="-122"/>
                <a:ea typeface="微软雅黑" panose="020B0503020204020204" pitchFamily="34" charset="-122"/>
                <a:cs typeface="+mn-ea"/>
                <a:sym typeface="思源黑体" panose="020B0500000000000000" pitchFamily="34" charset="-122"/>
              </a:endParaRPr>
            </a:p>
          </p:txBody>
        </p:sp>
      </p:grpSp>
      <p:grpSp>
        <p:nvGrpSpPr>
          <p:cNvPr id="27" name="组合 26"/>
          <p:cNvGrpSpPr/>
          <p:nvPr/>
        </p:nvGrpSpPr>
        <p:grpSpPr>
          <a:xfrm>
            <a:off x="3324701" y="823471"/>
            <a:ext cx="5542595" cy="848729"/>
            <a:chOff x="3275451" y="1443948"/>
            <a:chExt cx="5542595" cy="848729"/>
          </a:xfrm>
        </p:grpSpPr>
        <p:sp>
          <p:nvSpPr>
            <p:cNvPr id="28" name="文本框 27"/>
            <p:cNvSpPr txBox="1"/>
            <p:nvPr/>
          </p:nvSpPr>
          <p:spPr>
            <a:xfrm>
              <a:off x="3275451" y="1443948"/>
              <a:ext cx="5542595" cy="652486"/>
            </a:xfrm>
            <a:prstGeom prst="rect">
              <a:avLst/>
            </a:prstGeom>
            <a:noFill/>
          </p:spPr>
          <p:txBody>
            <a:bodyPr wrap="square" rtlCol="0">
              <a:spAutoFit/>
            </a:bodyPr>
            <a:lstStyle/>
            <a:p>
              <a:pPr algn="ctr">
                <a:lnSpc>
                  <a:spcPct val="130000"/>
                </a:lnSpc>
              </a:pPr>
              <a:r>
                <a:rPr lang="en-US" altLang="zh-CN" sz="2800">
                  <a:solidFill>
                    <a:srgbClr val="395E7F"/>
                  </a:solidFill>
                  <a:latin typeface="微软雅黑" panose="020B0503020204020204" pitchFamily="34" charset="-122"/>
                  <a:ea typeface="微软雅黑" panose="020B0503020204020204" pitchFamily="34" charset="-122"/>
                  <a:sym typeface="思源黑体" panose="020B0500000000000000" pitchFamily="34" charset="-122"/>
                </a:rPr>
                <a:t>XX</a:t>
              </a:r>
              <a:r>
                <a:rPr lang="zh-CN" altLang="en-US" sz="2800">
                  <a:solidFill>
                    <a:srgbClr val="395E7F"/>
                  </a:solidFill>
                  <a:latin typeface="微软雅黑" panose="020B0503020204020204" pitchFamily="34" charset="-122"/>
                  <a:ea typeface="微软雅黑" panose="020B0503020204020204" pitchFamily="34" charset="-122"/>
                  <a:sym typeface="思源黑体" panose="020B0500000000000000" pitchFamily="34" charset="-122"/>
                </a:rPr>
                <a:t>理</a:t>
              </a:r>
              <a:r>
                <a:rPr lang="zh-CN" altLang="en-US" sz="2800">
                  <a:solidFill>
                    <a:srgbClr val="395E7F"/>
                  </a:solidFill>
                  <a:latin typeface="微软雅黑" panose="020B0503020204020204" pitchFamily="34" charset="-122"/>
                  <a:ea typeface="微软雅黑" panose="020B0503020204020204" pitchFamily="34" charset="-122"/>
                  <a:sym typeface="思源黑体" panose="020B0500000000000000" pitchFamily="34" charset="-122"/>
                </a:rPr>
                <a:t>工大学</a:t>
              </a:r>
              <a:endParaRPr lang="zh-CN" altLang="en-US" sz="2800">
                <a:solidFill>
                  <a:srgbClr val="395E7F"/>
                </a:solidFill>
                <a:latin typeface="微软雅黑" panose="020B0503020204020204" pitchFamily="34" charset="-122"/>
                <a:ea typeface="微软雅黑" panose="020B0503020204020204" pitchFamily="34" charset="-122"/>
                <a:sym typeface="思源黑体" panose="020B0500000000000000" pitchFamily="34" charset="-122"/>
              </a:endParaRPr>
            </a:p>
          </p:txBody>
        </p:sp>
        <p:sp>
          <p:nvSpPr>
            <p:cNvPr id="29" name="文本框 28"/>
            <p:cNvSpPr txBox="1"/>
            <p:nvPr/>
          </p:nvSpPr>
          <p:spPr>
            <a:xfrm>
              <a:off x="4764048" y="1960278"/>
              <a:ext cx="2565401" cy="332399"/>
            </a:xfrm>
            <a:prstGeom prst="rect">
              <a:avLst/>
            </a:prstGeom>
            <a:noFill/>
          </p:spPr>
          <p:txBody>
            <a:bodyPr wrap="square" rtlCol="0">
              <a:spAutoFit/>
            </a:bodyPr>
            <a:lstStyle/>
            <a:p>
              <a:pPr algn="dist">
                <a:lnSpc>
                  <a:spcPct val="130000"/>
                </a:lnSpc>
              </a:pPr>
              <a:r>
                <a:rPr lang="en-US" altLang="zh-CN" sz="1200">
                  <a:solidFill>
                    <a:srgbClr val="395E7F"/>
                  </a:solidFill>
                  <a:latin typeface="微软雅黑" panose="020B0503020204020204" pitchFamily="34" charset="-122"/>
                  <a:ea typeface="微软雅黑" panose="020B0503020204020204" pitchFamily="34" charset="-122"/>
                  <a:sym typeface="思源黑体" panose="020B0500000000000000" pitchFamily="34" charset="-122"/>
                </a:rPr>
                <a:t>Graduation defense</a:t>
              </a:r>
              <a:endParaRPr lang="zh-CN" altLang="en-US" sz="1200">
                <a:solidFill>
                  <a:srgbClr val="395E7F"/>
                </a:solidFill>
                <a:latin typeface="微软雅黑" panose="020B0503020204020204" pitchFamily="34" charset="-122"/>
                <a:ea typeface="微软雅黑" panose="020B0503020204020204" pitchFamily="34" charset="-122"/>
                <a:sym typeface="思源黑体" panose="020B05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advClick="0" advTm="3000">
        <p:fade/>
      </p:transition>
    </mc:Choice>
    <mc:Fallback>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6" presetClass="entr" presetSubtype="21" fill="hold" grpId="0"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barn(inVertical)">
                                      <p:cBhvr>
                                        <p:cTn id="13" dur="500"/>
                                        <p:tgtEl>
                                          <p:spTgt spid="19"/>
                                        </p:tgtEl>
                                      </p:cBhvr>
                                    </p:animEffect>
                                  </p:childTnLst>
                                </p:cTn>
                              </p:par>
                            </p:childTnLst>
                          </p:cTn>
                        </p:par>
                        <p:par>
                          <p:cTn id="14" fill="hold">
                            <p:stCondLst>
                              <p:cond delay="1500"/>
                            </p:stCondLst>
                            <p:childTnLst>
                              <p:par>
                                <p:cTn id="15" presetID="10" presetClass="entr" presetSubtype="0" fill="hold" grpId="0" nodeType="after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par>
                          <p:cTn id="18" fill="hold">
                            <p:stCondLst>
                              <p:cond delay="2000"/>
                            </p:stCondLst>
                            <p:childTnLst>
                              <p:par>
                                <p:cTn id="19" presetID="16" presetClass="entr" presetSubtype="21" fill="hold"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barn(inVertical)">
                                      <p:cBhvr>
                                        <p:cTn id="21" dur="500"/>
                                        <p:tgtEl>
                                          <p:spTgt spid="23"/>
                                        </p:tgtEl>
                                      </p:cBhvr>
                                    </p:animEffect>
                                  </p:childTnLst>
                                </p:cTn>
                              </p:par>
                            </p:childTnLst>
                          </p:cTn>
                        </p:par>
                        <p:par>
                          <p:cTn id="22" fill="hold">
                            <p:stCondLst>
                              <p:cond delay="2500"/>
                            </p:stCondLst>
                            <p:childTnLst>
                              <p:par>
                                <p:cTn id="23" presetID="10" presetClass="entr" presetSubtype="0" fill="hold" grpId="0" nodeType="after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childTnLst>
                          </p:cTn>
                        </p:par>
                        <p:par>
                          <p:cTn id="26" fill="hold">
                            <p:stCondLst>
                              <p:cond delay="3000"/>
                            </p:stCondLst>
                            <p:childTnLst>
                              <p:par>
                                <p:cTn id="27" presetID="10" presetClass="entr" presetSubtype="0" fill="hold" grpId="0" nodeType="after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2" grpId="0"/>
    </p:bldLst>
  </p:timing>
</p:sld>
</file>

<file path=ppt/tags/tag1.xml><?xml version="1.0" encoding="utf-8"?>
<p:tagLst xmlns:p="http://schemas.openxmlformats.org/presentationml/2006/main">
  <p:tag name="PA" val="v3.2.0"/>
</p:tagLst>
</file>

<file path=ppt/tags/tag2.xml><?xml version="1.0" encoding="utf-8"?>
<p:tagLst xmlns:p="http://schemas.openxmlformats.org/presentationml/2006/main">
  <p:tag name="PA" val="v3.2.0"/>
</p:tagLst>
</file>

<file path=ppt/tags/tag3.xml><?xml version="1.0" encoding="utf-8"?>
<p:tagLst xmlns:p="http://schemas.openxmlformats.org/presentationml/2006/main">
  <p:tag name="PA" val="v3.2.0"/>
</p:tagLst>
</file>

<file path=ppt/tags/tag4.xml><?xml version="1.0" encoding="utf-8"?>
<p:tagLst xmlns:p="http://schemas.openxmlformats.org/presentationml/2006/main">
  <p:tag name="PA" val="v3.2.0"/>
</p:tagLst>
</file>

<file path=ppt/tags/tag5.xml><?xml version="1.0" encoding="utf-8"?>
<p:tagLst xmlns:p="http://schemas.openxmlformats.org/presentationml/2006/main">
  <p:tag name="PA" val="v3.2.0"/>
</p:tagLst>
</file>

<file path=ppt/tags/tag6.xml><?xml version="1.0" encoding="utf-8"?>
<p:tagLst xmlns:p="http://schemas.openxmlformats.org/presentationml/2006/main">
  <p:tag name="PA" val="v5.2.4"/>
</p:tagLst>
</file>

<file path=ppt/tags/tag7.xml><?xml version="1.0" encoding="utf-8"?>
<p:tagLst xmlns:p="http://schemas.openxmlformats.org/presentationml/2006/main">
  <p:tag name="PA" val="v5.2.4"/>
</p:tagLst>
</file>

<file path=ppt/tags/tag8.xml><?xml version="1.0" encoding="utf-8"?>
<p:tagLst xmlns:p="http://schemas.openxmlformats.org/presentationml/2006/main">
  <p:tag name="PA" val="v5.2.4"/>
</p:tagLst>
</file>

<file path=ppt/tags/tag9.xml><?xml version="1.0" encoding="utf-8"?>
<p:tagLst xmlns:p="http://schemas.openxmlformats.org/presentationml/2006/main">
  <p:tag name="PA" val="v5.2.4"/>
</p:tagLst>
</file>

<file path=ppt/tags/tag10.xml><?xml version="1.0" encoding="utf-8"?>
<p:tagLst xmlns:p="http://schemas.openxmlformats.org/presentationml/2006/main">
  <p:tag name="PA" val="v5.2.4"/>
</p:tagLst>
</file>

<file path=ppt/tags/tag11.xml><?xml version="1.0" encoding="utf-8"?>
<p:tagLst xmlns:p="http://schemas.openxmlformats.org/presentationml/2006/main">
  <p:tag name="PA" val="v5.2.4"/>
</p:tagLst>
</file>

<file path=ppt/tags/tag12.xml><?xml version="1.0" encoding="utf-8"?>
<p:tagLst xmlns:p="http://schemas.openxmlformats.org/presentationml/2006/main">
  <p:tag name="PA" val="v5.2.4"/>
</p:tagLst>
</file>

<file path=ppt/tags/tag13.xml><?xml version="1.0" encoding="utf-8"?>
<p:tagLst xmlns:p="http://schemas.openxmlformats.org/presentationml/2006/main">
  <p:tag name="PA" val="v5.2.4"/>
</p:tagLst>
</file>

<file path=ppt/tags/tag14.xml><?xml version="1.0" encoding="utf-8"?>
<p:tagLst xmlns:p="http://schemas.openxmlformats.org/presentationml/2006/main">
  <p:tag name="PA" val="v5.2.4"/>
</p:tagLst>
</file>

<file path=ppt/tags/tag15.xml><?xml version="1.0" encoding="utf-8"?>
<p:tagLst xmlns:p="http://schemas.openxmlformats.org/presentationml/2006/main">
  <p:tag name="PA" val="v5.2.4"/>
</p:tagLst>
</file>

<file path=ppt/tags/tag16.xml><?xml version="1.0" encoding="utf-8"?>
<p:tagLst xmlns:p="http://schemas.openxmlformats.org/presentationml/2006/main">
  <p:tag name="PA" val="v5.2.4"/>
</p:tagLst>
</file>

<file path=ppt/tags/tag17.xml><?xml version="1.0" encoding="utf-8"?>
<p:tagLst xmlns:p="http://schemas.openxmlformats.org/presentationml/2006/main">
  <p:tag name="PA" val="v5.2.4"/>
</p:tagLst>
</file>

<file path=ppt/tags/tag18.xml><?xml version="1.0" encoding="utf-8"?>
<p:tagLst xmlns:p="http://schemas.openxmlformats.org/presentationml/2006/main">
  <p:tag name="PA" val="v5.2.4"/>
</p:tagLst>
</file>

<file path=ppt/tags/tag19.xml><?xml version="1.0" encoding="utf-8"?>
<p:tagLst xmlns:p="http://schemas.openxmlformats.org/presentationml/2006/main">
  <p:tag name="PA" val="v5.2.4"/>
</p:tagLst>
</file>

<file path=ppt/tags/tag20.xml><?xml version="1.0" encoding="utf-8"?>
<p:tagLst xmlns:p="http://schemas.openxmlformats.org/presentationml/2006/main">
  <p:tag name="PA" val="v5.2.4"/>
</p:tagLst>
</file>

<file path=ppt/tags/tag21.xml><?xml version="1.0" encoding="utf-8"?>
<p:tagLst xmlns:p="http://schemas.openxmlformats.org/presentationml/2006/main">
  <p:tag name="PA" val="v5.2.4"/>
</p:tagLst>
</file>

<file path=ppt/tags/tag22.xml><?xml version="1.0" encoding="utf-8"?>
<p:tagLst xmlns:p="http://schemas.openxmlformats.org/presentationml/2006/main">
  <p:tag name="PA" val="v5.2.4"/>
</p:tagLst>
</file>

<file path=ppt/tags/tag23.xml><?xml version="1.0" encoding="utf-8"?>
<p:tagLst xmlns:p="http://schemas.openxmlformats.org/presentationml/2006/main">
  <p:tag name="PA" val="v5.2.4"/>
</p:tagLst>
</file>

<file path=ppt/tags/tag24.xml><?xml version="1.0" encoding="utf-8"?>
<p:tagLst xmlns:p="http://schemas.openxmlformats.org/presentationml/2006/main">
  <p:tag name="PA" val="v5.2.4"/>
</p:tagLst>
</file>

<file path=ppt/tags/tag25.xml><?xml version="1.0" encoding="utf-8"?>
<p:tagLst xmlns:p="http://schemas.openxmlformats.org/presentationml/2006/main">
  <p:tag name="PA" val="v5.2.4"/>
</p:tagLst>
</file>

<file path=ppt/tags/tag26.xml><?xml version="1.0" encoding="utf-8"?>
<p:tagLst xmlns:p="http://schemas.openxmlformats.org/presentationml/2006/main">
  <p:tag name="PA" val="v5.2.4"/>
</p:tagLst>
</file>

<file path=ppt/tags/tag27.xml><?xml version="1.0" encoding="utf-8"?>
<p:tagLst xmlns:p="http://schemas.openxmlformats.org/presentationml/2006/main">
  <p:tag name="PA" val="v5.2.4"/>
</p:tagLst>
</file>

<file path=ppt/tags/tag28.xml><?xml version="1.0" encoding="utf-8"?>
<p:tagLst xmlns:p="http://schemas.openxmlformats.org/presentationml/2006/main">
  <p:tag name="PA" val="v5.2.4"/>
</p:tagLst>
</file>

<file path=ppt/tags/tag29.xml><?xml version="1.0" encoding="utf-8"?>
<p:tagLst xmlns:p="http://schemas.openxmlformats.org/presentationml/2006/main">
  <p:tag name="PA" val="v5.2.4"/>
</p:tagLst>
</file>

<file path=ppt/tags/tag30.xml><?xml version="1.0" encoding="utf-8"?>
<p:tagLst xmlns:p="http://schemas.openxmlformats.org/presentationml/2006/main">
  <p:tag name="PA" val="v5.2.4"/>
</p:tagLst>
</file>

<file path=ppt/tags/tag31.xml><?xml version="1.0" encoding="utf-8"?>
<p:tagLst xmlns:p="http://schemas.openxmlformats.org/presentationml/2006/main">
  <p:tag name="PA" val="v5.2.4"/>
</p:tagLst>
</file>

<file path=ppt/tags/tag32.xml><?xml version="1.0" encoding="utf-8"?>
<p:tagLst xmlns:p="http://schemas.openxmlformats.org/presentationml/2006/main">
  <p:tag name="PA" val="v5.2.4"/>
</p:tagLst>
</file>

<file path=ppt/tags/tag33.xml><?xml version="1.0" encoding="utf-8"?>
<p:tagLst xmlns:p="http://schemas.openxmlformats.org/presentationml/2006/main">
  <p:tag name="PA" val="v5.2.4"/>
</p:tagLst>
</file>

<file path=ppt/tags/tag34.xml><?xml version="1.0" encoding="utf-8"?>
<p:tagLst xmlns:p="http://schemas.openxmlformats.org/presentationml/2006/main">
  <p:tag name="PA" val="v5.2.4"/>
</p:tagLst>
</file>

<file path=ppt/tags/tag35.xml><?xml version="1.0" encoding="utf-8"?>
<p:tagLst xmlns:p="http://schemas.openxmlformats.org/presentationml/2006/main">
  <p:tag name="PA" val="v5.2.4"/>
</p:tagLst>
</file>

<file path=ppt/tags/tag36.xml><?xml version="1.0" encoding="utf-8"?>
<p:tagLst xmlns:p="http://schemas.openxmlformats.org/presentationml/2006/main">
  <p:tag name="PA" val="v5.2.4"/>
</p:tagLst>
</file>

<file path=ppt/tags/tag37.xml><?xml version="1.0" encoding="utf-8"?>
<p:tagLst xmlns:p="http://schemas.openxmlformats.org/presentationml/2006/main">
  <p:tag name="PA" val="v5.2.4"/>
</p:tagLst>
</file>

<file path=ppt/tags/tag38.xml><?xml version="1.0" encoding="utf-8"?>
<p:tagLst xmlns:p="http://schemas.openxmlformats.org/presentationml/2006/main">
  <p:tag name="PA" val="v5.2.4"/>
</p:tagLst>
</file>

<file path=ppt/tags/tag39.xml><?xml version="1.0" encoding="utf-8"?>
<p:tagLst xmlns:p="http://schemas.openxmlformats.org/presentationml/2006/main">
  <p:tag name="PA" val="v5.2.4"/>
</p:tagLst>
</file>

<file path=ppt/tags/tag40.xml><?xml version="1.0" encoding="utf-8"?>
<p:tagLst xmlns:p="http://schemas.openxmlformats.org/presentationml/2006/main">
  <p:tag name="PA" val="v5.2.4"/>
</p:tagLst>
</file>

<file path=ppt/tags/tag41.xml><?xml version="1.0" encoding="utf-8"?>
<p:tagLst xmlns:p="http://schemas.openxmlformats.org/presentationml/2006/main">
  <p:tag name="PA" val="v5.2.4"/>
</p:tagLst>
</file>

<file path=ppt/tags/tag42.xml><?xml version="1.0" encoding="utf-8"?>
<p:tagLst xmlns:p="http://schemas.openxmlformats.org/presentationml/2006/main">
  <p:tag name="PA" val="v5.2.4"/>
</p:tagLst>
</file>

<file path=ppt/tags/tag43.xml><?xml version="1.0" encoding="utf-8"?>
<p:tagLst xmlns:p="http://schemas.openxmlformats.org/presentationml/2006/main">
  <p:tag name="PA" val="v5.2.4"/>
</p:tagLst>
</file>

<file path=ppt/tags/tag44.xml><?xml version="1.0" encoding="utf-8"?>
<p:tagLst xmlns:p="http://schemas.openxmlformats.org/presentationml/2006/main">
  <p:tag name="PA" val="v5.2.4"/>
</p:tagLst>
</file>

<file path=ppt/tags/tag45.xml><?xml version="1.0" encoding="utf-8"?>
<p:tagLst xmlns:p="http://schemas.openxmlformats.org/presentationml/2006/main">
  <p:tag name="PA" val="v5.2.4"/>
</p:tagLst>
</file>

<file path=ppt/tags/tag46.xml><?xml version="1.0" encoding="utf-8"?>
<p:tagLst xmlns:p="http://schemas.openxmlformats.org/presentationml/2006/main">
  <p:tag name="PA" val="v5.2.4"/>
</p:tagLst>
</file>

<file path=ppt/tags/tag47.xml><?xml version="1.0" encoding="utf-8"?>
<p:tagLst xmlns:p="http://schemas.openxmlformats.org/presentationml/2006/main">
  <p:tag name="PA" val="v5.2.4"/>
</p:tagLst>
</file>

<file path=ppt/tags/tag48.xml><?xml version="1.0" encoding="utf-8"?>
<p:tagLst xmlns:p="http://schemas.openxmlformats.org/presentationml/2006/main">
  <p:tag name="PA" val="v5.2.4"/>
</p:tagLst>
</file>

<file path=ppt/tags/tag49.xml><?xml version="1.0" encoding="utf-8"?>
<p:tagLst xmlns:p="http://schemas.openxmlformats.org/presentationml/2006/main">
  <p:tag name="PA" val="v5.2.4"/>
</p:tagLst>
</file>

<file path=ppt/tags/tag50.xml><?xml version="1.0" encoding="utf-8"?>
<p:tagLst xmlns:p="http://schemas.openxmlformats.org/presentationml/2006/main">
  <p:tag name="PA" val="v5.2.4"/>
</p:tagLst>
</file>

<file path=ppt/tags/tag51.xml><?xml version="1.0" encoding="utf-8"?>
<p:tagLst xmlns:p="http://schemas.openxmlformats.org/presentationml/2006/main">
  <p:tag name="PA" val="v5.2.4"/>
</p:tagLst>
</file>

<file path=ppt/tags/tag52.xml><?xml version="1.0" encoding="utf-8"?>
<p:tagLst xmlns:p="http://schemas.openxmlformats.org/presentationml/2006/main">
  <p:tag name="PA" val="v5.2.4"/>
</p:tagLst>
</file>

<file path=ppt/tags/tag53.xml><?xml version="1.0" encoding="utf-8"?>
<p:tagLst xmlns:p="http://schemas.openxmlformats.org/presentationml/2006/main">
  <p:tag name="PA" val="v5.2.4"/>
</p:tagLst>
</file>

<file path=ppt/tags/tag54.xml><?xml version="1.0" encoding="utf-8"?>
<p:tagLst xmlns:p="http://schemas.openxmlformats.org/presentationml/2006/main">
  <p:tag name="PA" val="v5.2.4"/>
</p:tagLst>
</file>

<file path=ppt/tags/tag55.xml><?xml version="1.0" encoding="utf-8"?>
<p:tagLst xmlns:p="http://schemas.openxmlformats.org/presentationml/2006/main">
  <p:tag name="PA" val="v5.2.4"/>
</p:tagLst>
</file>

<file path=ppt/tags/tag56.xml><?xml version="1.0" encoding="utf-8"?>
<p:tagLst xmlns:p="http://schemas.openxmlformats.org/presentationml/2006/main">
  <p:tag name="PA" val="v5.2.4"/>
</p:tagLst>
</file>

<file path=ppt/tags/tag57.xml><?xml version="1.0" encoding="utf-8"?>
<p:tagLst xmlns:p="http://schemas.openxmlformats.org/presentationml/2006/main">
  <p:tag name="PA" val="v5.2.4"/>
</p:tagLst>
</file>

<file path=ppt/tags/tag58.xml><?xml version="1.0" encoding="utf-8"?>
<p:tagLst xmlns:p="http://schemas.openxmlformats.org/presentationml/2006/main">
  <p:tag name="PA" val="v5.2.4"/>
</p:tagLst>
</file>

<file path=ppt/tags/tag59.xml><?xml version="1.0" encoding="utf-8"?>
<p:tagLst xmlns:p="http://schemas.openxmlformats.org/presentationml/2006/main">
  <p:tag name="PA" val="v5.2.4"/>
</p:tagLst>
</file>

<file path=ppt/tags/tag60.xml><?xml version="1.0" encoding="utf-8"?>
<p:tagLst xmlns:p="http://schemas.openxmlformats.org/presentationml/2006/main">
  <p:tag name="PA" val="v5.2.4"/>
</p:tagLst>
</file>

<file path=ppt/tags/tag61.xml><?xml version="1.0" encoding="utf-8"?>
<p:tagLst xmlns:p="http://schemas.openxmlformats.org/presentationml/2006/main">
  <p:tag name="PA" val="v5.2.4"/>
</p:tagLst>
</file>

<file path=ppt/tags/tag62.xml><?xml version="1.0" encoding="utf-8"?>
<p:tagLst xmlns:p="http://schemas.openxmlformats.org/presentationml/2006/main">
  <p:tag name="PA" val="v5.2.4"/>
</p:tagLst>
</file>

<file path=ppt/tags/tag63.xml><?xml version="1.0" encoding="utf-8"?>
<p:tagLst xmlns:p="http://schemas.openxmlformats.org/presentationml/2006/main">
  <p:tag name="PA" val="v5.2.4"/>
</p:tagLst>
</file>

<file path=ppt/tags/tag64.xml><?xml version="1.0" encoding="utf-8"?>
<p:tagLst xmlns:p="http://schemas.openxmlformats.org/presentationml/2006/main">
  <p:tag name="PA" val="v5.2.4"/>
</p:tagLst>
</file>

<file path=ppt/tags/tag65.xml><?xml version="1.0" encoding="utf-8"?>
<p:tagLst xmlns:p="http://schemas.openxmlformats.org/presentationml/2006/main">
  <p:tag name="PA" val="v5.2.4"/>
</p:tagLst>
</file>

<file path=ppt/tags/tag66.xml><?xml version="1.0" encoding="utf-8"?>
<p:tagLst xmlns:p="http://schemas.openxmlformats.org/presentationml/2006/main">
  <p:tag name="PA" val="v5.2.4"/>
</p:tagLst>
</file>

<file path=ppt/tags/tag67.xml><?xml version="1.0" encoding="utf-8"?>
<p:tagLst xmlns:p="http://schemas.openxmlformats.org/presentationml/2006/main">
  <p:tag name="PA" val="v5.2.4"/>
</p:tagLst>
</file>

<file path=ppt/tags/tag68.xml><?xml version="1.0" encoding="utf-8"?>
<p:tagLst xmlns:p="http://schemas.openxmlformats.org/presentationml/2006/main">
  <p:tag name="PA" val="v5.2.4"/>
</p:tagLst>
</file>

<file path=ppt/tags/tag69.xml><?xml version="1.0" encoding="utf-8"?>
<p:tagLst xmlns:p="http://schemas.openxmlformats.org/presentationml/2006/main">
  <p:tag name="PA" val="v5.2.4"/>
</p:tagLst>
</file>

<file path=ppt/tags/tag70.xml><?xml version="1.0" encoding="utf-8"?>
<p:tagLst xmlns:p="http://schemas.openxmlformats.org/presentationml/2006/main">
  <p:tag name="PA" val="v5.2.4"/>
</p:tagLst>
</file>

<file path=ppt/tags/tag71.xml><?xml version="1.0" encoding="utf-8"?>
<p:tagLst xmlns:p="http://schemas.openxmlformats.org/presentationml/2006/main">
  <p:tag name="PA" val="v5.2.4"/>
</p:tagLst>
</file>

<file path=ppt/tags/tag72.xml><?xml version="1.0" encoding="utf-8"?>
<p:tagLst xmlns:p="http://schemas.openxmlformats.org/presentationml/2006/main">
  <p:tag name="PA" val="v5.2.4"/>
</p:tagLst>
</file>

<file path=ppt/tags/tag73.xml><?xml version="1.0" encoding="utf-8"?>
<p:tagLst xmlns:p="http://schemas.openxmlformats.org/presentationml/2006/main">
  <p:tag name="PA" val="v5.2.4"/>
</p:tagLst>
</file>

<file path=ppt/tags/tag74.xml><?xml version="1.0" encoding="utf-8"?>
<p:tagLst xmlns:p="http://schemas.openxmlformats.org/presentationml/2006/main">
  <p:tag name="PA" val="v5.2.4"/>
</p:tagLst>
</file>

<file path=ppt/tags/tag75.xml><?xml version="1.0" encoding="utf-8"?>
<p:tagLst xmlns:p="http://schemas.openxmlformats.org/presentationml/2006/main">
  <p:tag name="PA" val="v5.2.4"/>
</p:tagLst>
</file>

<file path=ppt/tags/tag76.xml><?xml version="1.0" encoding="utf-8"?>
<p:tagLst xmlns:p="http://schemas.openxmlformats.org/presentationml/2006/main">
  <p:tag name="PA" val="v5.2.4"/>
</p:tagLst>
</file>

<file path=ppt/tags/tag77.xml><?xml version="1.0" encoding="utf-8"?>
<p:tagLst xmlns:p="http://schemas.openxmlformats.org/presentationml/2006/main">
  <p:tag name="PA" val="v5.2.4"/>
</p:tagLst>
</file>

<file path=ppt/tags/tag78.xml><?xml version="1.0" encoding="utf-8"?>
<p:tagLst xmlns:p="http://schemas.openxmlformats.org/presentationml/2006/main">
  <p:tag name="PA" val="v5.2.4"/>
</p:tagLst>
</file>

<file path=ppt/tags/tag79.xml><?xml version="1.0" encoding="utf-8"?>
<p:tagLst xmlns:p="http://schemas.openxmlformats.org/presentationml/2006/main">
  <p:tag name="PA" val="v5.2.4"/>
</p:tagLst>
</file>

<file path=ppt/tags/tag80.xml><?xml version="1.0" encoding="utf-8"?>
<p:tagLst xmlns:p="http://schemas.openxmlformats.org/presentationml/2006/main">
  <p:tag name="PA" val="v5.2.4"/>
</p:tagLst>
</file>

<file path=ppt/tags/tag81.xml><?xml version="1.0" encoding="utf-8"?>
<p:tagLst xmlns:p="http://schemas.openxmlformats.org/presentationml/2006/main">
  <p:tag name="PA" val="v5.2.4"/>
</p:tagLst>
</file>

<file path=ppt/tags/tag82.xml><?xml version="1.0" encoding="utf-8"?>
<p:tagLst xmlns:p="http://schemas.openxmlformats.org/presentationml/2006/main">
  <p:tag name="PA" val="v5.2.4"/>
</p:tagLst>
</file>

<file path=ppt/tags/tag83.xml><?xml version="1.0" encoding="utf-8"?>
<p:tagLst xmlns:p="http://schemas.openxmlformats.org/presentationml/2006/main">
  <p:tag name="PA" val="v5.2.4"/>
</p:tagLst>
</file>

<file path=ppt/tags/tag84.xml><?xml version="1.0" encoding="utf-8"?>
<p:tagLst xmlns:p="http://schemas.openxmlformats.org/presentationml/2006/main">
  <p:tag name="PA" val="v5.2.4"/>
</p:tagLst>
</file>

<file path=ppt/tags/tag85.xml><?xml version="1.0" encoding="utf-8"?>
<p:tagLst xmlns:p="http://schemas.openxmlformats.org/presentationml/2006/main">
  <p:tag name="PA" val="v5.2.4"/>
</p:tagLst>
</file>

<file path=ppt/tags/tag86.xml><?xml version="1.0" encoding="utf-8"?>
<p:tagLst xmlns:p="http://schemas.openxmlformats.org/presentationml/2006/main">
  <p:tag name="PA" val="v5.2.4"/>
</p:tagLst>
</file>

<file path=ppt/tags/tag87.xml><?xml version="1.0" encoding="utf-8"?>
<p:tagLst xmlns:p="http://schemas.openxmlformats.org/presentationml/2006/main">
  <p:tag name="PA" val="v5.2.4"/>
</p:tagLst>
</file>

<file path=ppt/tags/tag88.xml><?xml version="1.0" encoding="utf-8"?>
<p:tagLst xmlns:p="http://schemas.openxmlformats.org/presentationml/2006/main">
  <p:tag name="PA" val="v5.2.4"/>
</p:tagLst>
</file>

<file path=ppt/tags/tag89.xml><?xml version="1.0" encoding="utf-8"?>
<p:tagLst xmlns:p="http://schemas.openxmlformats.org/presentationml/2006/main">
  <p:tag name="PA" val="v5.2.4"/>
</p:tagLst>
</file>

<file path=ppt/tags/tag90.xml><?xml version="1.0" encoding="utf-8"?>
<p:tagLst xmlns:p="http://schemas.openxmlformats.org/presentationml/2006/main">
  <p:tag name="PA" val="v5.2.4"/>
</p:tagLst>
</file>

<file path=ppt/tags/tag91.xml><?xml version="1.0" encoding="utf-8"?>
<p:tagLst xmlns:p="http://schemas.openxmlformats.org/presentationml/2006/main">
  <p:tag name="PA" val="v5.2.4"/>
</p:tagLst>
</file>

<file path=ppt/tags/tag92.xml><?xml version="1.0" encoding="utf-8"?>
<p:tagLst xmlns:p="http://schemas.openxmlformats.org/presentationml/2006/main">
  <p:tag name="PA" val="v5.2.4"/>
</p:tagLst>
</file>

<file path=ppt/tags/tag93.xml><?xml version="1.0" encoding="utf-8"?>
<p:tagLst xmlns:p="http://schemas.openxmlformats.org/presentationml/2006/main">
  <p:tag name="PA" val="v5.2.4"/>
</p:tagLst>
</file>

<file path=ppt/tags/tag94.xml><?xml version="1.0" encoding="utf-8"?>
<p:tagLst xmlns:p="http://schemas.openxmlformats.org/presentationml/2006/main">
  <p:tag name="PA" val="v5.2.4"/>
</p:tagLst>
</file>

<file path=ppt/tags/tag95.xml><?xml version="1.0" encoding="utf-8"?>
<p:tagLst xmlns:p="http://schemas.openxmlformats.org/presentationml/2006/main">
  <p:tag name="PA" val="v5.2.4"/>
</p:tagLst>
</file>

<file path=ppt/tags/tag96.xml><?xml version="1.0" encoding="utf-8"?>
<p:tagLst xmlns:p="http://schemas.openxmlformats.org/presentationml/2006/main">
  <p:tag name="PA" val="v5.2.4"/>
</p:tagLst>
</file>

<file path=ppt/tags/tag97.xml><?xml version="1.0" encoding="utf-8"?>
<p:tagLst xmlns:p="http://schemas.openxmlformats.org/presentationml/2006/main">
  <p:tag name="PA" val="v5.2.4"/>
</p:tagLst>
</file>

<file path=ppt/tags/tag98.xml><?xml version="1.0" encoding="utf-8"?>
<p:tagLst xmlns:p="http://schemas.openxmlformats.org/presentationml/2006/main">
  <p:tag name="PA" val="v5.2.4"/>
</p:tagLst>
</file>

<file path=ppt/tags/tag99.xml><?xml version="1.0" encoding="utf-8"?>
<p:tagLst xmlns:p="http://schemas.openxmlformats.org/presentationml/2006/main">
  <p:tag name="PA" val="v5.2.4"/>
</p:tagLst>
</file>

<file path=ppt/tags/tag100.xml><?xml version="1.0" encoding="utf-8"?>
<p:tagLst xmlns:p="http://schemas.openxmlformats.org/presentationml/2006/main">
  <p:tag name="PA" val="v5.2.4"/>
</p:tagLst>
</file>

<file path=ppt/tags/tag101.xml><?xml version="1.0" encoding="utf-8"?>
<p:tagLst xmlns:p="http://schemas.openxmlformats.org/presentationml/2006/main">
  <p:tag name="PA" val="v5.2.4"/>
</p:tagLst>
</file>

<file path=ppt/tags/tag102.xml><?xml version="1.0" encoding="utf-8"?>
<p:tagLst xmlns:p="http://schemas.openxmlformats.org/presentationml/2006/main">
  <p:tag name="PA" val="v5.2.4"/>
</p:tagLst>
</file>

<file path=ppt/tags/tag103.xml><?xml version="1.0" encoding="utf-8"?>
<p:tagLst xmlns:p="http://schemas.openxmlformats.org/presentationml/2006/main">
  <p:tag name="PA" val="v5.2.4"/>
</p:tagLst>
</file>

<file path=ppt/tags/tag104.xml><?xml version="1.0" encoding="utf-8"?>
<p:tagLst xmlns:p="http://schemas.openxmlformats.org/presentationml/2006/main">
  <p:tag name="PA" val="v5.2.4"/>
</p:tagLst>
</file>

<file path=ppt/tags/tag105.xml><?xml version="1.0" encoding="utf-8"?>
<p:tagLst xmlns:p="http://schemas.openxmlformats.org/presentationml/2006/main">
  <p:tag name="PA" val="v5.2.4"/>
</p:tagLst>
</file>

<file path=ppt/tags/tag106.xml><?xml version="1.0" encoding="utf-8"?>
<p:tagLst xmlns:p="http://schemas.openxmlformats.org/presentationml/2006/main">
  <p:tag name="PA" val="v5.2.4"/>
</p:tagLst>
</file>

<file path=ppt/tags/tag107.xml><?xml version="1.0" encoding="utf-8"?>
<p:tagLst xmlns:p="http://schemas.openxmlformats.org/presentationml/2006/main">
  <p:tag name="PA" val="v5.2.4"/>
</p:tagLst>
</file>

<file path=ppt/tags/tag108.xml><?xml version="1.0" encoding="utf-8"?>
<p:tagLst xmlns:p="http://schemas.openxmlformats.org/presentationml/2006/main">
  <p:tag name="PA" val="v5.2.4"/>
</p:tagLst>
</file>

<file path=ppt/tags/tag109.xml><?xml version="1.0" encoding="utf-8"?>
<p:tagLst xmlns:p="http://schemas.openxmlformats.org/presentationml/2006/main">
  <p:tag name="PA" val="v5.2.4"/>
</p:tagLst>
</file>

<file path=ppt/tags/tag110.xml><?xml version="1.0" encoding="utf-8"?>
<p:tagLst xmlns:p="http://schemas.openxmlformats.org/presentationml/2006/main">
  <p:tag name="PA" val="v5.2.4"/>
</p:tagLst>
</file>

<file path=ppt/tags/tag111.xml><?xml version="1.0" encoding="utf-8"?>
<p:tagLst xmlns:p="http://schemas.openxmlformats.org/presentationml/2006/main">
  <p:tag name="PA" val="v5.2.4"/>
</p:tagLst>
</file>

<file path=ppt/tags/tag112.xml><?xml version="1.0" encoding="utf-8"?>
<p:tagLst xmlns:p="http://schemas.openxmlformats.org/presentationml/2006/main">
  <p:tag name="PA" val="v5.2.4"/>
</p:tagLst>
</file>

<file path=ppt/tags/tag113.xml><?xml version="1.0" encoding="utf-8"?>
<p:tagLst xmlns:p="http://schemas.openxmlformats.org/presentationml/2006/main">
  <p:tag name="PA" val="v5.2.4"/>
</p:tagLst>
</file>

<file path=ppt/tags/tag114.xml><?xml version="1.0" encoding="utf-8"?>
<p:tagLst xmlns:p="http://schemas.openxmlformats.org/presentationml/2006/main">
  <p:tag name="PA" val="v3.2.0"/>
</p:tagLst>
</file>

<file path=ppt/tags/tag115.xml><?xml version="1.0" encoding="utf-8"?>
<p:tagLst xmlns:p="http://schemas.openxmlformats.org/presentationml/2006/main">
  <p:tag name="PA" val="v3.2.0"/>
</p:tagLst>
</file>

<file path=ppt/tags/tag116.xml><?xml version="1.0" encoding="utf-8"?>
<p:tagLst xmlns:p="http://schemas.openxmlformats.org/presentationml/2006/main">
  <p:tag name="PA" val="v3.2.0"/>
</p:tagLst>
</file>

<file path=ppt/tags/tag117.xml><?xml version="1.0" encoding="utf-8"?>
<p:tagLst xmlns:p="http://schemas.openxmlformats.org/presentationml/2006/main">
  <p:tag name="PA" val="v3.2.0"/>
</p:tagLst>
</file>

<file path=ppt/tags/tag118.xml><?xml version="1.0" encoding="utf-8"?>
<p:tagLst xmlns:p="http://schemas.openxmlformats.org/presentationml/2006/main">
  <p:tag name="PA" val="v3.2.0"/>
</p:tagLst>
</file>

<file path=ppt/theme/theme1.xml><?xml version="1.0" encoding="utf-8"?>
<a:theme xmlns:a="http://schemas.openxmlformats.org/drawingml/2006/main" name="第一PPT，www.1ppt.com">
  <a:themeElements>
    <a:clrScheme name="自定义 95">
      <a:dk1>
        <a:sysClr val="windowText" lastClr="000000"/>
      </a:dk1>
      <a:lt1>
        <a:sysClr val="window" lastClr="FFFFFF"/>
      </a:lt1>
      <a:dk2>
        <a:srgbClr val="3F3F3F"/>
      </a:dk2>
      <a:lt2>
        <a:srgbClr val="E3DED1"/>
      </a:lt2>
      <a:accent1>
        <a:srgbClr val="071F65"/>
      </a:accent1>
      <a:accent2>
        <a:srgbClr val="7F7F7F"/>
      </a:accent2>
      <a:accent3>
        <a:srgbClr val="414456"/>
      </a:accent3>
      <a:accent4>
        <a:srgbClr val="444455"/>
      </a:accent4>
      <a:accent5>
        <a:srgbClr val="444455"/>
      </a:accent5>
      <a:accent6>
        <a:srgbClr val="7F7F7F"/>
      </a:accent6>
      <a:hlink>
        <a:srgbClr val="002060"/>
      </a:hlink>
      <a:folHlink>
        <a:srgbClr val="B26B02"/>
      </a:folHlink>
    </a:clrScheme>
    <a:fontScheme name="g30nvemc">
      <a:majorFont>
        <a:latin typeface="字魂59号-创粗黑"/>
        <a:ea typeface="字魂59号-创粗黑"/>
        <a:cs typeface="Arial"/>
      </a:majorFont>
      <a:minorFont>
        <a:latin typeface="字魂59号-创粗黑"/>
        <a:ea typeface="字魂59号-创粗黑"/>
        <a:cs typeface="Arial"/>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a:latin typeface="Arial" panose="020B0604020202020204" pitchFamily="34" charset="0"/>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4303</Words>
  <Application>WPS 演示</Application>
  <PresentationFormat/>
  <Paragraphs>470</Paragraphs>
  <Slides>25</Slides>
  <Notes>25</Notes>
  <HiddenSlides>0</HiddenSlides>
  <MMClips>0</MMClips>
  <ScaleCrop>false</ScaleCrop>
  <HeadingPairs>
    <vt:vector size="6" baseType="variant">
      <vt:variant>
        <vt:lpstr>已用的字体</vt:lpstr>
      </vt:variant>
      <vt:variant>
        <vt:i4>33</vt:i4>
      </vt:variant>
      <vt:variant>
        <vt:lpstr>主题</vt:lpstr>
      </vt:variant>
      <vt:variant>
        <vt:i4>1</vt:i4>
      </vt:variant>
      <vt:variant>
        <vt:lpstr>幻灯片标题</vt:lpstr>
      </vt:variant>
      <vt:variant>
        <vt:i4>25</vt:i4>
      </vt:variant>
    </vt:vector>
  </HeadingPairs>
  <TitlesOfParts>
    <vt:vector size="59" baseType="lpstr">
      <vt:lpstr>Arial</vt:lpstr>
      <vt:lpstr>宋体</vt:lpstr>
      <vt:lpstr>Wingdings</vt:lpstr>
      <vt:lpstr>微软雅黑</vt:lpstr>
      <vt:lpstr>Arial Black</vt:lpstr>
      <vt:lpstr>Wingdings 2</vt:lpstr>
      <vt:lpstr>幼圆</vt:lpstr>
      <vt:lpstr>Arial</vt:lpstr>
      <vt:lpstr>Calibri</vt:lpstr>
      <vt:lpstr>思源黑体</vt:lpstr>
      <vt:lpstr>迷你简菱心</vt:lpstr>
      <vt:lpstr>黑体</vt:lpstr>
      <vt:lpstr>思源黑体 Medium</vt:lpstr>
      <vt:lpstr>思源黑体 Light</vt:lpstr>
      <vt:lpstr>思源宋体 CN</vt:lpstr>
      <vt:lpstr>字魂59号-创粗黑</vt:lpstr>
      <vt:lpstr>Arial Unicode MS</vt:lpstr>
      <vt:lpstr>等线</vt:lpstr>
      <vt:lpstr>Tahoma</vt:lpstr>
      <vt:lpstr>Gulim</vt:lpstr>
      <vt:lpstr>Microsoft Sans Serif</vt:lpstr>
      <vt:lpstr>Helvetica Light</vt:lpstr>
      <vt:lpstr>Lato Bold</vt:lpstr>
      <vt:lpstr>Roboto</vt:lpstr>
      <vt:lpstr>Clear Sans</vt:lpstr>
      <vt:lpstr>MiSans Medium</vt:lpstr>
      <vt:lpstr>仓耳渔阳体 W01</vt:lpstr>
      <vt:lpstr>思源黑体 CN Normal</vt:lpstr>
      <vt:lpstr>Helvetica Neue</vt:lpstr>
      <vt:lpstr>Segoe Print</vt:lpstr>
      <vt:lpstr>Times New Roman</vt:lpstr>
      <vt:lpstr>Malgun Gothic</vt:lpstr>
      <vt:lpstr>NumberOnly</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林嘉宇</cp:lastModifiedBy>
  <cp:revision>2</cp:revision>
  <cp:lastPrinted>2025-06-13T19:50:00Z</cp:lastPrinted>
  <dcterms:created xsi:type="dcterms:W3CDTF">2025-06-13T19:50:00Z</dcterms:created>
  <dcterms:modified xsi:type="dcterms:W3CDTF">2026-05-06T02:05:23Z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192FB743C26B45DDA31F6084D8637669_12</vt:lpwstr>
  </property>
  <property fmtid="{D5CDD505-2E9C-101B-9397-08002B2CF9AE}" pid="3" name="KSOProductBuildVer">
    <vt:lpwstr>2052-12.1.0.22529</vt:lpwstr>
  </property>
</Properties>
</file>